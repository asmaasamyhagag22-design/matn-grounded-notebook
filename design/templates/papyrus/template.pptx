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BB6ECEA3-DDF0-23A9-D017-298D00B0504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73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376A85B-A346-A801-9024-EDC22F87F3A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6DE7F83-D9A9-2C23-A4D1-E50C988D43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3714A01-5DB0-0B64-D328-9AB47C3439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C31A2B5-52AA-03EE-C219-028DD0B4A8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E85E518-5BD2-665D-731A-122941B09B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01926FE-666D-2BE1-1BCC-32C381B4E2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D1776F2-7719-F41C-C241-23F2723AF8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80D3FF56-E97B-0D9B-76FF-F07DA283638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F74D71D7-3356-8303-3383-E02D03EDE4E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A6EC2CC0-8F2C-DB51-0E03-1DB1F8F0DE4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23017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9264427-0299-7438-90A2-D994AA1977A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0E144DE-D28D-0CA8-F75E-8B921B9A991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8687AD8-225B-E7B9-C040-E442F760A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847B1FA-B173-E426-713D-3E04FA29F1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EAC989D3-335B-AEA4-6DAE-0D156796D0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8C06F5C-6306-C577-F807-C74DD78BFF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93BA3B03-5C1F-0C2C-D3C0-0BCB452CE2D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78270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286D977-ED22-6CD6-9FE5-26D0811B781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CD1B6E2-6D55-8C0F-64CD-BF2D13CCCB3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08648E3-CD01-7C16-9FD5-E159CA6088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836D0BD-7892-EBCB-369D-94DD184C868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5AB24911-D1DB-737A-61C1-6BF1A05888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4F87EA06-DAA0-9E7C-50C5-F18A33295F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E5A5E709-6489-88EF-3774-4596488BC0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C3C31D36-50E0-9CA0-3D9C-9F9B312954A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57E69A38-6FF2-DFBC-AD88-8143DB37E2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6F737581-C03F-FFFE-5AE3-CA83D827A7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329CD0BD-0F48-4E60-09D6-0B27D548235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49637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7C4B7B2-F884-C62C-A91D-AF50280D3C8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C0B4579-D32C-E800-6494-8323D3222A1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D9DD3B47-D712-797C-E7CD-D92B1307E6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D04E18B6-A82E-DE7E-2BE4-8165B03595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672801EA-C846-753C-53EE-1599C7E3F2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94882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1D2A93B-AEC5-D772-0065-593F39BF929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E4ADE9F-8301-090F-BB85-05645F323C4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30709D7-0AD6-961C-BEBE-CD0F0D8ED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0885F2F-A6D0-2BF5-98B5-DEC0D8ACBDB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FF375F4-C491-D3BD-7E85-47FF39A49F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31C6AB7-7A10-CE24-66DD-940526C588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24D95F5-E1EB-1D86-EC6B-98207328C0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01AC82D-82FB-FA68-9DC4-0581E025F86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59572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7600217-E1FA-0C56-3B5E-4B553F32502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A44E9B5-89D2-0B7E-30EA-AAE578DF3AF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8B2CE64-F81C-B159-0198-FA62607BFA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27C1091-3997-B463-A88B-DE43E63ECA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428446A-6EDD-26EB-93C9-BA9A41C15F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A85708A1-C1FA-5721-2E85-858DB7279E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61880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6988661-6D18-1355-2768-EDB8879EF80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55F2B8AD-5F80-1EC6-C55A-82E8137F601A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AC95BC6E-F20F-28C4-35AF-8E13C52339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AF932A63-D2A5-FD6B-324B-16EEDEC89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38020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834D430-13D7-42A3-BF75-A974DA6F932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3B3D000-60EB-3C7C-990E-918DE91EA42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CFC3CBB-F8F0-B7FE-BD66-13444BA003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C4B9076-FA5C-3EC4-824F-EF4C19EF06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3C08A91-AB39-F06F-8ACC-A23C9B2587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58FCDD5-C9DB-1A35-54B5-BC4253E418F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02C8871-1278-8E01-BB96-452B0A3AAA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F5C21CF-C8A9-4363-2249-003BBC110C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0CBF8A5-661F-3B85-767E-E91D8F93AD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FE969E6-02C0-D13A-22B3-62BF077F29C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61840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DE1B459-29E3-F053-FE18-739DF6C639D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0DB15DA-BBCC-8F60-7FA9-CD16AB47501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E5C1C171-CD31-B750-BC62-D88F2EF86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50072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F57A078-2FF6-B3CD-95FA-C6135E0EF62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FA5C973-19C1-82E0-2F87-4B75F4D635B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990606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1D32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5E99E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0FEBE1C4-CA39-0311-4482-3E441858954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ln w="57150">
                  <a:solidFill>
                    <a:srgbClr val="5E99EB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FDC4CEAC-846E-A910-214E-843F851D4DB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5E99EB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cxnSp>
        <p:nvCxnSpPr>
          <p:cNvPr id="8" name="divider_rule">
            <a:extLst>
              <a:ext uri="{FF2B5EF4-FFF2-40B4-BE49-F238E27FC236}">
                <a16:creationId xmlns:a16="http://schemas.microsoft.com/office/drawing/2014/main" id="{28882A88-E946-9D9C-1AED-B6B06442382F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5E99EB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divider_rule">
            <a:extLst>
              <a:ext uri="{FF2B5EF4-FFF2-40B4-BE49-F238E27FC236}">
                <a16:creationId xmlns:a16="http://schemas.microsoft.com/office/drawing/2014/main" id="{5C33A3AC-428C-F086-C00B-6605DC33031A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5E99EB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divider_rule">
            <a:extLst>
              <a:ext uri="{FF2B5EF4-FFF2-40B4-BE49-F238E27FC236}">
                <a16:creationId xmlns:a16="http://schemas.microsoft.com/office/drawing/2014/main" id="{BFC5669D-6FCF-1E20-B112-301F633A9A0A}"/>
              </a:ext>
            </a:extLst>
          </p:cNvPr>
          <p:cNvCxnSpPr/>
          <p:nvPr userDrawn="1"/>
        </p:nvCxnSpPr>
        <p:spPr>
          <a:xfrm>
            <a:off x="975360" y="5486400"/>
            <a:ext cx="10241280" cy="0"/>
          </a:xfrm>
          <a:prstGeom prst="line">
            <a:avLst/>
          </a:prstGeom>
          <a:ln w="12700" cap="flat" cmpd="sng" algn="ctr">
            <a:solidFill>
              <a:srgbClr val="5E99EB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62005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8FACE82-65D1-8D61-632D-AD6E933109E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5878709-F44C-5139-D5DB-57F822AFD6F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414C0AE-066F-415A-31F5-90C62C3195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F350D37-5912-0FAA-67A2-325819BCCF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7B8528E-7ABC-0D0B-0017-169221ABF9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A6D8CBD-2B10-2D5B-70A5-178A0A68C17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242DA4DC-8667-1D9F-67AD-5DB3239F1DD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F4152C1-D6D3-3E8C-4F5A-7E7BF16528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99207E5-FAB3-879E-3E98-1FD945BD13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3637D1FB-38C3-F34A-80C1-FF76F9F9D3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21191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0A67B3B-92FE-C264-8C1B-95D79EC2C90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F9E1DED-BC77-F048-818D-88F2695C248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825F2658-C18A-A817-97FF-F8C5B2B318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215897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69C00FE-8AE8-EF5F-EA61-ACAEA5608B9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C5EA5E8-D279-98CD-31DE-782AEFF448B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6956901-1F82-788F-7495-F52B983F46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9F4AD89-E3B1-B5C6-FC57-E6B4BAD641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E566FE4-0EDB-5F0B-A67E-C36979EBE4A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2ADBECF-8288-85D1-134D-1B9551EC8F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8AB3485-614F-90B1-72B9-BA18765D854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AAADB151-9395-F6A1-E885-4AAFEF9DA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9BAB4B25-95A6-457F-DD4A-3C92F5FA25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68B5B661-3750-017E-4852-75433121E92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755766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0D69B75-BECD-CEDA-DAE0-1BE9877870C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13D738C-82FB-F6AF-4926-601B4777CE5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5CF85154-3685-A475-2D40-BFEBE59887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284F0542-2DBA-2823-27FA-F3F3DBB872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79536C51-7854-5CEE-2864-BE638FA184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55271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C84586C-C420-27B0-3199-820B536C4D5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0B2B12E-FB15-64A2-5393-D017B4162A1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9C07EEA3-01D2-74C0-1947-99E1B35054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5BF83D7A-2A9D-C752-E58D-7054A2BAF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9507F4CE-1E4C-5556-752B-FD36AE0504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ADE76006-7805-13EE-F821-E0C67BF923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B072C646-678D-E767-B89E-F151788C37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A19DA8CE-FC95-71AE-4BA2-A1AD0C886C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30C1131E-3AA6-821F-0663-B80CAE5C460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C75C1AA3-15A5-351B-6DFE-031AEF46EB0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C8210712-58F4-FC58-1341-DC534C36C53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51248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1CE9A3A-CA79-DAB5-7550-F0DA4A3832D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0A6EA44-CD41-89CC-C720-51FD90AA21F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8747195F-9333-53F6-575F-55D5D32626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450F1495-73C5-F666-0D82-A5D9441940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6CC1A85E-E8AD-DAA7-923C-9B0A9A4FA3B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23D377EF-83F8-0093-EDE2-FB795EEDC79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48436001-506A-E710-F45A-2B864180588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46124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E4B5C36-1600-5E68-0A6E-CDB15B6E7A2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5DFA109-194B-ECDC-EE57-AFEBC4CA75E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2BF01DF-ABA9-C400-72F0-EBFC568C6B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7AD7BBE-027D-22D7-112D-75800DC2C5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90F7904-0589-6B05-78B7-205A8D9CB2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7402A253-90B9-0B0B-733B-302D4F4657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0E136099-6EE1-5C8B-960F-970C0FC30A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4366DE89-154C-8205-3B96-68E1CADCA4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7FAB2AF5-3979-E19B-E997-C657E1F6A5B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D7D991AB-E1B3-3DBF-01EB-43B74FE5A7A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6FFF149D-FC1F-7F64-667A-CFC21FB80BB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82275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1480C18-CCF2-F213-CE52-2F2A3E9E9E7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B6DB9E1-D78B-8E25-9EC6-8F6DB2F26B9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D391D954-81D1-3F55-2395-7A2BB0487D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E8CC23CE-B43D-353B-9229-1C5957D137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C73DD8CF-2BDF-F9C2-AF93-48E1D600AE0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AEF4F28B-5A3B-771D-E9E4-FF16D9D0F0E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101F5986-F577-CD9E-6164-4E67FDF8EF7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780ABE8-4AC9-2454-DE0C-90E0822909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578945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9BCC19C-7958-D45A-C13B-F0491E5B1C0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89F28A4-95BB-2027-8DE4-8C372BEAB05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619F82A-BB91-F79B-FCFD-5DDF7615EC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F5ECAB6-6346-4271-3DE8-733C6F2E6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A8C489B-47D6-ECC2-C7B5-7E8F46F972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72FC3C2-6511-8488-9C26-FE513C79B76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C241E8A-E5D8-BB83-7B58-E3754E4B17F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593584A-D91A-E8BD-3B8F-F0382920ED2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40425AF-1C50-5B7E-7904-E4A635AC3A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22FFED7-4548-73C8-E78B-8AF335EAEE4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017119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E495139-7A4C-F88E-10F4-8C0A8FD2B62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7BE7071-02A9-C238-7941-98BA1B4EDDE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D51CD31-A48A-7EEC-2DB3-C62A499459B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7FFE3D8-3B7F-765F-4BC2-66F90EA8A9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0A21ACA-18AC-B462-FB2D-DEE8CB33F91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838C86F2-64A9-4382-638B-A674128D9D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C4863AC-F968-7904-BCF0-F0488516D9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6E2CBB50-749C-3988-A281-493C7C8FA6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FA5278D-E5F2-3C40-8A19-A8EB990183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2935531-D851-A72C-37A4-2B94B0406C7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0994582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FC34819-A488-51BB-E2A6-A26B833874B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BA2177DB-0F92-C176-D641-374863CFC71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05DDA556-81C9-8BE4-A8D2-0135EFC76C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B8416755-136D-13B1-B1CD-5BFC8902034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08D80EE8-F9FB-CD4C-FCAF-7A4EB40652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8E7F8B2C-6CD8-AD61-DAD9-983FBB295D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F357A9F1-903B-3C11-F443-FE3DEF6D8D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648937C-B8FD-EEDD-CBD0-4BF2E23421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3774625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E416D25-ADA5-42DF-0F87-BADCDA2754F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BA03539-E8CA-B3AB-C073-CFA50ED0C51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7EE72DE-0A66-6931-4D1D-82268229FA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3CB3ED0-43D1-8DA9-CFB7-3EE089939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93E7A86-7145-17C3-4CBD-9C278B4C2F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17FC46C-484D-BD0E-82E1-AAFF9BEE14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4929D53-9B1F-4176-30D8-99535AB7700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D06E50A-D579-C971-5DE4-A3772BBA7C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5916745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2C9B0B8-47D5-02E4-E8AC-AB247755E7D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AC282F9C-0535-6059-3CB4-9EBED4CD888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90CD9F54-B1A2-2D60-BA33-1025EE6E50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754E7F1F-01C6-4D91-FDA9-FB9BB0E5A7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94E909DB-D0EC-DE97-6BF5-F35D0B6064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BE60DFC3-A94D-6E2A-D909-13706B1E52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AA6CF550-2C97-EE47-10A8-0466F946DD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DFF912A-615E-C786-06B8-D1DD283C8D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7787946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44E6BF6-FCD4-882F-8DEE-7FA3F6F6B06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816C94F2-F778-1031-6A6F-CBDA1FC4B34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3F63A862-ED87-DCCF-0364-4B8BBEAAF0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D3EA7EEB-7753-9D74-407D-E5F579A914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24F8F0A0-EBEB-F1E5-DEE4-48C4B6DB2A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C4595708-FEC4-D122-2EA6-EB41A67349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024F09E4-7D8E-5E8B-1B2B-93F6A6513E6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054F9F1-B510-64C4-15C1-F875C881C7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494267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63BAEE4-D5B2-AE8E-2091-DD5D51609A5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38177F81-4663-EDD2-467A-F48F43AA358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2876333-1674-CC42-F004-B0B2C5CB8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210DA070-F3AB-4462-52BF-21C9C18FA2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68236CB-4671-5DB8-13B2-700A02622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E7315356-8C5D-6E01-F016-F30DADD5F3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CC92755-DADF-3F6A-217F-6717DDEE95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629268F4-7E4A-CF9C-6F17-79D142E0CA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D7F29186-BEE9-BF9C-0813-FE0FB2B357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73C61A8-7E47-42F3-A9F4-E2127D75C06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7695590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45BCC8C-7A3C-1DFF-77FC-477EC9ACA3B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A7237D08-2005-EE07-1DA1-DBB22AE771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8D77DDF7-F98D-4C21-8F74-44047B9B955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615A4C17-E0D0-E609-E152-CD6238A282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DD2A42D0-9F49-5B46-9611-EFDA8A0EA8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F57CF416-8DC9-5D6C-8CA1-5540AF3472C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6C0A6810-B4BE-740A-8717-7AD6B26508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2703C1CF-0DCA-0E24-DB31-069CE8F9C0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41CFC613-35CE-47E4-9C4A-23D72BFEC7B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948CE5B-6F52-99DF-AE2E-74725FA6C6E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2944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BB81384A-9FAE-1C79-E653-E7DBF48BB54A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8A86AB56-393C-4917-9670-5C316C4C077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FC63DECE-DCAF-48B3-9E38-EA00981B3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59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17324D"/>
      </a:dk1>
      <a:lt1>
        <a:srgbClr val="F7F5F0"/>
      </a:lt1>
      <a:dk2>
        <a:srgbClr val="4B5057"/>
      </a:dk2>
      <a:lt2>
        <a:srgbClr val="E9E8E5"/>
      </a:lt2>
      <a:accent1>
        <a:srgbClr val="17324D"/>
      </a:accent1>
      <a:accent2>
        <a:srgbClr val="1E59A5"/>
      </a:accent2>
      <a:accent3>
        <a:srgbClr val="4B5057"/>
      </a:accent3>
      <a:accent4>
        <a:srgbClr val="17324D"/>
      </a:accent4>
      <a:accent5>
        <a:srgbClr val="17324D"/>
      </a:accent5>
      <a:accent6>
        <a:srgbClr val="4B5057"/>
      </a:accent6>
      <a:hlink>
        <a:srgbClr val="17324D"/>
      </a:hlink>
      <a:folHlink>
        <a:srgbClr val="4B5057"/>
      </a:folHlink>
    </a:clrScheme>
    <a:fontScheme name="Integral">
      <a:majorFont>
        <a:latin typeface="Georgia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Georgia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2026-10-03T20:01:35Z</dcterms:created>
  <dcterms:modified xsi:type="dcterms:W3CDTF">2026-10-03T20:01:48Z</dcterms:modified>
</cp:coreProperties>
</file>