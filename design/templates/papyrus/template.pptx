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0119CC88-46AD-1C28-1B65-9BDCD18B8BE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1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1E4B4D6-8782-3E60-F047-6F6E59D73C1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D771CBA5-9268-3132-6807-86D011DEBB8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22E98B0D-B6A5-A505-A4FC-36F621474B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50DE292A-9155-BD9C-A6DD-43BC92CC36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AC115D8-D852-1EB9-C3CA-763038856F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CBEAA20A-6BB8-F300-EF8C-8D9CAB779A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D495921D-057E-D528-1479-4D3DBACB5B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A569F38E-775F-DCDC-7925-375041FB04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27938C2-8F9B-1C1F-6C02-DCA72BB86D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4BFABCF9-A959-0B07-A14C-CDE826D61C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9667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B6AED21-D355-E2AF-C97C-F80E5461AFC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85D4E10-7A85-409B-F9FB-02782969798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3C190DF3-D702-6969-908A-42EC8D25B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2A916822-9170-2C89-B43C-879502CA39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EA201531-3378-FF2D-B5F8-BF0060492A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42FCF597-3ECD-F0B2-C668-1EBBAB6E23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987526"/>
            <a:ext cx="4411418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2041C954-60D6-9538-358F-6C845EDF75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5577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16100CF-5CC6-4B7F-E48A-64A8D997BB0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76280003-1B15-1C27-1493-5592773DFED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159248"/>
            <a:ext cx="9720073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B5F98E89-4B32-568F-350A-5709829A8D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D5F48B1C-2761-48D3-96AC-EE041CD61E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5A85B746-51DA-B22B-6F1B-598767B0B2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60FBE104-511F-CF2C-B647-23AED00F74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8457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C5FB8F3D-7C85-5A4C-508B-8046E1840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55C57CDF-A577-E243-77E8-72A31368E3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2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9F6CB4B7-038A-5432-9555-0D0C128D02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2472229"/>
            <a:ext cx="1931553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DB7149F8-7E3A-39C7-4FAD-F3D320DF3E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38186" y="3987526"/>
            <a:ext cx="1931553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337B810D-E5B9-2D45-BAEE-3D3A74444E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73222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58420FA-752E-FED5-A631-D2F65A3DBC4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C57449E-64E9-C00C-6E67-61DF05939DE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544324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9FD859CA-7C31-0D8B-BF74-B31104A1EE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0635" y="2472230"/>
            <a:ext cx="3539104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D01CB317-49ED-23D6-4AED-3226200F25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30635" y="5159249"/>
            <a:ext cx="353910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E3C70BDC-46B2-D75D-F1BC-A334EA2161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043453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1AA6B08-1913-9FA3-8E40-B27A6B66A9E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70DE5D31-3F53-E5FD-7C59-BF318E99E61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E8865EF5-4FEC-BFA3-2F93-651C6F2B70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44FC2C37-12D8-A4BA-85DD-1B2A6E0215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AF084A50-E2ED-B7A1-BD16-24A18EAD7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D6D7747-82AC-66E0-14BF-EBACF9B0C8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ACD98685-F9D8-0113-B4A9-E6091865A5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FC6D5A05-D169-167A-55E5-F5C5272D88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77764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4DE7749-026B-97E9-DB3E-0E2CECF7E20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74B5C9C5-626B-84AF-2320-1543CDB9CF5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8F5E3CA-81B6-B230-71C2-7075F4CBF0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CFCFB63E-B834-B98B-4653-B87F2F3CDF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D514C289-1658-EDB6-FD5E-12C06B5B9A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3419025"/>
            <a:ext cx="441141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275C9255-3B4A-54F1-35CD-992993D7B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21263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06B1080-0B6E-4279-C5DE-DE75EB1A1A9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8F330C7F-9A64-CAAA-5437-3B1542B7E5B5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1024128" y="2286000"/>
            <a:ext cx="6804051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55B1CBB5-457C-543D-7286-667213380C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6983" y="2429663"/>
            <a:ext cx="2527219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6C10DA59-8146-93E8-C9C1-D4F3E3A329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1185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B76533B-514D-3B50-5B86-6B9049394FE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02BD33B-28CF-4E0C-1374-B56E3FA5B03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F61225C9-2E06-CF2F-87FB-D7A5163C5C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34428A24-6B7E-641E-A8D4-EE5092B5DC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9738423-C180-EA5C-3F70-63C0D61EF4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5BFFE2C5-1D0C-E529-3B8E-F7DFA6958A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6C88B43C-6B31-589B-BBE3-76ED6DF0AF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6C247BF0-07BD-EE34-ADCF-9312A81271A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7C2F8787-2D48-B994-724D-C5DF8E43FA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2789BDB2-D86D-CAAE-8EA5-C90FA026309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91647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724E5B7-9DF8-2CA8-32E8-7E4655B5E47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F9DBE2D-F778-FDE9-DBDE-C8ED2B27779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E87922DE-7165-E61F-A529-28603A5826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832998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ED3E6B7-829A-F2EC-F02A-EC6ACD5B353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C2BBB07-7990-6077-2117-2B44264EA5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09803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1D32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5E99E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0CC5FA85-4160-CAEE-97FC-07E2DC26232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ln w="19050">
                  <a:solidFill>
                    <a:srgbClr val="5E99EB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CC8BCF5-279F-688A-9549-6ACA3218E0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5E99EB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8" name="divider_rule">
            <a:extLst>
              <a:ext uri="{FF2B5EF4-FFF2-40B4-BE49-F238E27FC236}">
                <a16:creationId xmlns:a16="http://schemas.microsoft.com/office/drawing/2014/main" id="{62A914A9-6E28-0C97-07BA-9D9BE1F20BA8}"/>
              </a:ext>
            </a:extLst>
          </p:cNvPr>
          <p:cNvCxnSpPr/>
          <p:nvPr userDrawn="1"/>
        </p:nvCxnSpPr>
        <p:spPr>
          <a:xfrm>
            <a:off x="975360" y="685800"/>
            <a:ext cx="10241280" cy="0"/>
          </a:xfrm>
          <a:prstGeom prst="line">
            <a:avLst/>
          </a:prstGeom>
          <a:ln w="12700" cap="flat" cmpd="sng" algn="ctr">
            <a:solidFill>
              <a:srgbClr val="5E99EB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ivider_rule">
            <a:extLst>
              <a:ext uri="{FF2B5EF4-FFF2-40B4-BE49-F238E27FC236}">
                <a16:creationId xmlns:a16="http://schemas.microsoft.com/office/drawing/2014/main" id="{53F794BC-F6E2-1DC4-24AC-C6D5A04341F9}"/>
              </a:ext>
            </a:extLst>
          </p:cNvPr>
          <p:cNvCxnSpPr/>
          <p:nvPr userDrawn="1"/>
        </p:nvCxnSpPr>
        <p:spPr>
          <a:xfrm>
            <a:off x="975360" y="685800"/>
            <a:ext cx="10241280" cy="0"/>
          </a:xfrm>
          <a:prstGeom prst="line">
            <a:avLst/>
          </a:prstGeom>
          <a:ln w="12700" cap="flat" cmpd="sng" algn="ctr">
            <a:solidFill>
              <a:srgbClr val="5E99EB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divider_rule">
            <a:extLst>
              <a:ext uri="{FF2B5EF4-FFF2-40B4-BE49-F238E27FC236}">
                <a16:creationId xmlns:a16="http://schemas.microsoft.com/office/drawing/2014/main" id="{D2108B36-0FA2-7586-F3BA-8F4A3BD50680}"/>
              </a:ext>
            </a:extLst>
          </p:cNvPr>
          <p:cNvCxnSpPr/>
          <p:nvPr userDrawn="1"/>
        </p:nvCxnSpPr>
        <p:spPr>
          <a:xfrm>
            <a:off x="975360" y="5486400"/>
            <a:ext cx="10241280" cy="0"/>
          </a:xfrm>
          <a:prstGeom prst="line">
            <a:avLst/>
          </a:prstGeom>
          <a:ln w="12700" cap="flat" cmpd="sng" algn="ctr">
            <a:solidFill>
              <a:srgbClr val="5E99EB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503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AF0109A-FB4C-F9E5-3D2F-70337EC120D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3F3EC901-1261-2932-83CD-C83E886769D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2841252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641233A2-5918-4D93-A1D9-ABC41F0610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9691" y="241902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BB85613-9763-E9A7-B8CC-D727561E73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22608204-8F85-D077-94C7-F1A2AF43B8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9691" y="335016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7824F921-AD12-5246-B9AF-D0816E9140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D4BC5586-B41A-197F-0045-C7CC41E6E2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9691" y="4281312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56B7389E-688E-4A65-3DA8-91AA17703F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2841252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3E4FDF64-0B37-6C1E-4F73-D98D01E3D4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9691" y="5212457"/>
            <a:ext cx="6529895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97D6AAB-1B29-B361-1F9A-C3BEBD5670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206167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33342F1-06AF-BE3C-E42A-CFDB9B547D9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039DEAA5-1553-616D-00DF-3CC49ADE6A4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2286000"/>
            <a:ext cx="9720073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CF8D40E1-BD8A-A106-C172-264CEC03C5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112927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DEA2311-A5E1-707F-9751-334D4F52956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B0053A30-0B50-04BC-1388-F3F2CB0EC0A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33417D53-DAFF-BFEC-A0AA-F08FE20F1B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7135752-82D6-F046-F4B5-C3F9DF5EE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F66C06D-E788-0984-E0E3-7A67029DAD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1818295C-BB07-7BE9-D971-269E37E3F3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527CE657-025C-F8EE-DFB2-726D6756D4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CEB4EC68-9662-18E8-6F20-D4DA535748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69E612A6-955C-69F5-3A3B-A11A537091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682B360-AE77-EF19-5D0D-792FCDE8BC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16136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62A1AE1-C822-EC5C-E1A1-9193E6BAB90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9DDBB28E-2D4D-C0E2-8E03-280B675587C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244975" y="2824734"/>
            <a:ext cx="3499226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7EB4CB4D-BD8E-7B48-159D-17A89ADF5B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128" y="2286000"/>
            <a:ext cx="5832044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F3A043E5-2E19-F225-EC72-67B565B7BE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4128" y="4594860"/>
            <a:ext cx="5832044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97279609-1EA1-B488-F470-77A772E34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76352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E2A562E-AF61-2445-AEA3-643E071EE39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2019BBC9-8C00-B985-550E-4FACE7254A2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FF4B7C91-43E7-87BF-A99C-11A7CF4662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2472230"/>
            <a:ext cx="4511111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E7CF35A8-1C8B-0AB5-BB50-343C812B84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4033703"/>
            <a:ext cx="4511111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7E3D07DA-6075-00DA-DCA2-BD14FFF052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8015" y="2472230"/>
            <a:ext cx="4311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19B9AFC4-8C76-FFE9-DC01-49269CB3603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8015" y="3064836"/>
            <a:ext cx="4311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DC668B9D-23FE-E193-E161-82E62364EB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8014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7B7C58AB-9D73-BAC0-A013-F66F109CFC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8014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62F30534-194B-DD3A-6A65-DEA9A8AFE4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8032" y="3979355"/>
            <a:ext cx="188170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AF54A942-A700-6C8E-081A-448E112336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8032" y="4571961"/>
            <a:ext cx="188170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318CB990-A9BF-624B-4486-5FD70E73CB4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19041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44FA260-650F-6246-5826-4682600F905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F659E370-F5BD-1176-ED4D-9116AD76CA6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55D112FC-FA40-CF56-D793-99BB8F2AF0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0798D6A8-FC1D-8634-F92D-DBB1D37E25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6019DAC1-ACC3-B936-9744-0322EDFDB1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472229"/>
            <a:ext cx="4411418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454D7D22-D611-B6EC-03B2-F4000D1E12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1" y="3653886"/>
            <a:ext cx="4411418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D0E89513-6498-5435-FC50-CEF5B3105B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923184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6172CF1-FF01-FA81-6462-BD72A045BD1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CC72138-4CB7-645E-44D6-66DEB75F9F5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24128" y="5231080"/>
            <a:ext cx="9720073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332FFD14-40CD-2AB5-A0E6-899BE57EEE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744" y="2419022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4C08758F-A7C6-D4A7-CE57-F93941673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0857" y="2419022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71B006DE-CF18-859A-69DA-CB54E834BA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8744" y="315263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564DF807-E38F-C19A-42F5-DC8CE14CC1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0857" y="315263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5E7E5F86-0CA2-50BE-2371-5081B08BEE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744" y="3886241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4A2F2F6C-5AB1-2371-B321-CBEDD39483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0857" y="3886241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D4F6FD49-E746-90F4-BE67-43E68971EB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8744" y="4619850"/>
            <a:ext cx="2462418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AF70911A-2686-0507-533B-315524AB37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0857" y="4619850"/>
            <a:ext cx="690872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E008C133-7ED1-F076-DCAE-0BE7259981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427617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5FEAC11F-2AA8-764D-235D-78B35F5105C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0657404C-C107-7D66-8F9F-F801082592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8132D52D-70D9-D188-DAD4-6C8E2F4C20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C72BCA16-D332-23CC-6C56-9BB978A345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FB1C94E2-014F-BF11-B7DD-99A318E6A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D3CBF190-EF23-C37D-FDB2-8C00FA62A4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25F95659-08D4-B71F-E541-83BBEDF0D2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AAA6C51B-DF67-BB18-7968-588945845F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530091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AC0C52F-7BC7-A2D4-6B2E-5C4AAEA06D5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99A5A537-9C65-1912-E2EC-D5AC0F0073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411418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2070847C-D7E7-8D91-DEEC-F676EE07AA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F1C7849-1E5B-0F4E-EF51-213CEB6AE2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8321" y="2472230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B14942A-81DA-C2A1-8064-5AE991BFCA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8321" y="2859554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F584AFA4-B1AB-7571-B8C1-C142CF5C85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9859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A3CA51DB-36D1-B1E5-84C5-04A0C2DC23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9859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17839832-A200-1E9A-6488-6FB5505D1D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8321" y="4374427"/>
            <a:ext cx="4411418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3929A34-33E5-54CC-463E-8425BF9AED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58321" y="4761750"/>
            <a:ext cx="4411418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AC07776-BE16-C31B-D1CF-05EF6C2917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361966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675FCE2-6D8C-7686-B91B-A1B1CAB058D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46415DC3-84B9-BE25-3AFB-D8173902D1F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811082"/>
            <a:ext cx="1931553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15C7AC45-25C0-9E98-1076-A25914D5F7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5A791B6-CB9E-45C7-B33C-A28E46904B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78457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FC6DB748-B08B-1DA6-A06E-EDD6F76A06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78457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6D9E7A7F-CE79-2B92-9308-71ED2B1B02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8322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5A2DB89D-B66C-7194-CED9-1DC0C67293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58322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F0FDCF8F-8993-BCE3-17F6-FC9BFAE178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8186" y="2811082"/>
            <a:ext cx="1931553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7993541D-3248-6CAA-5EC7-EF9F969345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8186" y="3658215"/>
            <a:ext cx="1931553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16436E00-BF16-BB33-F6A8-B599C71421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3254304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6B1A256-4F2F-83A2-5255-C532721A4D6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08BF788A-EFE1-7760-B65A-246A0405B3F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864120FE-775E-1829-1796-2BF2B4C9AA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191C97A7-5C81-E3E8-8DD1-E9E8B9F248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51D91BA3-27DB-06BA-FCFC-ABB848AB9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710AFE10-3F1C-779E-A6D6-BAC32D7283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EA226F26-10AF-6F8A-8D62-3E72688ACF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D8F5BB9B-9E14-EE46-E92A-BD5D019501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643589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52C1EFE-5129-E03C-4B2B-935872C6C9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2701E61-6B6B-EF1F-FAF6-98AD3E79ED8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275817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D687D2B7-B25F-D3FE-AFDF-6C236803D0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2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F47E3EBA-583D-2881-FAF5-3072B1FA85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5078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733D911F-259E-855A-FAC6-58040BBE3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5078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FE0F4301-08B2-FDE0-2916-EB624AC13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11565" y="2472230"/>
            <a:ext cx="275817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29489D1D-EF09-FB3A-451D-516FF8BBE0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11565" y="3419025"/>
            <a:ext cx="275817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4E46A0FA-B4D6-2B86-F81F-CC024E100A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9614384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91ED92E-148C-4EF6-BDC0-62FD1CFB23F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94005D60-6837-EA0D-BD35-682C89C9C21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1C061FD1-F564-2A43-F50E-0BA4B9EEB2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6597" y="2472230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1EBB4B0D-D87A-8A5E-9919-7475DC9924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46597" y="2859554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2AE550FB-502F-9A03-8AF9-CC6C221F42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437442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BD6C9773-6F52-32BE-61AB-8922557B2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46597" y="4374427"/>
            <a:ext cx="8723143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38BA4BF3-8005-4BC2-3C30-6C44E75549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46597" y="4761750"/>
            <a:ext cx="8723143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5DCC1880-BD84-8FDE-50AE-F6FAA63C7C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6217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4E45FDCB-13BA-C691-6898-BFF627275ED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E92E8ED4-D098-B219-B16C-C3E02DE15E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2472230"/>
            <a:ext cx="4705512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462F35A7-DFA4-6FF4-197F-82C897309E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8591" y="4532455"/>
            <a:ext cx="4705512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152CE876-2C6C-A0B7-9A58-D23B0878C2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1" y="2472230"/>
            <a:ext cx="4705512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74320F35-8D39-7C97-FE14-6FAC04130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1" y="5047511"/>
            <a:ext cx="4705512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2B03A5D9-63BE-CDB6-ABE4-425F5785BF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7369" y="2286001"/>
            <a:ext cx="4276832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6BA5A0DC-C46B-B45D-43E2-286587922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7369" y="3342342"/>
            <a:ext cx="4276832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2BB78CB8-6C18-0296-2E79-0C4773B502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6091042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F46C3C7F-8D31-CB51-DC10-96E69306233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81F23409-203F-B337-A98E-AA01C244DCE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48744" y="241902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AA006CC-6D49-1E1D-19BD-3BD7BBD3AA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6749" y="241902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B6CF3838-8949-500F-2544-D5E360482D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8744" y="335016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01F5DBF1-FCFB-9BBC-7E11-D72739B217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96749" y="335016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7BDD83FB-5931-3CF7-272A-4D14AC761C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744" y="4281312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56387381-C5B0-737E-2E96-AB6BB6501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96749" y="4281312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2DE1E54D-5538-6DE7-7BB0-E125C9F779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744" y="5212457"/>
            <a:ext cx="548312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8ABEF4DB-C173-50ED-10F5-AC3C0BC3E2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96749" y="5212457"/>
            <a:ext cx="8822836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62408F5-25FF-961C-18E5-A82BAB66EE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770309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9A75474D-DD6D-CAE7-BDF3-1E5EA632157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A1F2F680-4A79-D729-542D-AE7B157DCA8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198591" y="4842659"/>
            <a:ext cx="2352756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00FE65FF-6695-2E11-FABA-948CA416C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48549" y="4842659"/>
            <a:ext cx="6921191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AA5563AA-DF03-736D-60C8-6041AB8A34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8592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AA4E5F84-2E62-2A37-1759-4E3915A3D9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98592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345BDE0D-6513-B6ED-C06C-236F72A5EB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05078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F803FC0B-7E37-5D1F-CBF8-83A23001C3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5078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3CE2B81D-265B-371C-5A88-EADB393807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11565" y="2472229"/>
            <a:ext cx="2758175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5B38573D-47F3-839A-90C5-1B5CA3650F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11565" y="2996487"/>
            <a:ext cx="2758175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8E203EB8-C831-D55F-3A26-83A1ACB15C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4128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8306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14B14F95-229E-E148-AB6F-FB1875461434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96016C9-F9DB-4EE1-B518-EB72C8994E7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3F824D1-671D-418F-B16B-13B951B4F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17324D"/>
      </a:dk1>
      <a:lt1>
        <a:srgbClr val="F7F5F0"/>
      </a:lt1>
      <a:dk2>
        <a:srgbClr val="4B5057"/>
      </a:dk2>
      <a:lt2>
        <a:srgbClr val="E9E8E5"/>
      </a:lt2>
      <a:accent1>
        <a:srgbClr val="1E59A5"/>
      </a:accent1>
      <a:accent2>
        <a:srgbClr val="17324D"/>
      </a:accent2>
      <a:accent3>
        <a:srgbClr val="4B5057"/>
      </a:accent3>
      <a:accent4>
        <a:srgbClr val="17324D"/>
      </a:accent4>
      <a:accent5>
        <a:srgbClr val="1E59A5"/>
      </a:accent5>
      <a:accent6>
        <a:srgbClr val="4B5057"/>
      </a:accent6>
      <a:hlink>
        <a:srgbClr val="17324D"/>
      </a:hlink>
      <a:folHlink>
        <a:srgbClr val="4B5057"/>
      </a:folHlink>
    </a:clrScheme>
    <a:fontScheme name="Integral">
      <a:majorFont>
        <a:latin typeface="Georgia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Georgia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2026-10-03T19:32:58Z</dcterms:created>
  <dcterms:modified xsi:type="dcterms:W3CDTF">2026-10-03T19:33:21Z</dcterms:modified>
</cp:coreProperties>
</file>