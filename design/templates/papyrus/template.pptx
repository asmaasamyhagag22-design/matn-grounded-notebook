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">
            <a:extLst>
              <a:ext uri="{FF2B5EF4-FFF2-40B4-BE49-F238E27FC236}">
                <a16:creationId xmlns:a16="http://schemas.microsoft.com/office/drawing/2014/main" id="{5082BB98-FC1B-9E44-E4FC-780A43B34011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8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E857CFC-7675-2DD9-AEEB-2573DF55AC5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DB03965-9B70-E889-40C0-9FCAEC06FF6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FE2858DE-44D1-F26B-60A7-70EA282399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EE99079A-8651-3EBF-8F7A-8C2ADC54DB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0370A7D6-FAEA-2838-05A6-2CB5B403C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2613E297-C78D-7CD7-9819-864EAA0437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522A7BF-D9B2-2450-D967-C184911369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1C04F4AE-D0E7-CE0B-07EA-7DAC91F9FC5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619DAB4-B6C0-8797-06D0-76E30C563ED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8C7C2B95-C0F6-903D-4F48-923B072CB6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5051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0D29A86-3953-0467-9DD6-6C6D5A752DC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3112835-ACCC-824A-D385-4CFFE433A71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A39CB6E4-0CA8-5E9D-75F3-F5A699B4B3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3B6D4A22-B8CA-CDD8-0DF3-2970430584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F486BB68-E65C-90AF-CC4D-02F8E306EB0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70680DC7-2253-E356-05BA-45942A3950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7901E502-F768-4567-D738-F52106D89B1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43179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A7952D4-3F36-37F8-771F-5DA7DDB6424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6538F74-D546-B047-FEEC-5390A639BEE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2B615887-AF04-A820-52DD-D67242E550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59AC8553-2C75-3B6E-A40B-EB00D5801E9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D7BFDB4D-8B5B-403A-7EF0-FB9DDB75DE7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E0D3BEB5-20A5-7446-79F1-05067CC2078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801D51E8-FED5-68D9-2058-0960D9FA0F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DFBF0C08-E299-86E1-7965-C9FF7D46701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DB71B6EB-7213-A709-9759-BCCD5242F6E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5B8526C7-D2A9-08EE-BEDB-C1FD9AE6AB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F7005D12-6F84-3E5F-32CD-EDF86719FAA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93005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1554523-C124-CEF6-170C-881CC6BAD01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40E88515-99AF-8164-28B4-86F36856FE9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quote">
            <a:extLst>
              <a:ext uri="{FF2B5EF4-FFF2-40B4-BE49-F238E27FC236}">
                <a16:creationId xmlns:a16="http://schemas.microsoft.com/office/drawing/2014/main" id="{EF02007F-E429-3493-7478-95856890F5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0" name="attribution">
            <a:extLst>
              <a:ext uri="{FF2B5EF4-FFF2-40B4-BE49-F238E27FC236}">
                <a16:creationId xmlns:a16="http://schemas.microsoft.com/office/drawing/2014/main" id="{4FC4D97E-0E6B-116E-085E-AABBE30C61D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FB3A6D01-E1E2-94E2-8E2C-B209B60229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40565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E672070-92EB-8849-484D-C7162AA873A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C5DD3B8-AF82-7F92-BF5C-BC40E777D00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9C71E81E-1EE9-C8B6-4DEC-4CC3378CF7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67618DC-7A21-7C16-57A2-F487D6E6157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791386B-95B7-E20D-57D6-E6A3364C97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98C93497-A1BB-9CE9-07C5-F52DC18FA2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656CFC80-62BF-30C8-0970-097E5702A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B46CF01D-9A06-1969-5BFD-C4EF7163733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04445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C20CF500-0BD0-E44F-5B50-8F41B4E26598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41584EC-A8B4-A73C-8357-5B404524EBB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BAFDB2CA-EFC0-0660-46AF-0D74492B13F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F1D2CDE-E033-674C-8096-ED57A0F90E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9185750-A3A0-C9FC-D7A8-9638DD45DF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06315E13-9111-58E6-6895-6293164CA9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78374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8791FC3-3150-2582-652A-592E3551EBC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hart">
            <a:extLst>
              <a:ext uri="{FF2B5EF4-FFF2-40B4-BE49-F238E27FC236}">
                <a16:creationId xmlns:a16="http://schemas.microsoft.com/office/drawing/2014/main" id="{ECB7A024-BC9B-9A15-82DA-5E736A07D96A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body">
            <a:extLst>
              <a:ext uri="{FF2B5EF4-FFF2-40B4-BE49-F238E27FC236}">
                <a16:creationId xmlns:a16="http://schemas.microsoft.com/office/drawing/2014/main" id="{3B61A5E9-80C6-8912-86A4-85D3A92F39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A7105954-334A-63BB-82E7-80DEF3512F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02354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2FC006B-F4EC-B1D7-C120-01FF073ECE9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CBE5C301-5030-1A4F-3F54-7DE03DE1285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2CCA87B-840C-AC34-FDE3-92DE86C72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DDF5A274-1718-EC59-EC74-8BA271776C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71464ADC-707F-B0C2-184E-69DE7D8672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311EDD6F-B339-D2AC-5863-1D1BED08D1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14F7322C-3A96-26F8-4AF9-FF65EFA7B83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A2DB3A7-DD8C-64F9-DFFB-A01D992ACF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618A4E32-FCD1-D16F-B929-C7092BF53E8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3E0A694-465E-D5B4-6D51-2D51D25535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278522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DE04B7B-20DE-295E-B288-A329CE052582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BB4470C9-01F4-008B-DB96-8127CC8160D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1F0DEC8F-6111-9FCE-C74E-E6E329EF70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699579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4DE44AC-FC13-2193-9C1F-1A0FF4C30B4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3786052-61F8-9538-EF2D-299A49264C3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859273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1D32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5E99EB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5D58CFFF-AD51-3435-8097-9C66E10F31C0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ln w="57150">
                  <a:solidFill>
                    <a:srgbClr val="5E99EB"/>
                  </a:solidFill>
                </a:ln>
                <a:noFill/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112BBB55-93D8-B539-9CAE-C9461264B4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5E99EB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cxnSp>
        <p:nvCxnSpPr>
          <p:cNvPr id="8" name="divider_rule">
            <a:extLst>
              <a:ext uri="{FF2B5EF4-FFF2-40B4-BE49-F238E27FC236}">
                <a16:creationId xmlns:a16="http://schemas.microsoft.com/office/drawing/2014/main" id="{C9BEA3A1-3DF0-D767-B631-DBDC56519E96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5E99EB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divider_rule">
            <a:extLst>
              <a:ext uri="{FF2B5EF4-FFF2-40B4-BE49-F238E27FC236}">
                <a16:creationId xmlns:a16="http://schemas.microsoft.com/office/drawing/2014/main" id="{DE427DA8-DE97-515A-C7F8-B1870A5A2309}"/>
              </a:ext>
            </a:extLst>
          </p:cNvPr>
          <p:cNvCxnSpPr/>
          <p:nvPr userDrawn="1"/>
        </p:nvCxnSpPr>
        <p:spPr>
          <a:xfrm>
            <a:off x="975360" y="685800"/>
            <a:ext cx="10241280" cy="0"/>
          </a:xfrm>
          <a:prstGeom prst="line">
            <a:avLst/>
          </a:prstGeom>
          <a:ln w="12700" cap="flat" cmpd="sng" algn="ctr">
            <a:solidFill>
              <a:srgbClr val="5E99EB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divider_rule">
            <a:extLst>
              <a:ext uri="{FF2B5EF4-FFF2-40B4-BE49-F238E27FC236}">
                <a16:creationId xmlns:a16="http://schemas.microsoft.com/office/drawing/2014/main" id="{BC2D8C86-6344-5746-754B-EF81DFD516E0}"/>
              </a:ext>
            </a:extLst>
          </p:cNvPr>
          <p:cNvCxnSpPr/>
          <p:nvPr userDrawn="1"/>
        </p:nvCxnSpPr>
        <p:spPr>
          <a:xfrm>
            <a:off x="975360" y="5486400"/>
            <a:ext cx="10241280" cy="0"/>
          </a:xfrm>
          <a:prstGeom prst="line">
            <a:avLst/>
          </a:prstGeom>
          <a:ln w="12700" cap="flat" cmpd="sng" algn="ctr">
            <a:solidFill>
              <a:srgbClr val="5E99EB">
                <a:alpha val="5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7630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F6F64DF-9908-E6F8-988E-564A6D3D890F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7AF4C0A3-8FB7-1B88-EABD-411D99BC3DD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DF6D9C03-A1B1-B8F7-8684-29509D1C5A4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5CED644A-6097-6EF6-6565-F217ACC3BB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B814AFF-AF4C-461C-260A-C86D3B2D7C4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C4A3C6A-92E7-823B-CF80-056E9E7D9F3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BB1CE7A-61DE-BE95-A86F-010E2E5EB60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B041B7F-B16A-E2CC-CCAE-26A3DAA0F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3326B483-FFFB-0916-3297-C1738A8A2B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4B891704-E449-6BA1-4680-7C77B013C35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466715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20BC66C-A606-114D-3036-95E4B90BD9FC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D973F120-D760-7AE4-B084-0747B6D2045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9DA6EA1D-3369-086A-8032-5E8DE5AC87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694007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FADE336-3550-6B8B-F9F3-08C795F6161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ABD6CCD-1EDD-1A83-C95C-7C2C7BB70F2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A09779BF-ABA3-7A49-3521-0CE1DFE69BF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A1311973-D221-266B-3FA4-56895AB24E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EBA4AA24-9EE3-61F5-AE63-A3DA47941F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BAD9C8DD-7D2E-B825-9DD4-864400014D2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3A19F0AE-2469-2293-F8A2-AB839676BA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95F3E0D1-8027-9BDC-4D1D-07C5A170295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4FD1FFD9-F03C-B38D-46A3-625D00B879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C4E992FE-3A0C-6D91-F2A1-94F03CEABB2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8257419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05B0C0D-5A0F-3152-3198-99D24EE34B7D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3E407195-FB46-8F22-5542-09E1CBFAD27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BE03394A-1B45-3276-B382-7A35E83BDC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A79E97B7-0B1A-5497-D78E-93C2F79A99C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7487FB0E-9B23-9DC3-A373-F28312BD49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862993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0591A4C-FAC8-BEA9-8096-F07753BC159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14FAF0F9-C7B1-23C8-7444-25B7BFB2D087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93C42A0B-39BF-DBAF-B4CC-E5D59E70D28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C7060146-A7D5-8AC1-802C-ACC279AA28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29C7E449-4B4B-F184-55A0-D54CCB7FFD1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4B5613E7-C8AA-927E-7F85-4250A284BE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867D23FB-2DE8-937F-B5EA-9C1FAEB5FD1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BB6629B4-43D6-CD4E-5F70-AC66E383CA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2B181FD4-CD0E-466D-4788-AF724D8BE36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AC7D4376-B7AC-A6E8-3301-1F2BFC9052E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4BD0D8E2-9733-5517-181F-22DA2409138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823487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62EBA70-0A4F-80BA-5502-51FCD39EAC4A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592C601E-1833-8AB1-2581-B433AEC5138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E8183D43-FAA8-CD46-C714-DC3E36D85E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9A71BF12-779C-EB33-828E-8D2EB37AE9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87DFA185-91AB-8DC1-B932-E3856A92D4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CA250F4B-B469-F6D6-51D1-73D074654A3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614F6034-06CD-C904-388E-9B7771D7399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161800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A2E78B68-871B-E478-7317-C36DED1AD2F5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body">
            <a:extLst>
              <a:ext uri="{FF2B5EF4-FFF2-40B4-BE49-F238E27FC236}">
                <a16:creationId xmlns:a16="http://schemas.microsoft.com/office/drawing/2014/main" id="{95EC8158-5F2A-FCF2-ED87-0D43F04F217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9" name="kpi_value_1">
            <a:extLst>
              <a:ext uri="{FF2B5EF4-FFF2-40B4-BE49-F238E27FC236}">
                <a16:creationId xmlns:a16="http://schemas.microsoft.com/office/drawing/2014/main" id="{F727EE42-2422-B4EB-8273-B16E845C75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0" name="kpi_label_1">
            <a:extLst>
              <a:ext uri="{FF2B5EF4-FFF2-40B4-BE49-F238E27FC236}">
                <a16:creationId xmlns:a16="http://schemas.microsoft.com/office/drawing/2014/main" id="{2E5D03D1-7A75-DF44-791D-28D53D84BE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1" name="kpi_value_2">
            <a:extLst>
              <a:ext uri="{FF2B5EF4-FFF2-40B4-BE49-F238E27FC236}">
                <a16:creationId xmlns:a16="http://schemas.microsoft.com/office/drawing/2014/main" id="{800FAB4D-C016-85C1-4A80-87155F1F516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2" name="kpi_label_2">
            <a:extLst>
              <a:ext uri="{FF2B5EF4-FFF2-40B4-BE49-F238E27FC236}">
                <a16:creationId xmlns:a16="http://schemas.microsoft.com/office/drawing/2014/main" id="{2C822DBA-E225-9C36-EC2E-A963538961E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3" name="kpi_value_3">
            <a:extLst>
              <a:ext uri="{FF2B5EF4-FFF2-40B4-BE49-F238E27FC236}">
                <a16:creationId xmlns:a16="http://schemas.microsoft.com/office/drawing/2014/main" id="{80A36E64-12F1-471C-6AA2-8B7AEFD18B9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4" name="kpi_label_3">
            <a:extLst>
              <a:ext uri="{FF2B5EF4-FFF2-40B4-BE49-F238E27FC236}">
                <a16:creationId xmlns:a16="http://schemas.microsoft.com/office/drawing/2014/main" id="{1FFBE346-5F5B-C2A6-7AEE-E9110BD10C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5" name="kpi_value_4">
            <a:extLst>
              <a:ext uri="{FF2B5EF4-FFF2-40B4-BE49-F238E27FC236}">
                <a16:creationId xmlns:a16="http://schemas.microsoft.com/office/drawing/2014/main" id="{742A2070-B9AE-8E87-A8F9-5EA62C941E3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6" name="kpi_label_4">
            <a:extLst>
              <a:ext uri="{FF2B5EF4-FFF2-40B4-BE49-F238E27FC236}">
                <a16:creationId xmlns:a16="http://schemas.microsoft.com/office/drawing/2014/main" id="{049BEABD-56F0-2DE5-2372-B021A46F75D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7" name="source">
            <a:extLst>
              <a:ext uri="{FF2B5EF4-FFF2-40B4-BE49-F238E27FC236}">
                <a16:creationId xmlns:a16="http://schemas.microsoft.com/office/drawing/2014/main" id="{81F0325B-317F-17A3-A521-8A369F65B46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182314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643AC18F-0E03-ED43-C5CB-ED4715273194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5028AEBA-44DD-FCB8-26FC-203A5269D2F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CDDF9348-C438-E4C6-CFC0-D480F62233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AED973F3-E153-423D-B562-58501CD3991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0AB019AC-0C8C-1EBA-B606-CF30029C8D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8B3765E4-EB92-BB0E-6893-0D24CEA4BD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430F5CAC-A607-09FF-257B-E74685E8B4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FE7D4B1-7868-0032-6E4A-888291F2E73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5414198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5AE806A8-51F1-95E9-F22D-7F3B7B571459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4379D7CF-FBB1-9673-E5F9-C2FAE687EB9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C7A10FE-9A18-0A58-8588-0D6E017619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1C871631-C05F-935E-AC6E-606E5F0A46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C8B9666B-723F-C98C-432D-47B0D453A2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DCE46341-989F-4E31-CF35-0EFF5E2CB6B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EA09FA75-7357-6CAB-400A-6DB6F7CA5E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BFD445DD-A47E-6C5E-80C1-6BF1991A8F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C183A0AF-19D9-DBFC-FBEB-610B0DF665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D40DECE3-0FCA-96E6-82B3-DD134A243FC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3107353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35755725-3D3B-3D08-5AF3-2ACE928432AB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3E3C9C10-DE8C-4D87-AA62-13CD39A9DDB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42FCAA36-B794-8DA2-FA6A-573C36B1DEA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752024DF-D382-0298-99DB-E15651B1F80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452160B6-D30E-4A7A-69BC-07EB43C6E6F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0E433B18-003B-B4D6-1ECA-A7B76CE19B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8D5013C9-8B0F-6D99-D597-599BA8521A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item_4_title">
            <a:extLst>
              <a:ext uri="{FF2B5EF4-FFF2-40B4-BE49-F238E27FC236}">
                <a16:creationId xmlns:a16="http://schemas.microsoft.com/office/drawing/2014/main" id="{31787609-9AE8-E5BC-0630-17D7CB30B8F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8CE7F5AD-34AC-6E53-A5A5-E60215BD4B1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E1D780AD-2AC2-8A93-0106-E8BB690AC8F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63582095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9A588185-7F96-2671-65CC-1C4646D6926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1E02C134-0082-02FA-A494-981A584CAEB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D37FD24C-39DE-1773-EC32-35795B03FD8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72C31E68-85FD-3D9E-4676-37B5FEA0451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9C24080D-0B8D-815E-1AF9-930CCF4B672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14A86234-B7C0-E008-22BF-F24AA9059E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C9B1BABD-5041-FD34-6C36-72F8D73B5B4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E518263-1410-962C-F5B3-34D2C1BEEA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6593813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E6C37337-FD0F-9134-5BB9-6550C9B9FF83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53028154-B908-5049-50D5-F6BC4328275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76AB6133-0735-91F9-1426-AA3B96F6EA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748C5AA-3610-2A31-2C22-DF54435558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82C03F15-F103-F362-C296-40E274564CE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C72A2CE0-3302-7446-FBB6-5DFC25A1583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A1422C96-BECF-BC90-08C2-BF179E08B30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23F7137C-CDAC-A418-B851-B2B6F3D392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676665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4D29D7A5-5C7F-31BF-768C-B78F95439FE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A3A4DBC0-1E11-2FF3-4654-080CF76C44E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1C54C324-747B-760C-CF57-B79BDB6F518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7E879324-6973-E949-867E-A348A5C731E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marker_2">
            <a:extLst>
              <a:ext uri="{FF2B5EF4-FFF2-40B4-BE49-F238E27FC236}">
                <a16:creationId xmlns:a16="http://schemas.microsoft.com/office/drawing/2014/main" id="{BA379EA6-ABB1-24EB-2D39-A6AD3C1CB9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ECDB09AF-B61A-E037-0617-D06C854166A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BA5E69EE-4E17-46E2-1FD3-AD7D571F17D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D839DE4B-3EA8-43F5-0CD0-2F7819FE22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038781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878F50D9-3635-B61B-3903-68281E4E8C07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DA072DD3-A5BC-22C4-83D7-C2DD28E980A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FD588C3A-0D3D-F423-EA95-21F4E4385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quote">
            <a:extLst>
              <a:ext uri="{FF2B5EF4-FFF2-40B4-BE49-F238E27FC236}">
                <a16:creationId xmlns:a16="http://schemas.microsoft.com/office/drawing/2014/main" id="{98830D99-F095-FC02-EB6F-CDBC22505C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11" name="attribution">
            <a:extLst>
              <a:ext uri="{FF2B5EF4-FFF2-40B4-BE49-F238E27FC236}">
                <a16:creationId xmlns:a16="http://schemas.microsoft.com/office/drawing/2014/main" id="{A6853379-7D91-C06D-B032-FA2DECD62AF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2" name="item_1_title">
            <a:extLst>
              <a:ext uri="{FF2B5EF4-FFF2-40B4-BE49-F238E27FC236}">
                <a16:creationId xmlns:a16="http://schemas.microsoft.com/office/drawing/2014/main" id="{B3F4D4A5-63D1-0564-DBF0-990BFF12C8C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3" name="item_1">
            <a:extLst>
              <a:ext uri="{FF2B5EF4-FFF2-40B4-BE49-F238E27FC236}">
                <a16:creationId xmlns:a16="http://schemas.microsoft.com/office/drawing/2014/main" id="{E35E29E4-0BDA-207F-6A44-362A53055F4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C9DB89A0-5960-5463-B83E-351B677402F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979253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D01CC1CD-387D-ADEB-8D8A-C2004AEC2896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marker_1">
            <a:extLst>
              <a:ext uri="{FF2B5EF4-FFF2-40B4-BE49-F238E27FC236}">
                <a16:creationId xmlns:a16="http://schemas.microsoft.com/office/drawing/2014/main" id="{A7635C4C-301F-4AE5-443C-BF02AD91342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646B4604-6F49-4904-49B8-43BF69F4B3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marker_2">
            <a:extLst>
              <a:ext uri="{FF2B5EF4-FFF2-40B4-BE49-F238E27FC236}">
                <a16:creationId xmlns:a16="http://schemas.microsoft.com/office/drawing/2014/main" id="{38AEFE02-F068-814B-17CB-115341CE35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2A40D07C-5332-F30A-690B-D00C6EC383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marker_3">
            <a:extLst>
              <a:ext uri="{FF2B5EF4-FFF2-40B4-BE49-F238E27FC236}">
                <a16:creationId xmlns:a16="http://schemas.microsoft.com/office/drawing/2014/main" id="{1EBBB7A8-8D13-69FF-8A4F-CC55C6AC8CC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496CCC3D-4261-F3C2-DCEC-737B1C0135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marker_4">
            <a:extLst>
              <a:ext uri="{FF2B5EF4-FFF2-40B4-BE49-F238E27FC236}">
                <a16:creationId xmlns:a16="http://schemas.microsoft.com/office/drawing/2014/main" id="{E94495F9-A48C-502A-D62B-ABB80E9B114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5" name="item_4">
            <a:extLst>
              <a:ext uri="{FF2B5EF4-FFF2-40B4-BE49-F238E27FC236}">
                <a16:creationId xmlns:a16="http://schemas.microsoft.com/office/drawing/2014/main" id="{F59FF94C-0780-0FB4-8E32-BF9E4506C99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93E1589C-4A22-6F96-BC2C-43236444AAE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6694121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reative_background">
            <a:extLst>
              <a:ext uri="{FF2B5EF4-FFF2-40B4-BE49-F238E27FC236}">
                <a16:creationId xmlns:a16="http://schemas.microsoft.com/office/drawing/2014/main" id="{7897A74D-BE9E-A2F3-73DE-136B08D29F2E}"/>
              </a:ext>
            </a:extLst>
          </p:cNvPr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decisions_title">
            <a:extLst>
              <a:ext uri="{FF2B5EF4-FFF2-40B4-BE49-F238E27FC236}">
                <a16:creationId xmlns:a16="http://schemas.microsoft.com/office/drawing/2014/main" id="{6BB44FAA-1A83-7C42-EE22-D29AC4421DB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9" name="decisions">
            <a:extLst>
              <a:ext uri="{FF2B5EF4-FFF2-40B4-BE49-F238E27FC236}">
                <a16:creationId xmlns:a16="http://schemas.microsoft.com/office/drawing/2014/main" id="{18B7FE45-9DF2-A935-6FD1-B312DACB0FC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A56C586B-20FD-DBC4-F22E-4617BDA7DD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5036C71C-DA41-FFFD-FDA0-58B76CAFCC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F644CF92-38E4-EBBB-DF41-C3F8EFA7B2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BA6DC5E7-7B9D-CFAA-AB30-27F3114E2F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00F25EF4-8B30-7678-142D-0C898AE838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8708A3F1-4F13-F01D-D408-89517A267D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source">
            <a:extLst>
              <a:ext uri="{FF2B5EF4-FFF2-40B4-BE49-F238E27FC236}">
                <a16:creationId xmlns:a16="http://schemas.microsoft.com/office/drawing/2014/main" id="{FFF358A7-227B-E3F9-FB1B-BD8268B12A0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8953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reative_background_master">
            <a:extLst>
              <a:ext uri="{FF2B5EF4-FFF2-40B4-BE49-F238E27FC236}">
                <a16:creationId xmlns:a16="http://schemas.microsoft.com/office/drawing/2014/main" id="{D1EEA9C1-40FB-5C22-3830-473F144251A3}"/>
              </a:ext>
            </a:extLst>
          </p:cNvPr>
          <p:cNvPicPr>
            <a:picLocks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A25588AC-933F-4B05-B4F9-0387B2A9C63D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B96B5B2C-9731-4665-8499-523F6B9BF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139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rgbClr val="17324D"/>
      </a:dk1>
      <a:lt1>
        <a:srgbClr val="F7F5F0"/>
      </a:lt1>
      <a:dk2>
        <a:srgbClr val="4B5057"/>
      </a:dk2>
      <a:lt2>
        <a:srgbClr val="E9E8E5"/>
      </a:lt2>
      <a:accent1>
        <a:srgbClr val="17324D"/>
      </a:accent1>
      <a:accent2>
        <a:srgbClr val="1E59A5"/>
      </a:accent2>
      <a:accent3>
        <a:srgbClr val="4B5057"/>
      </a:accent3>
      <a:accent4>
        <a:srgbClr val="17324D"/>
      </a:accent4>
      <a:accent5>
        <a:srgbClr val="17324D"/>
      </a:accent5>
      <a:accent6>
        <a:srgbClr val="4B5057"/>
      </a:accent6>
      <a:hlink>
        <a:srgbClr val="17324D"/>
      </a:hlink>
      <a:folHlink>
        <a:srgbClr val="4B5057"/>
      </a:folHlink>
    </a:clrScheme>
    <a:fontScheme name="Integral">
      <a:majorFont>
        <a:latin typeface="Georgia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Georgia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2026-10-03T23:12:20Z</dcterms:created>
  <dcterms:modified xsi:type="dcterms:W3CDTF">2026-10-03T23:12:30Z</dcterms:modified>
</cp:coreProperties>
</file>