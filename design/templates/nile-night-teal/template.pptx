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Sz cx="12192000" cy="6858000"/>
  <p:notesSz cx="6858000" cy="9144000"/>
  <p:defaultTextStyle>
    <a:defPPr lvl="0">
      <a:defRPr lang="en-US"/>
    </a:defPPr>
    <a:lvl1pPr marL="0" lvl="1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lvl="2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lvl="3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lvl="4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viewProps" Target="viewProps.xml"/><Relationship Id="rId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5" Type="http://schemas.openxmlformats.org/officeDocument/2006/relationships/tableStyles" Target="tableStyles.xml"/><Relationship Id="rId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matn:title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reative_background">
            <a:extLst>
              <a:ext uri="{FF2B5EF4-FFF2-40B4-BE49-F238E27FC236}">
                <a16:creationId xmlns:a16="http://schemas.microsoft.com/office/drawing/2014/main" id="{08AC5D9A-01C4-080C-64E4-2C75E24C0AA1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4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17E755F5-25E9-4D58-8061-E75C01E49922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8B5E31-6775-4496-83E7-82D86CBA16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27453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executive_summary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1C0F85AF-DD6F-6A04-80AA-74014BD15672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755F5-25E9-4D58-8061-E75C01E49922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8B5E31-6775-4496-83E7-82D86CBA16E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1254F827-8B86-A57B-142A-1CE414DFB0D3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48744" y="2419022"/>
            <a:ext cx="2841252" cy="53208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532EF3C5-684B-2CB6-8496-E1951E141F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89691" y="2419022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95D742DA-4FBD-2925-C309-7D8CFAAA7C9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48744" y="3350167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FA47579A-C506-F76A-0EBB-4269B3D6130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089691" y="3350167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3E71C905-6A77-CFA8-066D-67897050B4A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48744" y="4281312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7A692F5A-36FA-DD35-CE7D-FDC011E6D7F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89691" y="4281312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DBAFE4D8-CC33-F8E0-0C49-22CF06C9ACF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48744" y="5212457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0ED26E2E-DE2C-F2E7-0F09-3B4861A80ED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089691" y="5212457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FE94E854-927E-46D4-4293-E934E7272A1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1917568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big-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299CADBD-0652-7878-3B53-FB77B40452C3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755F5-25E9-4D58-8061-E75C01E49922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8B5E31-6775-4496-83E7-82D86CBA16E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88BC38C8-3C84-F955-5B4E-41F3D6BA913C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5159248"/>
            <a:ext cx="9720073" cy="718312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F74210C9-B09C-4F5D-CABB-E0DEEAB0322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2472229"/>
            <a:ext cx="4411418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C4DC194E-3AE7-C200-634F-A92A25DE434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1" y="3987526"/>
            <a:ext cx="4411418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AF2FE33E-0831-1480-6797-B852727E35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8321" y="2472229"/>
            <a:ext cx="4411418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A466867F-6F1B-D4AC-69DF-8D344383521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58321" y="3987526"/>
            <a:ext cx="4411418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source">
            <a:extLst>
              <a:ext uri="{FF2B5EF4-FFF2-40B4-BE49-F238E27FC236}">
                <a16:creationId xmlns:a16="http://schemas.microsoft.com/office/drawing/2014/main" id="{9595CB4A-66D5-349B-51CC-9625CAFFC38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5231045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car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B0F11FC9-E091-5B9D-6E8D-4603813CAD04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755F5-25E9-4D58-8061-E75C01E49922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8B5E31-6775-4496-83E7-82D86CBA16E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608CD6C3-DEC9-BBA9-C78F-B79DED528B87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5159248"/>
            <a:ext cx="9720073" cy="718312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F6C1A9DB-C266-04F9-D09B-5349C0002F0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2" y="2472229"/>
            <a:ext cx="1931553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6A3F5C7D-7F14-638A-4C1F-4F3991E2D39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2" y="3987526"/>
            <a:ext cx="1931553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45685891-E3A7-7BAA-4665-AAD7B45B047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678457" y="2472229"/>
            <a:ext cx="1931553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8910A5C8-7320-6A2C-20FA-BA95CA61C51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678457" y="3987526"/>
            <a:ext cx="1931553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kpi_value_3">
            <a:extLst>
              <a:ext uri="{FF2B5EF4-FFF2-40B4-BE49-F238E27FC236}">
                <a16:creationId xmlns:a16="http://schemas.microsoft.com/office/drawing/2014/main" id="{E8DD75E1-F273-5E97-D2C6-45CEC7E9BC4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58322" y="2472229"/>
            <a:ext cx="1931553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4" name="kpi_label_3">
            <a:extLst>
              <a:ext uri="{FF2B5EF4-FFF2-40B4-BE49-F238E27FC236}">
                <a16:creationId xmlns:a16="http://schemas.microsoft.com/office/drawing/2014/main" id="{5B5C1EEC-7482-CE78-C606-555DC6826E6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58322" y="3987526"/>
            <a:ext cx="1931553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5" name="kpi_value_4">
            <a:extLst>
              <a:ext uri="{FF2B5EF4-FFF2-40B4-BE49-F238E27FC236}">
                <a16:creationId xmlns:a16="http://schemas.microsoft.com/office/drawing/2014/main" id="{DFBD1293-32DC-4E46-0738-E90CEA96D13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638186" y="2472229"/>
            <a:ext cx="1931553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6" name="kpi_label_4">
            <a:extLst>
              <a:ext uri="{FF2B5EF4-FFF2-40B4-BE49-F238E27FC236}">
                <a16:creationId xmlns:a16="http://schemas.microsoft.com/office/drawing/2014/main" id="{9D62891D-B824-D16B-E43B-CDE95CEAD94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638186" y="3987526"/>
            <a:ext cx="1931553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7" name="source">
            <a:extLst>
              <a:ext uri="{FF2B5EF4-FFF2-40B4-BE49-F238E27FC236}">
                <a16:creationId xmlns:a16="http://schemas.microsoft.com/office/drawing/2014/main" id="{D5AF8011-34FA-5726-C6CB-AD50430434D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7061621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split-60-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C3773716-5D95-A1C9-A96D-75A45BE9A545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755F5-25E9-4D58-8061-E75C01E49922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8B5E31-6775-4496-83E7-82D86CBA16E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36D34B1B-B163-BBDA-1AFD-AA260D8DE576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2286000"/>
            <a:ext cx="5443241" cy="3591560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quote">
            <a:extLst>
              <a:ext uri="{FF2B5EF4-FFF2-40B4-BE49-F238E27FC236}">
                <a16:creationId xmlns:a16="http://schemas.microsoft.com/office/drawing/2014/main" id="{3F29E916-498A-5809-571F-DADC5A2C8AB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030635" y="2472230"/>
            <a:ext cx="3539104" cy="268701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10" name="attribution">
            <a:extLst>
              <a:ext uri="{FF2B5EF4-FFF2-40B4-BE49-F238E27FC236}">
                <a16:creationId xmlns:a16="http://schemas.microsoft.com/office/drawing/2014/main" id="{B35935F2-7FA6-9907-6E99-90C710A3047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030635" y="5159249"/>
            <a:ext cx="3539104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11" name="source">
            <a:extLst>
              <a:ext uri="{FF2B5EF4-FFF2-40B4-BE49-F238E27FC236}">
                <a16:creationId xmlns:a16="http://schemas.microsoft.com/office/drawing/2014/main" id="{3F84156F-16C8-360C-A32C-4AFB3BB736C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1037270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cards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D394ACE5-DE98-255E-2428-F0FE24B05334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755F5-25E9-4D58-8061-E75C01E49922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8B5E31-6775-4496-83E7-82D86CBA16E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4463E1D8-EEB9-D8ED-7A0F-44B674B47A2E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2758175" cy="94679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34BDF81E-6650-AAD3-6B32-BA698893B0B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2" y="3419025"/>
            <a:ext cx="275817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30492582-3C4D-D0B9-BE74-768B19F3586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05078" y="2472230"/>
            <a:ext cx="2758175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B1493A11-705B-BA2E-3254-87B5B57C98D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05078" y="3419025"/>
            <a:ext cx="275817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A02F0913-A02E-A29F-E55B-62EA015A54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811565" y="2472230"/>
            <a:ext cx="2758175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8A190FFA-79AD-6E68-3CAD-B45ECD0E0F7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811565" y="3419025"/>
            <a:ext cx="275817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B9F65D13-A89E-1BB3-4DAB-F5852835A4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4457639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two-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6EA783D3-4834-1F19-6C30-A97B037169E7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755F5-25E9-4D58-8061-E75C01E49922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8B5E31-6775-4496-83E7-82D86CBA16E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D445DBAA-C0CB-C70E-B092-DDE059750309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4411418" cy="94679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DBA7E8A2-505D-C2D2-902C-4D1AD355BC3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3419025"/>
            <a:ext cx="4411418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FE10675C-BA3E-2053-BEBF-3D47B770685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8321" y="2472230"/>
            <a:ext cx="4411418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5D695DF7-C932-3EB8-264C-9EBEBD3FD80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8321" y="3419025"/>
            <a:ext cx="4411418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source">
            <a:extLst>
              <a:ext uri="{FF2B5EF4-FFF2-40B4-BE49-F238E27FC236}">
                <a16:creationId xmlns:a16="http://schemas.microsoft.com/office/drawing/2014/main" id="{EE75B39B-35A6-06C5-D554-B726EE3272C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388797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chart: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44781A4E-2B5D-805F-27D0-E9C59EF750BC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755F5-25E9-4D58-8061-E75C01E49922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8B5E31-6775-4496-83E7-82D86CBA16E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hart">
            <a:extLst>
              <a:ext uri="{FF2B5EF4-FFF2-40B4-BE49-F238E27FC236}">
                <a16:creationId xmlns:a16="http://schemas.microsoft.com/office/drawing/2014/main" id="{78E20101-8832-E40B-40C3-B38129F456DA}"/>
              </a:ext>
            </a:extLst>
          </p:cNvPr>
          <p:cNvSpPr>
            <a:spLocks noGrp="1"/>
          </p:cNvSpPr>
          <p:nvPr>
            <p:ph type="chart" idx="13"/>
          </p:nvPr>
        </p:nvSpPr>
        <p:spPr>
          <a:xfrm>
            <a:off x="1024128" y="2286000"/>
            <a:ext cx="6804051" cy="359156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body">
            <a:extLst>
              <a:ext uri="{FF2B5EF4-FFF2-40B4-BE49-F238E27FC236}">
                <a16:creationId xmlns:a16="http://schemas.microsoft.com/office/drawing/2014/main" id="{3959765C-D6B7-96F3-A547-9639E07E5C2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216983" y="2429663"/>
            <a:ext cx="2527219" cy="330423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10" name="source">
            <a:extLst>
              <a:ext uri="{FF2B5EF4-FFF2-40B4-BE49-F238E27FC236}">
                <a16:creationId xmlns:a16="http://schemas.microsoft.com/office/drawing/2014/main" id="{B87C2D8C-4A42-2BC6-B54A-EC4BE2FC8D1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076934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ADF5D02F-8EBB-DFF5-6AF7-ED97D884DE7E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755F5-25E9-4D58-8061-E75C01E49922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8B5E31-6775-4496-83E7-82D86CBA16E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4BB898C1-0224-E8E8-2642-D33B3242B22B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4411418" cy="38732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0022F5F0-AA42-CB85-FA7B-A0087092B10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2859554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B9F1288A-8991-1068-1673-531678D844A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8321" y="2472230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4DB7DA80-B951-EB37-FC5A-87DF4FA1AFB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8321" y="2859554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BC91D313-548D-35A2-6CA2-36217A6C3CB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98591" y="4374427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2B299396-0E5A-4507-337B-9DB5785C5BC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98591" y="4761750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C41065B1-C513-B25A-741D-1E662C7839C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58321" y="4374427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84159B0E-9421-AAE3-37F4-3CDF82D6878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58321" y="4761750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E7057DB4-E552-6F51-EEC7-A554B4EFB47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5703654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limitation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EE1DEE47-ECD0-0097-CD3A-FF180ACF8758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755F5-25E9-4D58-8061-E75C01E49922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8B5E31-6775-4496-83E7-82D86CBA16E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A5E1F49D-7B9D-3619-CD45-444E4A35D9DE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2286000"/>
            <a:ext cx="9720073" cy="3591560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source">
            <a:extLst>
              <a:ext uri="{FF2B5EF4-FFF2-40B4-BE49-F238E27FC236}">
                <a16:creationId xmlns:a16="http://schemas.microsoft.com/office/drawing/2014/main" id="{EF5D005B-6871-4364-F36F-80C20ECEE66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211663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source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9B0FC975-3817-FCB6-9FC0-B8ED84F2A5DE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755F5-25E9-4D58-8061-E75C01E49922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8B5E31-6775-4496-83E7-82D86CBA16E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C6A61D3E-898A-A923-55A6-6370BA59A3E9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2286000"/>
            <a:ext cx="9720073" cy="3591560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body</a:t>
            </a:r>
          </a:p>
        </p:txBody>
      </p:sp>
    </p:spTree>
    <p:extLst>
      <p:ext uri="{BB962C8B-B14F-4D97-AF65-F5344CB8AC3E}">
        <p14:creationId xmlns:p14="http://schemas.microsoft.com/office/powerpoint/2010/main" val="39242575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matn:section_divider:default">
    <p:bg>
      <p:bgPr>
        <a:gradFill flip="none" rotWithShape="1">
          <a:gsLst>
            <a:gs pos="0">
              <a:srgbClr val="022429"/>
            </a:gs>
            <a:gs pos="100000">
              <a:srgbClr val="032232"/>
            </a:gs>
          </a:gsLst>
          <a:lin ang="27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975360" y="3538728"/>
            <a:ext cx="10241280" cy="1536192"/>
          </a:xfrm>
        </p:spPr>
        <p:txBody>
          <a:bodyPr lIns="0" anchor="t"/>
          <a:lstStyle>
            <a:lvl1pPr>
              <a:defRPr sz="3600">
                <a:solidFill>
                  <a:srgbClr val="D9A44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ection_number">
            <a:extLst>
              <a:ext uri="{FF2B5EF4-FFF2-40B4-BE49-F238E27FC236}">
                <a16:creationId xmlns:a16="http://schemas.microsoft.com/office/drawing/2014/main" id="{AF80428E-75B7-D333-CD6F-689CE238C23E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975360" y="685800"/>
            <a:ext cx="6144768" cy="2743200"/>
          </a:xfrm>
        </p:spPr>
        <p:txBody>
          <a:bodyPr wrap="square" lIns="0" tIns="0" bIns="0" anchor="b">
            <a:noAutofit/>
          </a:bodyPr>
          <a:lstStyle>
            <a:lvl1pPr marL="0" indent="0">
              <a:lnSpc>
                <a:spcPct val="85000"/>
              </a:lnSpc>
              <a:spcBef>
                <a:spcPts val="0"/>
              </a:spcBef>
              <a:buFontTx/>
              <a:buNone/>
              <a:defRPr sz="16000" b="1">
                <a:solidFill>
                  <a:srgbClr val="D9A441"/>
                </a:solidFill>
                <a:latin typeface="+mj-lt"/>
              </a:defRPr>
            </a:lvl1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7" name="subtitle">
            <a:extLst>
              <a:ext uri="{FF2B5EF4-FFF2-40B4-BE49-F238E27FC236}">
                <a16:creationId xmlns:a16="http://schemas.microsoft.com/office/drawing/2014/main" id="{C9EB316C-E761-EB05-9E6F-EDC12BBA0F8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75360" y="5184648"/>
            <a:ext cx="10241280" cy="987552"/>
          </a:xfrm>
          <a:prstGeom prst="rect">
            <a:avLst/>
          </a:prstGeom>
        </p:spPr>
        <p:txBody>
          <a:bodyPr wrap="square" lIns="0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>
                <a:solidFill>
                  <a:srgbClr val="D9A441"/>
                </a:solidFill>
              </a:defRPr>
            </a:lvl1pPr>
          </a:lstStyle>
          <a:p>
            <a:pPr lvl="0"/>
            <a:r>
              <a:rPr lang="en-US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268117807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closing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2547D6B2-22E2-744C-CFED-E1A844532A6A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755F5-25E9-4D58-8061-E75C01E49922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8B5E31-6775-4496-83E7-82D86CBA16E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338E57C2-65DE-3B51-99C5-132B81D27172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48744" y="2419022"/>
            <a:ext cx="2841252" cy="53208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25675800-CB5E-E276-8CF0-7A548CC933F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89691" y="2419022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4306EF31-F2D0-0FB5-F5AA-89B2D01124A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48744" y="3350167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76D62423-5F0C-937D-2D60-33879E7BD11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089691" y="3350167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C2AE576E-CA54-8918-4CF4-E43A7D12599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48744" y="4281312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E0D67DBF-E3AB-ECDC-0D14-34EA2A9EFE9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89691" y="4281312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2262B895-575A-4BB2-ABC3-3783E6E21F8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48744" y="5212457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406D221F-24FE-88B9-3476-E8983AA6CFA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089691" y="5212457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ED343A59-D44C-6098-31A4-0D191455401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18499962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evidence_appendix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756AA517-0F86-BCD2-B293-383E98FDB6B3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755F5-25E9-4D58-8061-E75C01E49922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8B5E31-6775-4496-83E7-82D86CBA16E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16EBC65E-2981-4422-7E31-8E3EB65AB88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2286000"/>
            <a:ext cx="9720073" cy="3591560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source">
            <a:extLst>
              <a:ext uri="{FF2B5EF4-FFF2-40B4-BE49-F238E27FC236}">
                <a16:creationId xmlns:a16="http://schemas.microsoft.com/office/drawing/2014/main" id="{37205E8C-478E-375C-2E0A-50401EA0D37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86083395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executive_summary:grid-2x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7B2AC3A7-19D7-E90C-B448-373E16B43E15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755F5-25E9-4D58-8061-E75C01E49922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8B5E31-6775-4496-83E7-82D86CBA16E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F49251A2-07F8-3458-10DC-00BEEA06B7DB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4411418" cy="38732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90850416-017D-84DF-16EE-29D1DA0430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2859554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8ECB9241-5969-CCF4-8900-CD87643AA5E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8321" y="2472230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4DE40C0A-A3C3-3ADC-D3F4-39600D821EE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8321" y="2859554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D619E3A9-7208-6D2B-47E9-5587A34A388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98591" y="4374427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14D54313-0C1B-3105-45AF-F85F15938C7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98591" y="4761750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386A09EA-E9BD-856F-2F93-0516677B107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58321" y="4374427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19AADABA-EBAF-38C7-99CF-1ACF33D154A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58321" y="4761750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EE3C79B8-6525-C1CA-A9C5-484EF85E305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76582240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hero-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6AF673B5-ECA1-3705-DF95-2B2D53FCADD5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755F5-25E9-4D58-8061-E75C01E49922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8B5E31-6775-4496-83E7-82D86CBA16E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465E3FDD-56F7-C04A-1B5C-E16E2C329B51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7244975" y="2824734"/>
            <a:ext cx="3499226" cy="2514092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1D9990B8-A579-2D91-7627-C3F88B0B403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128" y="2286000"/>
            <a:ext cx="5832044" cy="230886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0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6D0E29F8-E766-4913-7F87-954411D37E3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024128" y="4594860"/>
            <a:ext cx="5832044" cy="128270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source">
            <a:extLst>
              <a:ext uri="{FF2B5EF4-FFF2-40B4-BE49-F238E27FC236}">
                <a16:creationId xmlns:a16="http://schemas.microsoft.com/office/drawing/2014/main" id="{99A40FF5-8D70-73B9-C55A-D1FC7460A78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4249220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be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0ABD7322-EEC0-1726-A00E-D6DB397B5AEB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755F5-25E9-4D58-8061-E75C01E49922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8B5E31-6775-4496-83E7-82D86CBA16E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076D55B3-ABEF-719F-A387-9B920B1564F5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5231080"/>
            <a:ext cx="9720073" cy="646481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F435D489-DB2B-B9F5-E2D9-58956E12C3D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2" y="2472230"/>
            <a:ext cx="4511111" cy="156147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66FB3670-7FDA-19B0-825E-2FAF71EC9F6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2" y="4033703"/>
            <a:ext cx="4511111" cy="86748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16CE2F37-00C7-A50E-3B19-B2ACA540392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58015" y="2472230"/>
            <a:ext cx="4311725" cy="5926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31401F69-9700-9F43-4E6D-9C86CA61FAB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258015" y="3064836"/>
            <a:ext cx="4311725" cy="32922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kpi_value_3">
            <a:extLst>
              <a:ext uri="{FF2B5EF4-FFF2-40B4-BE49-F238E27FC236}">
                <a16:creationId xmlns:a16="http://schemas.microsoft.com/office/drawing/2014/main" id="{15667192-25B4-B3C3-4BF0-619EC56B673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58014" y="3979355"/>
            <a:ext cx="1881706" cy="5926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4" name="kpi_label_3">
            <a:extLst>
              <a:ext uri="{FF2B5EF4-FFF2-40B4-BE49-F238E27FC236}">
                <a16:creationId xmlns:a16="http://schemas.microsoft.com/office/drawing/2014/main" id="{F4A80B17-3B01-36DE-4141-C26081EA393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258014" y="4571961"/>
            <a:ext cx="1881706" cy="32922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5" name="kpi_value_4">
            <a:extLst>
              <a:ext uri="{FF2B5EF4-FFF2-40B4-BE49-F238E27FC236}">
                <a16:creationId xmlns:a16="http://schemas.microsoft.com/office/drawing/2014/main" id="{49759D5B-B278-11F9-C3AB-72184468C55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688032" y="3979355"/>
            <a:ext cx="1881706" cy="5926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6" name="kpi_label_4">
            <a:extLst>
              <a:ext uri="{FF2B5EF4-FFF2-40B4-BE49-F238E27FC236}">
                <a16:creationId xmlns:a16="http://schemas.microsoft.com/office/drawing/2014/main" id="{1A26B178-A38F-A3D1-3A62-0DBA962A9C7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688032" y="4571961"/>
            <a:ext cx="1881706" cy="32922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7" name="source">
            <a:extLst>
              <a:ext uri="{FF2B5EF4-FFF2-40B4-BE49-F238E27FC236}">
                <a16:creationId xmlns:a16="http://schemas.microsoft.com/office/drawing/2014/main" id="{D09BC33C-F7F8-DE63-3A7D-631D1AFE4EF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99420292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pictogr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1413EC88-17E1-0C60-6775-BF26B45970C1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755F5-25E9-4D58-8061-E75C01E49922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8B5E31-6775-4496-83E7-82D86CBA16E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5A71D750-1320-C72A-2E09-A08897E0FA1C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5231080"/>
            <a:ext cx="9720073" cy="646481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E67A2CFC-AF32-3CC8-742D-B1CED6E1BA0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2472229"/>
            <a:ext cx="4411418" cy="118165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0AE10E51-210E-4F65-A7C2-F096EDA006C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1" y="3653886"/>
            <a:ext cx="4411418" cy="65647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D7246699-E780-386E-56AF-FF3128A7C01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8321" y="2472229"/>
            <a:ext cx="4411418" cy="118165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E6E22060-2B50-CCE2-A6D1-078E76902E4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58321" y="3653886"/>
            <a:ext cx="4411418" cy="65647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source">
            <a:extLst>
              <a:ext uri="{FF2B5EF4-FFF2-40B4-BE49-F238E27FC236}">
                <a16:creationId xmlns:a16="http://schemas.microsoft.com/office/drawing/2014/main" id="{8A9FDF57-95CC-A00E-A3A2-1BEAB142E3B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96920539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progre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AD3AAFA5-8472-BFF4-0C5E-54A128220628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755F5-25E9-4D58-8061-E75C01E49922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8B5E31-6775-4496-83E7-82D86CBA16E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24738ED9-886D-87A2-94C3-FCE45DB8D493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5231080"/>
            <a:ext cx="9720073" cy="646481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EFA732E3-67AE-54FA-CF59-16B89149838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48744" y="2419022"/>
            <a:ext cx="2462418" cy="3345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E4387024-2118-4422-88AB-8A4FCE75ED4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10857" y="2419022"/>
            <a:ext cx="6908729" cy="2478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139BF4FD-DB85-1642-2F5D-E198FBDB90D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48744" y="3152631"/>
            <a:ext cx="2462418" cy="3345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CB03AD23-8AEF-F375-B744-EE49C4F561B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710857" y="3152631"/>
            <a:ext cx="6908729" cy="2478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kpi_value_3">
            <a:extLst>
              <a:ext uri="{FF2B5EF4-FFF2-40B4-BE49-F238E27FC236}">
                <a16:creationId xmlns:a16="http://schemas.microsoft.com/office/drawing/2014/main" id="{124ED023-A265-4D49-CF2D-8E71A654609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48744" y="3886241"/>
            <a:ext cx="2462418" cy="3345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4" name="kpi_label_3">
            <a:extLst>
              <a:ext uri="{FF2B5EF4-FFF2-40B4-BE49-F238E27FC236}">
                <a16:creationId xmlns:a16="http://schemas.microsoft.com/office/drawing/2014/main" id="{4EA28F56-9FC7-32BC-A900-CDD2DBFD234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0857" y="3886241"/>
            <a:ext cx="6908729" cy="2478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5" name="kpi_value_4">
            <a:extLst>
              <a:ext uri="{FF2B5EF4-FFF2-40B4-BE49-F238E27FC236}">
                <a16:creationId xmlns:a16="http://schemas.microsoft.com/office/drawing/2014/main" id="{7D73159D-C01F-3984-423A-4E025DB2CB6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148744" y="4619850"/>
            <a:ext cx="2462418" cy="3345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6" name="kpi_label_4">
            <a:extLst>
              <a:ext uri="{FF2B5EF4-FFF2-40B4-BE49-F238E27FC236}">
                <a16:creationId xmlns:a16="http://schemas.microsoft.com/office/drawing/2014/main" id="{C13AB6AF-94DE-C847-B9A9-BACB6670CB2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710857" y="4619850"/>
            <a:ext cx="6908729" cy="2478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7" name="source">
            <a:extLst>
              <a:ext uri="{FF2B5EF4-FFF2-40B4-BE49-F238E27FC236}">
                <a16:creationId xmlns:a16="http://schemas.microsoft.com/office/drawing/2014/main" id="{E67B91F7-7E1D-6620-FDEB-96B9A21D0BB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86003169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two-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1392307A-C0BA-3EAB-3E09-6DE23CB3136D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755F5-25E9-4D58-8061-E75C01E49922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8B5E31-6775-4496-83E7-82D86CBA16E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marker_1">
            <a:extLst>
              <a:ext uri="{FF2B5EF4-FFF2-40B4-BE49-F238E27FC236}">
                <a16:creationId xmlns:a16="http://schemas.microsoft.com/office/drawing/2014/main" id="{967519F8-6C59-FAB3-A503-5CE3C64ACE8C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marker_1</a:t>
            </a:r>
          </a:p>
        </p:txBody>
      </p:sp>
      <p:sp>
        <p:nvSpPr>
          <p:cNvPr id="9" name="item_1_title">
            <a:extLst>
              <a:ext uri="{FF2B5EF4-FFF2-40B4-BE49-F238E27FC236}">
                <a16:creationId xmlns:a16="http://schemas.microsoft.com/office/drawing/2014/main" id="{3D330100-9CE6-E471-F148-6AD08D72036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46597" y="2472230"/>
            <a:ext cx="8723143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0" name="item_1">
            <a:extLst>
              <a:ext uri="{FF2B5EF4-FFF2-40B4-BE49-F238E27FC236}">
                <a16:creationId xmlns:a16="http://schemas.microsoft.com/office/drawing/2014/main" id="{F7CE45A6-BCFE-9415-89CB-D03E10617E6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846597" y="2859554"/>
            <a:ext cx="8723143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1" name="marker_2">
            <a:extLst>
              <a:ext uri="{FF2B5EF4-FFF2-40B4-BE49-F238E27FC236}">
                <a16:creationId xmlns:a16="http://schemas.microsoft.com/office/drawing/2014/main" id="{6007DE7D-6DA7-D05E-B7B4-C75562EE370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98591" y="4374427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marker_2</a:t>
            </a:r>
          </a:p>
        </p:txBody>
      </p:sp>
      <p:sp>
        <p:nvSpPr>
          <p:cNvPr id="12" name="item_2_title">
            <a:extLst>
              <a:ext uri="{FF2B5EF4-FFF2-40B4-BE49-F238E27FC236}">
                <a16:creationId xmlns:a16="http://schemas.microsoft.com/office/drawing/2014/main" id="{6446F999-76D5-0D29-41DE-6C8621DCD12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846597" y="4374427"/>
            <a:ext cx="8723143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3" name="item_2">
            <a:extLst>
              <a:ext uri="{FF2B5EF4-FFF2-40B4-BE49-F238E27FC236}">
                <a16:creationId xmlns:a16="http://schemas.microsoft.com/office/drawing/2014/main" id="{1CD3633B-5A8C-99F7-EB14-A55116C1F64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846597" y="4761750"/>
            <a:ext cx="8723143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81D4FACD-B445-73BE-0558-C227B7CCD28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75732482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grid-2x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263BBA8B-0B7A-0470-59EC-B670CC2142FE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755F5-25E9-4D58-8061-E75C01E49922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8B5E31-6775-4496-83E7-82D86CBA16E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22ACE144-2A76-C65D-AB85-D96BB2EC07DC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4411418" cy="38732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EAB30F29-680E-5175-3EE6-81889581E1F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2859554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3ED4D89B-FA4A-E7C5-44E6-1617F6C28D3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8321" y="2472230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7F93252E-9015-63A1-BA01-F5D0A43D0BF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8321" y="2859554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23294143-6FF0-DB72-2F2F-5A549A28B25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98591" y="4374427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22CDE611-4142-FB59-BDDF-B43C50C994F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98591" y="4761750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270C0ECE-AF9B-0BCB-BFD5-DD63D00355D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58321" y="4374427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B79548A8-9652-2BED-18D1-BD19F0E6047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58321" y="4761750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92529DCE-E998-0B97-DF81-F141BE6F013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91394077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C83820D3-12D0-2DA8-6F0E-342DF54112A3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755F5-25E9-4D58-8061-E75C01E49922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8B5E31-6775-4496-83E7-82D86CBA16E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317C5B64-01AA-2BA3-B03B-0F42010F661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811082"/>
            <a:ext cx="1931553" cy="847132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78B26D02-6C9C-329A-E6AC-B773EACE705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2" y="3658215"/>
            <a:ext cx="1931553" cy="203311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DBA6E400-8C11-9D95-7401-3A0FA97F0EC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678457" y="2811082"/>
            <a:ext cx="1931553" cy="84713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196208F7-0A2D-8F01-D9B3-F509836A2AA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678457" y="3658215"/>
            <a:ext cx="1931553" cy="203311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2C8A601D-070B-02BE-D72D-CC55D7BCA2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58322" y="2811082"/>
            <a:ext cx="1931553" cy="84713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326C7388-D720-1DB1-9F52-4F63CBC1DB0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58322" y="3658215"/>
            <a:ext cx="1931553" cy="203311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C1BB6B51-07BB-B009-127B-54DABA7617A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638186" y="2811082"/>
            <a:ext cx="1931553" cy="84713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1DB3DF10-C325-BA0B-2E3C-4A74B97E028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638186" y="3658215"/>
            <a:ext cx="1931553" cy="203311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E13EB1FF-0D25-1FAD-988C-44F24A024A5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10487167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single-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1F7DA32E-B77F-18BB-2332-CB7FCE57B47B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755F5-25E9-4D58-8061-E75C01E49922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8B5E31-6775-4496-83E7-82D86CBA16E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kpi_value_1">
            <a:extLst>
              <a:ext uri="{FF2B5EF4-FFF2-40B4-BE49-F238E27FC236}">
                <a16:creationId xmlns:a16="http://schemas.microsoft.com/office/drawing/2014/main" id="{BA6C0578-F5C2-E198-7C3A-12B975BA5982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4705512" cy="199584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0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9" name="kpi_label_1">
            <a:extLst>
              <a:ext uri="{FF2B5EF4-FFF2-40B4-BE49-F238E27FC236}">
                <a16:creationId xmlns:a16="http://schemas.microsoft.com/office/drawing/2014/main" id="{3A8EF26F-4AF2-7F64-61DF-6B28F7CF86F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4532455"/>
            <a:ext cx="4705512" cy="115887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0" name="quote">
            <a:extLst>
              <a:ext uri="{FF2B5EF4-FFF2-40B4-BE49-F238E27FC236}">
                <a16:creationId xmlns:a16="http://schemas.microsoft.com/office/drawing/2014/main" id="{C0C373C8-2F0B-8128-6178-FC4C94C23D9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1" y="2472230"/>
            <a:ext cx="4705512" cy="251089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11" name="attribution">
            <a:extLst>
              <a:ext uri="{FF2B5EF4-FFF2-40B4-BE49-F238E27FC236}">
                <a16:creationId xmlns:a16="http://schemas.microsoft.com/office/drawing/2014/main" id="{9669A11A-0CF9-A4E7-611E-D21134B78DC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98591" y="5047511"/>
            <a:ext cx="4705512" cy="6438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12" name="item_1_title">
            <a:extLst>
              <a:ext uri="{FF2B5EF4-FFF2-40B4-BE49-F238E27FC236}">
                <a16:creationId xmlns:a16="http://schemas.microsoft.com/office/drawing/2014/main" id="{7BB13EE1-9393-8108-1E75-2AEF154C73F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467369" y="2286001"/>
            <a:ext cx="4276832" cy="105634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3" name="item_1">
            <a:extLst>
              <a:ext uri="{FF2B5EF4-FFF2-40B4-BE49-F238E27FC236}">
                <a16:creationId xmlns:a16="http://schemas.microsoft.com/office/drawing/2014/main" id="{75193CE1-BC9E-2885-C5FB-E547B202E1B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467369" y="3342342"/>
            <a:ext cx="4276832" cy="253521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D42D5CC0-B967-F2F8-A139-AF957B9D12D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402879079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cards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AA315128-2C80-BC35-9DD5-BE4E8E3DB574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755F5-25E9-4D58-8061-E75C01E49922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8B5E31-6775-4496-83E7-82D86CBA16E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D3B6362B-5FDD-3EF2-2E0F-BF00AAB9BA8E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2758175" cy="94679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BA5A2C85-CB1C-B643-43B1-305224C62BF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2" y="3419025"/>
            <a:ext cx="275817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0F16F14B-0219-462B-C373-FD4EE40D9F8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05078" y="2472230"/>
            <a:ext cx="2758175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36280550-8F48-EE21-085C-703F1D1AB4E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05078" y="3419025"/>
            <a:ext cx="275817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EF539326-4B1C-64A1-EF05-FBF41DBE370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811565" y="2472230"/>
            <a:ext cx="2758175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1705AE92-826B-F4B5-9EDF-E1F32424356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811565" y="3419025"/>
            <a:ext cx="275817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2DB4F084-A878-A665-A440-0591ACDC1CD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84929507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two-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42DCB36C-7D0D-B8D6-EEDE-802A666377E8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755F5-25E9-4D58-8061-E75C01E49922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8B5E31-6775-4496-83E7-82D86CBA16E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marker_1">
            <a:extLst>
              <a:ext uri="{FF2B5EF4-FFF2-40B4-BE49-F238E27FC236}">
                <a16:creationId xmlns:a16="http://schemas.microsoft.com/office/drawing/2014/main" id="{A90C666B-BF2A-B7A1-58C8-797239645C8F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marker_1</a:t>
            </a:r>
          </a:p>
        </p:txBody>
      </p:sp>
      <p:sp>
        <p:nvSpPr>
          <p:cNvPr id="9" name="item_1_title">
            <a:extLst>
              <a:ext uri="{FF2B5EF4-FFF2-40B4-BE49-F238E27FC236}">
                <a16:creationId xmlns:a16="http://schemas.microsoft.com/office/drawing/2014/main" id="{23994910-09DE-B3CF-130E-AB08D8C9756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46597" y="2472230"/>
            <a:ext cx="8723143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0" name="item_1">
            <a:extLst>
              <a:ext uri="{FF2B5EF4-FFF2-40B4-BE49-F238E27FC236}">
                <a16:creationId xmlns:a16="http://schemas.microsoft.com/office/drawing/2014/main" id="{F2F27959-D040-BE70-F50D-E5D6FACF451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846597" y="2859554"/>
            <a:ext cx="8723143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1" name="marker_2">
            <a:extLst>
              <a:ext uri="{FF2B5EF4-FFF2-40B4-BE49-F238E27FC236}">
                <a16:creationId xmlns:a16="http://schemas.microsoft.com/office/drawing/2014/main" id="{D495EBB9-BDCF-3D74-42E8-CADB3DEA6A8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98591" y="4374427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marker_2</a:t>
            </a:r>
          </a:p>
        </p:txBody>
      </p:sp>
      <p:sp>
        <p:nvSpPr>
          <p:cNvPr id="12" name="item_2_title">
            <a:extLst>
              <a:ext uri="{FF2B5EF4-FFF2-40B4-BE49-F238E27FC236}">
                <a16:creationId xmlns:a16="http://schemas.microsoft.com/office/drawing/2014/main" id="{855E647A-B5D1-D633-86A9-5BE7CA45623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846597" y="4374427"/>
            <a:ext cx="8723143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3" name="item_2">
            <a:extLst>
              <a:ext uri="{FF2B5EF4-FFF2-40B4-BE49-F238E27FC236}">
                <a16:creationId xmlns:a16="http://schemas.microsoft.com/office/drawing/2014/main" id="{C2C0DBA3-5B3B-3B6D-9B1F-6338E7F9989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846597" y="4761750"/>
            <a:ext cx="8723143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C1EF52C7-04FE-42F2-3902-06D734418CB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34278208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single-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0E294148-E835-657B-0B94-03F7704271BD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755F5-25E9-4D58-8061-E75C01E49922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8B5E31-6775-4496-83E7-82D86CBA16E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kpi_value_1">
            <a:extLst>
              <a:ext uri="{FF2B5EF4-FFF2-40B4-BE49-F238E27FC236}">
                <a16:creationId xmlns:a16="http://schemas.microsoft.com/office/drawing/2014/main" id="{972F843C-3BE8-E051-D109-A574F0476E37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4705512" cy="199584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0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9" name="kpi_label_1">
            <a:extLst>
              <a:ext uri="{FF2B5EF4-FFF2-40B4-BE49-F238E27FC236}">
                <a16:creationId xmlns:a16="http://schemas.microsoft.com/office/drawing/2014/main" id="{CA6324A3-D313-9079-D476-5CE4B1AB1DD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4532455"/>
            <a:ext cx="4705512" cy="115887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0" name="quote">
            <a:extLst>
              <a:ext uri="{FF2B5EF4-FFF2-40B4-BE49-F238E27FC236}">
                <a16:creationId xmlns:a16="http://schemas.microsoft.com/office/drawing/2014/main" id="{84644B60-C5B0-1224-7559-B3ACFEBCE45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1" y="2472230"/>
            <a:ext cx="4705512" cy="251089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11" name="attribution">
            <a:extLst>
              <a:ext uri="{FF2B5EF4-FFF2-40B4-BE49-F238E27FC236}">
                <a16:creationId xmlns:a16="http://schemas.microsoft.com/office/drawing/2014/main" id="{1FB09DF3-676B-D602-FAE7-DC9474EDF1A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98591" y="5047511"/>
            <a:ext cx="4705512" cy="6438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12" name="item_1_title">
            <a:extLst>
              <a:ext uri="{FF2B5EF4-FFF2-40B4-BE49-F238E27FC236}">
                <a16:creationId xmlns:a16="http://schemas.microsoft.com/office/drawing/2014/main" id="{634E9ED8-A46C-CF0B-F9F8-2333CD1EB4E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467369" y="2286001"/>
            <a:ext cx="4276832" cy="105634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3" name="item_1">
            <a:extLst>
              <a:ext uri="{FF2B5EF4-FFF2-40B4-BE49-F238E27FC236}">
                <a16:creationId xmlns:a16="http://schemas.microsoft.com/office/drawing/2014/main" id="{3470DF4B-0689-9711-4E6B-1AB87898BB7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467369" y="3342342"/>
            <a:ext cx="4276832" cy="253521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B9F347F2-9A82-0E80-FEDD-B60EA87C7A9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404449793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limitations:numbe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AC3D305C-920A-C51F-AB46-7BF23C90F384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755F5-25E9-4D58-8061-E75C01E49922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8B5E31-6775-4496-83E7-82D86CBA16E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marker_1">
            <a:extLst>
              <a:ext uri="{FF2B5EF4-FFF2-40B4-BE49-F238E27FC236}">
                <a16:creationId xmlns:a16="http://schemas.microsoft.com/office/drawing/2014/main" id="{C5AD2C06-0876-3F02-63E3-1FA7A8A95326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48744" y="2419022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marker_1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39137D4E-5D23-FF38-4D96-FCD9C13AF3E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796749" y="2419022"/>
            <a:ext cx="8822836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marker_2">
            <a:extLst>
              <a:ext uri="{FF2B5EF4-FFF2-40B4-BE49-F238E27FC236}">
                <a16:creationId xmlns:a16="http://schemas.microsoft.com/office/drawing/2014/main" id="{AFA77436-AF92-B9D8-F260-0C18AFA5EBF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48744" y="3350167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marker_2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FD3169DC-335C-EF3D-1548-7DCFBFC02B0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796749" y="3350167"/>
            <a:ext cx="8822836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marker_3">
            <a:extLst>
              <a:ext uri="{FF2B5EF4-FFF2-40B4-BE49-F238E27FC236}">
                <a16:creationId xmlns:a16="http://schemas.microsoft.com/office/drawing/2014/main" id="{E25A50D1-CC0D-797F-0A20-0A8509DFBCD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48744" y="4281312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marker_3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F1514DF4-F32C-BD6D-25F0-7EC0490D712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796749" y="4281312"/>
            <a:ext cx="8822836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marker_4">
            <a:extLst>
              <a:ext uri="{FF2B5EF4-FFF2-40B4-BE49-F238E27FC236}">
                <a16:creationId xmlns:a16="http://schemas.microsoft.com/office/drawing/2014/main" id="{4F00EA81-D325-6B50-457C-95814697F91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48744" y="5212457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marker_4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4ADBDE04-3E83-B05A-1625-B4014416642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796749" y="5212457"/>
            <a:ext cx="8822836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6CAB98C9-E12E-5721-CDC6-3E2CDBCE5E9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729189223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closing:takeaway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1536784A-07C9-8302-2835-E4F3578AC3D1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755F5-25E9-4D58-8061-E75C01E49922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8B5E31-6775-4496-83E7-82D86CBA16E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decisions_title">
            <a:extLst>
              <a:ext uri="{FF2B5EF4-FFF2-40B4-BE49-F238E27FC236}">
                <a16:creationId xmlns:a16="http://schemas.microsoft.com/office/drawing/2014/main" id="{03ED75B5-1553-DDF2-D1A9-B3EEF8A5761F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4842659"/>
            <a:ext cx="2352756" cy="848672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decisions_title</a:t>
            </a:r>
          </a:p>
        </p:txBody>
      </p:sp>
      <p:sp>
        <p:nvSpPr>
          <p:cNvPr id="9" name="decisions">
            <a:extLst>
              <a:ext uri="{FF2B5EF4-FFF2-40B4-BE49-F238E27FC236}">
                <a16:creationId xmlns:a16="http://schemas.microsoft.com/office/drawing/2014/main" id="{77CFDFFE-D98B-0D2D-DF2B-FD7A1C6340C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648549" y="4842659"/>
            <a:ext cx="6921191" cy="84867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decisions</a:t>
            </a:r>
          </a:p>
        </p:txBody>
      </p:sp>
      <p:sp>
        <p:nvSpPr>
          <p:cNvPr id="10" name="item_1_title">
            <a:extLst>
              <a:ext uri="{FF2B5EF4-FFF2-40B4-BE49-F238E27FC236}">
                <a16:creationId xmlns:a16="http://schemas.microsoft.com/office/drawing/2014/main" id="{8B52330D-DF8A-4C9B-3581-81A922A6E18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2" y="2472229"/>
            <a:ext cx="2758175" cy="52425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1" name="item_1">
            <a:extLst>
              <a:ext uri="{FF2B5EF4-FFF2-40B4-BE49-F238E27FC236}">
                <a16:creationId xmlns:a16="http://schemas.microsoft.com/office/drawing/2014/main" id="{3A77BCBE-C451-7AF8-006B-5CAB86AD672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98592" y="2996487"/>
            <a:ext cx="2758175" cy="12582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2" name="item_2_title">
            <a:extLst>
              <a:ext uri="{FF2B5EF4-FFF2-40B4-BE49-F238E27FC236}">
                <a16:creationId xmlns:a16="http://schemas.microsoft.com/office/drawing/2014/main" id="{5E2A645E-7425-A74B-C98E-ADB0DEE7AF0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505078" y="2472229"/>
            <a:ext cx="2758175" cy="52425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3" name="item_2">
            <a:extLst>
              <a:ext uri="{FF2B5EF4-FFF2-40B4-BE49-F238E27FC236}">
                <a16:creationId xmlns:a16="http://schemas.microsoft.com/office/drawing/2014/main" id="{F7A38D5F-6FD4-A8C4-9949-8DDD059AEF0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05078" y="2996487"/>
            <a:ext cx="2758175" cy="12582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4" name="item_3_title">
            <a:extLst>
              <a:ext uri="{FF2B5EF4-FFF2-40B4-BE49-F238E27FC236}">
                <a16:creationId xmlns:a16="http://schemas.microsoft.com/office/drawing/2014/main" id="{6237DB45-03DD-217F-E62C-D4F8CFDE63E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811565" y="2472229"/>
            <a:ext cx="2758175" cy="52425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5" name="item_3">
            <a:extLst>
              <a:ext uri="{FF2B5EF4-FFF2-40B4-BE49-F238E27FC236}">
                <a16:creationId xmlns:a16="http://schemas.microsoft.com/office/drawing/2014/main" id="{1FFE2752-A584-34D2-ACFD-DBE7BC1BBFD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811565" y="2996487"/>
            <a:ext cx="2758175" cy="12582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C53A893C-F32B-F3AB-5555-130E47CA2F1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7392684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image" Target="../media/image2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reative_background_master">
            <a:extLst>
              <a:ext uri="{FF2B5EF4-FFF2-40B4-BE49-F238E27FC236}">
                <a16:creationId xmlns:a16="http://schemas.microsoft.com/office/drawing/2014/main" id="{84D13723-2B5D-2B98-6E45-597D8D5A14C5}"/>
              </a:ext>
            </a:extLst>
          </p:cNvPr>
          <p:cNvPicPr>
            <a:picLocks/>
          </p:cNvPicPr>
          <p:nvPr userDrawn="1"/>
        </p:nvPicPr>
        <p:blipFill>
          <a:blip r:embed="rId3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17E755F5-25E9-4D58-8061-E75C01E49922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878B5E31-6775-4496-83E7-82D86CBA16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01014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  <p:sldLayoutId id="2147483684" r:id="rId13"/>
    <p:sldLayoutId id="2147483685" r:id="rId14"/>
    <p:sldLayoutId id="2147483686" r:id="rId15"/>
    <p:sldLayoutId id="2147483687" r:id="rId16"/>
    <p:sldLayoutId id="2147483688" r:id="rId17"/>
    <p:sldLayoutId id="2147483689" r:id="rId18"/>
    <p:sldLayoutId id="2147483690" r:id="rId19"/>
    <p:sldLayoutId id="2147483691" r:id="rId20"/>
    <p:sldLayoutId id="2147483692" r:id="rId21"/>
    <p:sldLayoutId id="2147483693" r:id="rId22"/>
    <p:sldLayoutId id="2147483694" r:id="rId23"/>
    <p:sldLayoutId id="2147483695" r:id="rId24"/>
    <p:sldLayoutId id="2147483696" r:id="rId25"/>
    <p:sldLayoutId id="2147483697" r:id="rId26"/>
    <p:sldLayoutId id="2147483698" r:id="rId27"/>
    <p:sldLayoutId id="2147483699" r:id="rId28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Segoe UI" panose="020B05020402040202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rgbClr val="72D0DE"/>
      </a:dk1>
      <a:lt1>
        <a:srgbClr val="050809"/>
      </a:lt1>
      <a:dk2>
        <a:srgbClr val="B3C5C8"/>
      </a:dk2>
      <a:lt2>
        <a:srgbClr val="141618"/>
      </a:lt2>
      <a:accent1>
        <a:srgbClr val="D9A441"/>
      </a:accent1>
      <a:accent2>
        <a:srgbClr val="D9A441"/>
      </a:accent2>
      <a:accent3>
        <a:srgbClr val="B3C5C8"/>
      </a:accent3>
      <a:accent4>
        <a:srgbClr val="57B6C4"/>
      </a:accent4>
      <a:accent5>
        <a:srgbClr val="D9A441"/>
      </a:accent5>
      <a:accent6>
        <a:srgbClr val="B3C5C8"/>
      </a:accent6>
      <a:hlink>
        <a:srgbClr val="57B6C4"/>
      </a:hlink>
      <a:folHlink>
        <a:srgbClr val="B3C5C8"/>
      </a:folHlink>
    </a:clrScheme>
    <a:fontScheme name="Integral">
      <a:majorFont>
        <a:latin typeface="Bahnschrift" panose="020B0606020104020203"/>
        <a:ea typeface=""/>
        <a:cs typeface="Segoe UI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Segoe UI" panose="020B0602020104020603"/>
        <a:ea typeface=""/>
        <a:cs typeface="Segoe UI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</Template>
  <TotalTime>0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Bahnschrift</vt:lpstr>
      <vt:lpstr>Segoe UI</vt:lpstr>
      <vt:lpstr>Wingdings 3</vt:lpstr>
      <vt:lpstr>Integral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Asma Sami</dc:creator>
  <cp:lastModifiedBy>Asma Sami</cp:lastModifiedBy>
  <cp:revision>1</cp:revision>
  <dcterms:created xsi:type="dcterms:W3CDTF">2026-10-03T23:12:06Z</dcterms:created>
  <dcterms:modified xsi:type="dcterms:W3CDTF">2026-10-03T23:12:16Z</dcterms:modified>
</cp:coreProperties>
</file>