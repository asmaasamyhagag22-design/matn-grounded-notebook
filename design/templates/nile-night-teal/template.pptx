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B53AF03F-2A24-25DB-4159-A63990FB7D8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2646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B28B238-58CF-86E0-C2B2-06468EB672D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6651330-A0B7-4F24-5872-57DA32A7FC8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F773B96-2BCD-E7BE-CB81-4D37E63EBD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B1559678-40D2-79C1-C8D5-D1BD2896CF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11D3A30-645F-2117-FCD9-27306A93E2F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C8356413-F3CB-A31C-3DE0-36D4AE94D4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3BC13045-187C-840A-6BFC-1FCDAF44F0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2D63756E-4BD8-818E-F576-9E6FCB52DD4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E45AD2A-0552-9654-8E91-AADC3A293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BCF7376B-C818-1481-14BD-AFEFDF1E93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20611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517074E-9FE8-379E-3F03-1C2D9615985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7149880-57C8-166F-2B26-EDD9B6D8EC0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6AE0704B-0CAF-16CC-AA91-B776CEC3CF6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3F3FCF94-B427-3978-82AB-C140DCD7D9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0584A1E5-942A-08BC-2D3C-E0F86D7224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000896A7-A820-82FA-47D8-76F7D4C1E2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B4FCFE75-8885-1741-22EB-A9D01CE9D7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994588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8A45FFD-7FC3-31E1-D181-800AA671E52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2A2FC82-84C9-36C8-0698-5A2136AA61F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7F832769-D804-2122-F583-EBD4597166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EABD4D24-C2E9-88E5-3561-07200348D1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F491BFF-5B43-74E4-2D06-40D545F177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D7993837-2778-F2C6-7A0C-4D004ACBA0B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88D131DD-3769-D9C9-D420-5B2D3E3936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8F3EA48A-886E-1821-8404-ED2BE5FA095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CA034875-10DD-A351-5FAC-FE2180ABF9C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2686C83F-6147-8482-3BB8-387317FCD7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E1124C41-9EDC-0583-C38E-14B72BE7AEE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63797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6B8688A-E7AB-43B9-D144-868A928BE22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100EAE11-5551-2B03-D1AF-61D9A292B6B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F0BB55BF-AFA8-A70C-0A1D-0B89A7AED04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CA514214-98C6-3B72-FA84-672B6894CD2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EE707243-341A-E376-BD27-F87F504DFA6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72326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80DDD59-E0ED-6D40-F969-64EEF3713F0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06268EB-247B-D2F9-8380-103B3653843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428D04E-463C-C2E3-50DA-55DEA4EC98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062077E-057E-E964-6EAE-E41E17E3EF1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6DDECCA-76BD-E0DE-7005-9AA47487AC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9B7DD530-8C0B-E044-4A06-BFCA6EE313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FE3583D-EB89-6BC8-98FA-5A20031570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ED863A7E-9AA2-6DCB-6A01-AE1EB1D540F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9445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3158B78-1A4B-0288-5B47-282229C1204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4CA715D-B210-C80E-F4AC-08C34C31AA0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98CFA12-8805-ED92-2FDD-32146A80F83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E9051D5-04E9-4058-5866-4C25E0DAB83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346347C-5668-14D8-BB57-160583572C9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3538C4F8-2E43-F2E9-4355-288568703AD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31215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EAA6A14-7D22-575A-6FE9-B6B71601B98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1D99954A-DE13-8749-B049-7A32DB8C9655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FF8EE5EF-DF9B-4503-4BCF-48C20DF9AA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78798F6A-B2BB-C532-D280-B374BFEC29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10868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E3ED189-9AC9-3E39-A27C-931584A1B41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A9D7B1F-70C9-72F5-094D-30BA96FEDFD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3BD8F85-949A-5A85-5106-08AE7BAC49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33AF435-24CD-00D5-0DE5-CB38C28B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9EECE6C4-8D40-A03D-E624-7EEFEE8D33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CE6D3A95-BE28-E8F9-F6BF-6528085D90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3A1A8D4-2BDE-0EB6-E1D3-FCFA0A708ED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D6A73622-80DD-F102-FC18-5F99C14AB8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B25A799E-6772-59F2-2002-AEC96B815E5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DEB1B2D-3B81-CE02-3C34-59B8D94C90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30506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4C15C58-4B25-2E99-5FA9-E251E15AD30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7EBE968-B88F-F24B-D741-E077D1081EE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A034B728-CB34-B697-BA6D-3F96376014D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43170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D3E1CE5-6565-8733-6DFC-4AC89246432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04AEBDC-2C14-429B-39EE-E897ADC52C0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7610925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gradFill flip="none" rotWithShape="1">
          <a:gsLst>
            <a:gs pos="0">
              <a:srgbClr val="022429"/>
            </a:gs>
            <a:gs pos="100000">
              <a:srgbClr val="032232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D9A44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A959FC7B-18C0-DBA0-9961-39244E770A70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D9A44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66E1BD05-3723-ABE7-D2D9-4585193832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D9A44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4819959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BBA9B33-1926-5751-A19D-8C4A44D91C1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31077D6-EE38-DC50-0DA4-420D170B4BD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C9070DE-1CF6-4D0C-B3F7-37E0996DCEF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171DD0E-50D8-0412-37BE-F887800EA3B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E643AA3-5013-C53B-311A-AEB8EAB86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CF1E9033-E5C0-A6F4-0F53-3200D4CCE3F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B3FC64FF-69E1-FA35-DE17-567040519EC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FEE8007D-543D-F18A-006C-D4802255B6B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BC6A4E5F-A0DD-0DB1-820E-7D665127D2E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31BBD24D-C025-1B72-0B42-5C1FAA21BA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38505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7F55EC6-F81B-2CE9-9A2F-AC65FC5777C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44A3378-4831-023E-B5E8-BE09BD44181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34EBD3B9-4F4A-0C96-942B-60B47D2AAA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906530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EE56F8B-5DD2-EEDF-C3F4-C3DC5BA5248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F7DABD0-9A1C-3EE0-5498-0CEE612799F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360901D-A403-8356-B6BA-F88A8BABB8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27CD614-48C9-4C1D-54F1-6265A38D5F5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F759483-CA72-C8FE-9810-DB94E3C9090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5245A036-D439-2DA9-CA46-1DC40B4ED7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2FDC5D4B-D492-D944-5F77-D71D4131AD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655CB419-F6DD-BDA9-AD35-B1F675C137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0B64F68E-2DE7-775A-9360-C1E8DD7EB3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8636D59B-3AD5-DC99-0556-916F6518C7B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434423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6360C29-B8D9-7F56-CD8D-3EF5EBA4644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D7AC3ED-9DD2-7121-F352-B848733D06E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44BFD109-CFF0-495F-BE5F-BAB969FB1E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01D4F321-B721-228B-02A7-D8EFC3929D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38916106-C873-4AEE-03D8-A38B3291E8E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670863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27D54FC-5FBC-C88C-A33A-58518A5B74C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584921CA-2DFE-5F2F-CBF5-7A9DE573393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3C6BFA87-3A4F-E2B0-20AB-FCE80629A9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EB3D7B72-555B-B742-F268-945A02B86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A626DB9F-6466-14C5-BA60-2A611D6123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33D9B51E-6E6E-6EA7-9BF6-3C10B7B2F6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A66C80A0-A581-FE09-FCEB-4B4E81E208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4D5B13A9-ECA2-33E1-0461-68372B2B8B9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840E128D-9A4E-239F-BA64-20112BF8179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475DB2EF-D918-0A25-017E-D454F72B78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E0891126-EA10-B7AF-C7BD-4AEC71D097E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688922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CF551A8-916C-6EFC-8999-7AFDAFE4F4C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4DD5711-0D5A-9B6B-8D95-4AB2B9D3D8B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4EC592D5-8EFC-863A-9F2D-1C7D8A54F7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8D743105-E935-8FF3-FBDB-67FC910840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C86578F7-847A-66C0-E8A6-A0E2BEAEB46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CFE8A12C-7806-C3B8-B869-75CBEAB182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302658F9-956C-90B3-AA3E-EC03FF2D373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209066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D5AFA5C-8B22-E79C-F783-96493D0A720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3FE6717-20B5-A805-6271-7B68D338C66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5D725A1D-614E-B9E0-332D-0A9E7DE392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B3BCF85C-2658-FF44-048D-85FA55508C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0D34A42-128B-B14F-9A1C-0ED9C74ECC6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B56FDAE5-11E5-42B9-0216-FBB4CF14FC1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9452C64C-7768-C146-E3D3-917653E71B5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A145C4E1-3FF2-EE2E-FBA0-CAD87D37B87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3DC827B3-4AF0-CECB-951A-F353BB35F46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0B6A6107-1ADC-7048-6055-02EE6FFDB0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361CED1C-9177-3499-2208-2949BE8530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75566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7D9C6F3-7863-083C-F038-CFF24D22B09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E5339670-FBBB-7F13-4FA5-5DA0EB3552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5774AF0D-978D-6B09-6AAF-A3558F4D6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9BC52F97-8324-CA0F-934B-C77297DDD94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13EC149A-1547-AB82-DA63-8CF417BE28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7274B344-44B9-6DA4-4400-1BCBDD0500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AE799014-F165-FA6F-724D-BCE8CF55CA2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096C47EC-4FC9-5EF5-FCBB-D5D94FF2CC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633055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0E41E45-B2D2-A593-E6DC-FEF7DDF8D98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A43ACCB-7D92-FF84-C963-4066263AD9E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EBFCB9CA-4F0C-C3F4-C172-5F3813F19C0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67B17DF-6096-9C9E-9FCD-06695BA7C2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5CC1389-5E2B-F265-C85A-AD0B60C9B7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9AE19869-65C5-2BAB-3BA5-6AE3869802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3311576-7FEB-5423-FECF-884A118C0F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787F075A-A784-FABA-053F-091E4F9262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BCE0AD3E-C903-94F0-E19D-006710B6BE1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0955F1D-F4C0-5146-7EB5-E10C6BE741B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935677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EF9649A-584F-EC25-F75F-60C67288AF7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6AE206F9-22BB-E89C-668E-BE7E55DA856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2F8C1A9-1DBD-E0E8-5DA1-C132B50F26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1F510E0-3593-61C9-734E-228079879C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2AFACD3-D71D-7BBD-DBE0-01F34547F0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9842DF2A-17F2-DFE5-A221-70AB3E7A4F6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DC419A2-106D-5DCA-D6CF-F5085B4879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7C997BE5-5F22-B797-4BCC-4D100C2319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816C4A43-691B-35B4-15D2-1C280546528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D2ECB4D7-0123-44A8-0A02-16EE503FAF0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824451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7655213-7195-8CD0-8967-F3B0D55A868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330C60FD-9FB2-91FE-2172-5DC6C8F7E4F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6F174203-613B-2DEE-27CB-EA733DF759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A9E036FE-BC0D-C8EC-CE9B-B61ED489FC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F4A5FC94-66D9-D114-1B43-E35975D782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A861FCD7-FC93-E818-0C40-D1CAC57DAB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69D536B6-61A3-B5FD-61E7-898984ED8F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8546F94-B107-5495-9A04-17DD2169FC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344811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9C2A04D-E742-D992-FF48-7D91CE16626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516958C-CBC3-A064-61DB-4ADA6C8821A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299A6AA-F0E3-FB2D-E574-E375A058C4B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F3CEB3CE-2D3E-A67F-6AFE-051FA37153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E06B407-5A0B-24C3-2701-3E5FB08E7D7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AED8EEF8-76F1-3E93-7B16-21726558EB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06FD95D9-A0E0-A585-85AB-11BC15ACA28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A456BA0-F811-A3DD-4CFB-CF866C44B2E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7205007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1DA9773-DEE3-6885-14BF-BBA1AB698B6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E7FB97F2-2912-A240-7F4D-5CDA0DE270E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6F4F6CD0-0250-EBB6-5F87-B5577B4129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4F308758-BB17-8486-970D-3C6C443E3C3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9460C49C-F339-CDAC-CAFB-B36CAABC16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BFE97362-8A4F-45BD-BDBB-8F72111F89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02460ADD-C37F-A3BF-C3E2-DD3D47B4CF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3F76ECE-BAB4-997D-5672-BBAB198321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791546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DAAD4EE-6997-D582-D7A7-2B0AE6A2C12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E99D0139-7485-15B4-9E55-CB0AF48C290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17BB2D7D-08DA-51FE-CAE2-3E98238F56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A03AC47D-5107-A44C-2EF0-BA445E7F10E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CCDA5796-7753-4A2E-B4E0-7332750705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92C371D3-25B9-D238-4CD5-6BE7023987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0D2FA677-DD37-6F2A-27D0-EEEE930728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EA5FD906-6393-C619-64EF-FED21648203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85219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BBBE296-F43C-15E5-3A1C-00E2816527F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8F4E043C-8F26-BEE3-6046-FF3BA5ECEA6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191CD1E-577F-DD88-CA86-5457BC7D81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ED503F27-7425-4019-4F25-65C244A3D3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82A4DEB-6978-8674-A067-C1FBC0B636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8FA657CD-05D4-DF88-F9BB-E108404311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0C10F75-7397-93E3-E493-60041210A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2B18F3D1-592B-1E89-B3C3-D00E35B399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268863DA-7951-6C09-4FF2-4C21D90516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80937C49-2658-47D8-2BA5-1F971F82CD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209368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76BD4EC-9B49-12B8-97B3-0540C3917D1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C92123D6-286B-283E-5C9D-8AA4BBD0CD8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4A8D850E-5962-06E3-3ABC-0BA21C2C1D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2BF8F81C-AECA-9F6F-877A-7EC0DE681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4BC378CE-A830-6014-3DE2-3BF5604BB79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EE00D1F-F86C-B050-1775-82AC929D88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72B22263-321C-AC8D-A355-7AFD3A2C8E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07ED4051-5847-EEDB-60E9-DFA6F64E9DB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2BD8A056-DF48-ABCC-7D1D-0916D3D3C2A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8ACF6886-B63E-DA20-5BDE-5A9EEDD8341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52090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0545D690-5AA7-D8A3-5EBF-2AF0E3A50385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22B1A858-2238-4D50-A136-D8298B9D7581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6B7AFC5B-9B31-47DE-8C26-4C4AD0A463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563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98F9C"/>
      </a:dk1>
      <a:lt1>
        <a:srgbClr val="050809"/>
      </a:lt1>
      <a:dk2>
        <a:srgbClr val="97A8AB"/>
      </a:dk2>
      <a:lt2>
        <a:srgbClr val="141618"/>
      </a:lt2>
      <a:accent1>
        <a:srgbClr val="D9A441"/>
      </a:accent1>
      <a:accent2>
        <a:srgbClr val="D9A441"/>
      </a:accent2>
      <a:accent3>
        <a:srgbClr val="97A8AB"/>
      </a:accent3>
      <a:accent4>
        <a:srgbClr val="188592"/>
      </a:accent4>
      <a:accent5>
        <a:srgbClr val="D9A441"/>
      </a:accent5>
      <a:accent6>
        <a:srgbClr val="97A8AB"/>
      </a:accent6>
      <a:hlink>
        <a:srgbClr val="188592"/>
      </a:hlink>
      <a:folHlink>
        <a:srgbClr val="97A8AB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2026-10-03T20:01:17Z</dcterms:created>
  <dcterms:modified xsi:type="dcterms:W3CDTF">2026-10-03T20:01:31Z</dcterms:modified>
</cp:coreProperties>
</file>