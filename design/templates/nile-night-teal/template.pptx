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6EF54721-B971-7F15-DCF6-88E276CE6DE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2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A085B9B-6566-5551-F3B6-36DB028A45F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0EB0F2F-9D77-F338-B741-D5130D9BBDB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81F9C85-8B3A-1636-DA90-FA3C17B61D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12244F7-5E62-D9AA-9976-928C63720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E7C799EA-2C41-EE76-5B62-89E744F1CB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262DC49C-B18F-A6E9-2172-BCA46DEC7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1C13ACD-42B5-7EFE-3671-9896EA1A24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FF103650-294D-ADBB-EC99-89F2F237B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4F1AB2C-0768-29E5-3DB3-09D10AFACE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797EBABE-DBE2-0F06-5A8A-B932A40C93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8904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07FF9D4-8BE8-FF77-991E-64F8873001C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7DD7A03-08E0-DC06-11E0-7607197B89F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57ED20C6-F5B7-B183-0E0C-F48DCE9351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09B687D8-FB59-BD40-5EDD-5F9960F4E0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C3A8F8F3-D56E-B524-387B-1A8A26F5D2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673DBDB7-48A0-E94D-DE8C-9C59AD0C1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9EC94AE1-FA3F-1364-208B-515F27965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3757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E7EFE9D-D3BC-9B09-EC50-3A3ECF61140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01E27F8-D938-9601-E2A6-E63297BCFC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95E1A0AD-8677-4F36-7563-3BE2195E44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E03BF808-391D-3EB6-15F6-074E28DB32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9FA1F4E7-FE92-EE56-7DE1-ABC4D9B6E6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E81A1B3F-8FED-2CA4-9B0C-D08A98248A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121B4E63-DFA3-87D3-A297-06972F1842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63255445-3854-EB68-F3C4-21DF57A6AB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50B1F05B-13F9-5DA5-BC28-DEDB3A16AE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CEE7D770-16BB-4D18-0607-F1448C2D7B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DB2EF079-9120-87EF-C33E-0F5929DDD9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7174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33210FB-F73D-09CB-9DB3-CC5E0003D08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9BE197D-DA35-59E7-2485-316E9CA2249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16C88F5E-C4C2-2769-C092-2FF57FF48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9AC71953-9B11-9FD2-5ADE-EEDF236D2F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F7F02497-7906-1483-046C-186D93E825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8344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DD15A50-DAD0-D0DA-20DB-7BCDC76D201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0E63611-85FD-CFFC-8CCB-D603597EA64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F3439B1-4464-E3AC-1982-D734DAD25C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39A3303-2536-E2E3-AEA1-226EDAB83A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8DE489F-1740-7C51-B055-B332331668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42A7DEB4-A35C-9DF3-6456-7ADCB0142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C201BD5-AD6C-0503-F2D2-9B1E523B49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E3AB22E-0DD6-236E-87A4-490071F229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6026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28664A6-F95A-DEFF-B4E0-F3E0DE960DF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80350DA2-F414-25D3-1556-06A58547D2F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6E3F971-443B-0649-F9A9-F716D4B55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25657633-824D-B6D5-8BE2-1C7C67B650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47966AE-DDB8-8D7F-124F-F55A29B8D9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96DE1F8C-FC99-6717-0B6F-E0116D5260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2478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E3A698F-61AF-F129-6ADD-C21915555A8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56BCB541-78F6-5922-0A8E-F3F6C03E3089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349507A-D6BC-0039-B886-1A20941A3A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97E990D7-C8DF-D3EC-B496-853DB59949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4050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F4142E6-435E-7501-95A8-1F1268667FE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73E2FFF-CC28-6A2E-9773-40235B1621B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8684A0D1-A224-7ED9-520A-61562C4F76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C1EB294-FCBE-3A3C-9B26-C4640E9CE0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1143486-C6E1-43A1-96FB-29DBE844C3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659661C-FE01-EF95-ABAA-7A7820F38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000DF2D-0416-8BF0-502D-FA0CE99BC9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71CA3AD0-78E8-395D-F764-AA0A0A7A8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AC4601D4-E135-8F74-E01A-4A142BA1ED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0CABF2E-595F-C4D5-E173-6D1BFA52A2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5345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764A0EC-9615-AFFC-7517-8C810F1B57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0966E2C-3C8A-D6E4-89D4-88A188B0B29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F6B31D56-EE61-C94E-D05E-E9DD916D96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1706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E065525-EF2D-38E0-9409-B6AF8216BD3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C64FAD7-2E53-C928-33C7-4A791F17651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999194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gradFill flip="none" rotWithShape="1">
          <a:gsLst>
            <a:gs pos="0">
              <a:srgbClr val="022429"/>
            </a:gs>
            <a:gs pos="100000">
              <a:srgbClr val="03223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D9A44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20382B78-AC67-51E8-C50F-C3A59F45324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D9A44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D4F75077-08A7-8DE8-93C2-04A0BB0192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D9A44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91925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94F646B-238F-B9BB-25CB-9CF0360D075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BD1898A0-1497-13A2-3077-3DEDBC7B93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F86FAA0-7AC0-EEDF-2D5C-052C2B6AF9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288E6DD2-E266-EBCB-C876-430DBD9093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98935977-3CCC-F341-ADF6-E35A6C39A4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E286139-C646-B30B-22E4-D05966BABF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4851A42C-6916-91B9-3CFD-AE01C0F39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BF77B4E1-8CB8-B67E-089B-7A05756ED2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2F5BECB-8EE7-AD9B-8201-940AA117E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AA197CEB-6690-B9D3-0420-39212B2B29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26554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52F3A9A-0CDC-4F46-0D78-B9451C3305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131F25C-E253-69F7-B792-D732B08988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C434A189-5984-D179-62E7-A935A10502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6097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C1B7B0C-DACA-57CE-FF4D-95A8E3406AD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5698789-FAB2-991C-41D7-AB24A885182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6BC86DA-EE01-7F8A-7011-507A9A75E5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F59CE1A-BA2A-5F70-4A1E-8CCB776761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7F64C64-6FF0-F0E4-72F2-23793F93A0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D84810D1-81FD-2B31-E909-365CE72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3A3CD98-B38E-8C39-0E62-AD73729FB3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395240D-4A8B-BA01-137D-C47533722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9EB89417-B548-FC58-2E88-687B7D509B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EF7DFD68-8793-3620-0F68-290EE239C7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37766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334FD8B-23B3-5BD9-D94E-ECC6F34723F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26E6DD6-BA1A-9C32-D493-35D8BCCCDC3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5816CC3C-AE1D-9E46-92F5-E184CF164F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28D3E063-B233-06FC-65D8-13B07CAA2B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6673E006-3B27-443B-E841-EEE4D82915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43975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DCFE04A-FD48-B54F-FB2D-F2A33C9EE58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FAEFABB-6D89-84F9-B30A-0F0C84D24FF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004CC3F-02C1-A81C-CB11-38A04F908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7BE7D6CE-FB1D-CAAD-2AA4-F53D721A6E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7EB07985-4B7E-2B8D-FEF9-EC23C4211D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2E644E79-E0EF-2B73-91A8-3EFB8949A7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9E599449-39B8-F1BE-6D05-0A7792B271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7A245483-FE11-F79A-F06C-AF171A7750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E3D444E2-B41C-4BC1-6ACE-A21FD2EAF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5CE300C8-0EA4-5E5D-5077-7E5DEC091A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A9ED33E7-B0ED-52B9-EEB8-2DFBDC20F6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81687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29E169B-AB87-3B33-0D06-83BB4E481DE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68821F9-60D5-9BB1-0B42-A03954BFA90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F29C22B1-6F6A-711A-F40F-E0278708CC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4C2E7E7A-D7E9-D623-974C-031F36E6FD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9DA39478-4FD5-192B-6BA8-780DE86DB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9C19AF35-3DF2-741C-92AE-94FBB52AEE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4D528F76-0AC8-547E-18BE-C2A3C94BBE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65292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274A5D4-4B45-1DE9-C3C9-2C6159A6D81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ABE7F15-4925-FF6D-89AF-179FFEF326B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E1D82466-E1AF-FD3F-FDF2-E992D6D646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587335E1-DADF-F4E7-00B9-2F889C58CF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8C3077E3-4DAB-46D3-64AA-A764C3E169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09D4E34B-F155-0AF8-2A55-23D08CB8D4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C76BBCF0-10D4-566E-EBAB-EDFA0FE499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905E4A42-7BB9-8AA3-E03E-7516B5055A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BB903965-815E-DCF6-69DB-4C2D813A7E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2407DA6F-ABA8-E620-2B84-C8CE3A612E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0259494D-8927-28B5-D7CB-D770B1AA56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4828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0966C06-E7BB-616D-44A0-7C3343B1FBF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2AF8E761-9CBA-45F6-3F74-8611624AFE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F37F3100-0618-ACA7-79E1-55F9828392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E0E1D6B1-F875-213D-F035-8955C0029A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7B537A95-6957-6233-308B-A0F63C8B42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2BCADD1A-14F9-69AF-5C24-B66329599B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A42FA5AA-3945-646E-C23F-EE55E3B0A1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A040624-F6AE-4B78-FD68-06628B466A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4784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5B3D251-9B62-B010-7D4D-AD0F50E3E7F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2497A2E-98F9-AD20-D0DF-67746A3E69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87BE7007-7C32-B21F-2D64-246A8EDDB2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56E7428-A22D-2EB8-B5AD-9850359D88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7AFF6E6-D537-5A97-E604-CF754BFE24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D04DD9A-2F3C-C424-5078-BEED9F9578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96FD7F4-1184-9CF1-DDDE-8EDDD1CBE0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7558260-4C4A-1BE6-68A9-2B53F0A8DC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2C83C0E8-B890-D32A-7754-0A5D39B98F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FE437D7-DD45-D408-8A94-5DEABBCCAF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697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8ED5652-79A3-C950-77B9-256DC35096D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EE3D443-B53A-5C13-8696-66E5930FD5E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D8D825C-7BCE-1CB8-C354-75323D60A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CE45EF3-CC76-E553-B939-F06E1FA74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89D2EC4-57AB-BEF5-EB3B-77B9F70F5F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3FC28D34-CDA0-9B92-9CB7-81A46C73CC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9CB31CA-F5AF-9321-9FEF-1B46213C14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C26C42AA-0F3C-0B84-8602-E8CB6A9366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17E6B061-4B81-298F-8CF6-0BA1B9D46C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A9FED79E-BAFB-6CF2-F0FC-5E95E1E82E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80426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5D47360-8C10-875C-7CE1-CB095A3F098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2F5C6D09-F23E-A37D-C661-79E1A35B761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BDA3C625-4462-2CA8-0327-2196E048E5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E3B7783-393B-BC14-5AB8-0C73AC07C2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E9B4B155-2064-F055-0622-AD4F5A8201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078B816A-3D2E-2733-5552-E280F5C7B6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35080BE3-87DA-3422-C720-947F4061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59CCA6B-3B25-3CE4-389F-8DDD2D1040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20867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D8A3404-8781-1CA6-0619-2CF9F7AD5E1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0FA3F9F-77EA-8D49-E398-8B45B18D1F5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921DA0D-6D9D-6318-72A8-87AF4CCD2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72ED237-20C6-06DE-002D-2D6489AC97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9600DFE7-F96B-B47E-7284-70E3A1099D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C4F9CD37-C627-F3AA-9BCC-9198D567E4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41CFBB1A-C948-D545-F7BE-8ACBC41AF1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28B2119-0105-C696-5A3C-9981056F5A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051240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8CAB4BB-E0D3-D982-270A-24A27FBB953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F71E7937-C9E8-F18E-9C0C-4C82B6A2F3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E2997D0B-D693-D143-1D83-BA584B8F6F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6B05A367-F038-8AE3-9E08-626D14973A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67C071A5-4330-BE29-F60B-4E7F1B4A6C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10F186B3-A27F-6640-7A62-28E58D89EA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37F3BCAE-7D20-024D-DF49-260A33021A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3331D44-F4E6-B300-0CAA-D55CA97BFE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63523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8A836FF-0393-B18F-A722-A549757DA8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89D0B4D8-DD3D-6F21-4108-9F610E29E31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E21D351A-09C9-CE64-C657-9D5D1DC973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09C7B905-7C6D-4B90-EF21-B835403682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65E7F53A-DEE0-89E4-0CED-B2F478843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7F82AE37-183D-B051-9058-26ED56F9C6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FAB25ECD-EF1F-84E6-8973-6FC249F180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07D806D-BEBA-1685-7E13-B67258B4BB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4694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F6D7368-8E39-4827-896F-7D940EA1C12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F11AB9EE-BE6E-6482-DC99-6614DB4BF1C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AB7549E-95BE-C409-576C-40CD991FFA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C46E6A98-B4A2-D3AD-A2D7-AE041A1B4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B8CD2ED-541F-CA5A-E51E-52B9E72E12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A5A0D7EE-B6AB-DA9F-1C24-3D005E6885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5AD973A-B39B-0C14-6121-4CDAB53E82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63CF45E6-A296-69C9-C576-034260444B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36DE6CE3-1600-D433-2826-1621626036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F663D66-6FCC-9A67-71EE-ACB3DD922C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35565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9C96F84-7132-FBFE-3AF9-54DD1828041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459906E0-5969-5D3F-7C3A-8DC62B90325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97CD23B3-7298-1275-09F1-1DDACD3D69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83B57EB6-07A0-90F0-C770-74F9D0E4DD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1B725EF4-643B-8E3B-1556-2B849970B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F8A0FAB8-7678-5E30-54A9-B59428BC77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B5E4B379-6020-041C-D5B9-08AA6EDB0F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D3F139B5-210F-2919-E8E0-0878439A1D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C6247314-C9B8-02A2-8E89-8F0C502D3A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760482B-F0FF-398C-AD0E-C479F3F63E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8548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02DAD354-1894-5237-3C0C-7693A309E88E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2C30056-F7E3-48DE-B485-350B3C114D6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33DAD4-768E-42FF-9F37-25C31ACC8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188592"/>
      </a:dk1>
      <a:lt1>
        <a:srgbClr val="050809"/>
      </a:lt1>
      <a:dk2>
        <a:srgbClr val="97A8AB"/>
      </a:dk2>
      <a:lt2>
        <a:srgbClr val="141618"/>
      </a:lt2>
      <a:accent1>
        <a:srgbClr val="D9A441"/>
      </a:accent1>
      <a:accent2>
        <a:srgbClr val="188592"/>
      </a:accent2>
      <a:accent3>
        <a:srgbClr val="97A8AB"/>
      </a:accent3>
      <a:accent4>
        <a:srgbClr val="188592"/>
      </a:accent4>
      <a:accent5>
        <a:srgbClr val="D9A441"/>
      </a:accent5>
      <a:accent6>
        <a:srgbClr val="97A8AB"/>
      </a:accent6>
      <a:hlink>
        <a:srgbClr val="188592"/>
      </a:hlink>
      <a:folHlink>
        <a:srgbClr val="97A8AB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2026-10-03T19:32:27Z</dcterms:created>
  <dcterms:modified xsi:type="dcterms:W3CDTF">2026-10-03T19:32:50Z</dcterms:modified>
</cp:coreProperties>
</file>