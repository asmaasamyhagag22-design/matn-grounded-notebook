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4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265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F60B6ADC-2635-502E-9CEC-D96909C5FB6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87548" y="2288329"/>
            <a:ext cx="2512872" cy="51095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06A875DA-5373-CFBF-D374-AE91D1845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88592" y="2288330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990478DB-81E5-DA61-3972-5AF71216740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7548" y="3182508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ED5F1E1A-1D9B-AF38-D8EF-F810D0063F2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88592" y="3182508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4EC1ED8A-3842-A7EE-9BE2-89677A3C5B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7548" y="4076686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8E3E78F2-C7E5-3D2B-83FD-E35990C94DE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88592" y="4076686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4FD553DD-84DA-ACDD-5BAB-22B232A3C98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7548" y="4970864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F59F055C-1406-6FBE-C100-BF90168DE2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88592" y="4970864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7E52026-9FC5-7DCD-C930-9CC7EC5DF90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09833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F35B5624-C383-1BE9-C933-6B756D72253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19767"/>
            <a:ext cx="8596668" cy="68979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9A99EDFF-3CA3-937F-6C1F-2F690C02AD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339424"/>
            <a:ext cx="3901565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C1B24EAE-8030-97A5-C344-98AF7435544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4" y="3794563"/>
            <a:ext cx="3901565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879F9B46-C37D-7059-A1CE-EFF590BD85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339424"/>
            <a:ext cx="3901565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A6606685-A0AF-53E5-F1E9-D241D876D64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18139" y="3794563"/>
            <a:ext cx="3901565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93D2B5FE-08B6-1BC7-F41F-36F0C4A0AAC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5601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22F4AEC6-8FBC-1C92-CF33-56A9EF12B03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19767"/>
            <a:ext cx="8596668" cy="68979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505947D9-DB0F-3427-C864-67371CCF61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2339424"/>
            <a:ext cx="1708312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15EC1951-65CC-1973-E46B-E5A30900A2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3" y="3794563"/>
            <a:ext cx="1708312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6FD04245-8DA1-EE77-56BC-91AFBB232E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24886" y="2339424"/>
            <a:ext cx="1708312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3B3B38A6-24CE-7EF6-496B-3BE10F6152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24886" y="3794563"/>
            <a:ext cx="1708312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B203646C-6CA1-7097-75B3-4F99C0B355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18138" y="2339424"/>
            <a:ext cx="1708312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FBF3165E-21E8-4FCF-B64B-E1C884663BE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18138" y="3794563"/>
            <a:ext cx="1708312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0BC842A2-3CB4-8077-E559-77137EEB22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11391" y="2339424"/>
            <a:ext cx="1708312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418091BF-7F0C-66C8-9A1C-1F9C528E15B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11391" y="3794563"/>
            <a:ext cx="1708312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32F5F41C-19DC-2756-DEE0-62CCC081B99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16973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715BDADA-2D40-A30F-7F9B-75B268EEE0D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4814134" cy="3448973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quote">
            <a:extLst>
              <a:ext uri="{FF2B5EF4-FFF2-40B4-BE49-F238E27FC236}">
                <a16:creationId xmlns:a16="http://schemas.microsoft.com/office/drawing/2014/main" id="{FDC91263-B709-7FB1-4482-DEF1025E33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89635" y="2339425"/>
            <a:ext cx="3130069" cy="25803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8" name="attribution">
            <a:extLst>
              <a:ext uri="{FF2B5EF4-FFF2-40B4-BE49-F238E27FC236}">
                <a16:creationId xmlns:a16="http://schemas.microsoft.com/office/drawing/2014/main" id="{0A696CC4-AAB1-D923-7468-349034C2986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89635" y="4919768"/>
            <a:ext cx="3130069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2AA56A1F-F71D-7401-ED17-6F2F2DBC4D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19687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E8D1AC18-169F-AFF9-0915-E7C2FEA6A64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339424"/>
            <a:ext cx="2439396" cy="90920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A1BF2C1A-E07B-DC57-7A3F-2AD7083800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A0F58861-9CF8-019D-CC74-D4B8711D70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55970" y="2339424"/>
            <a:ext cx="2439396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7B692F37-7571-FBCE-EA2E-9FA75B4FF3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55970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085B27EB-A88D-36B2-B980-7EBEFDC555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80306" y="2339424"/>
            <a:ext cx="2439396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E4B63A3A-0BA3-223A-FCA6-8D4AB9DF22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0306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D030BCA8-E4E0-06FF-856E-FE1FC7B5B53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856763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50E2293E-E3A0-16A6-1F17-CC7F1BFCAEE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3901565" cy="90920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D3230C8F-B138-B166-2F74-53034CF5E9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3248632"/>
            <a:ext cx="3901565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AC6FC47F-222D-F5F8-2F32-EFA40FC709F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8139" y="2339424"/>
            <a:ext cx="3901565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1374BC66-BF96-4D5E-6139-24905531E2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3248632"/>
            <a:ext cx="3901565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5BEF09E1-1558-D3CB-6285-B2E2D92FA40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69036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hart">
            <a:extLst>
              <a:ext uri="{FF2B5EF4-FFF2-40B4-BE49-F238E27FC236}">
                <a16:creationId xmlns:a16="http://schemas.microsoft.com/office/drawing/2014/main" id="{F9F9B432-9736-1EFB-127B-4FC4E423C695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677334" y="2160589"/>
            <a:ext cx="6017668" cy="344897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3B7EEE9C-1944-0E3C-F192-AE4AB3C2B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8869" y="2298549"/>
            <a:ext cx="2235134" cy="3173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79AA6E03-4034-327C-B98B-CE0AE279E5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70335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15B87A22-9122-1AD4-797B-8D2C717B95A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3901565" cy="37194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2A642D02-F9F9-A367-A1DC-2258293BBF7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47D8965F-265B-A844-45BE-2334F39B80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8139" y="2339424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E69EBA2C-1A06-D67B-942C-5288BE8587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3D7D8AAC-90FF-4634-3CAE-C2C7F45D9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1634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E96703F2-1695-8FB6-95CF-25A02F551D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1634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E6EB824B-72FA-EBC4-E031-2CB10AC1B5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18139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BD8DC353-AAF1-0283-8EC8-E13E0462D44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18139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320DB34D-6B0D-99D4-2B1D-641BE1DBCC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97110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A97E46AF-687D-504D-EDA1-0BF704BA85B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0258A4C4-BD43-8C67-E0F4-66F40A0936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19853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D5EFE7E9-9230-60DB-BE81-E38BF103E48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7027322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107C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81AC0AEE-5228-C319-886D-573CC7941A2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3C7E24A3-1559-1E80-0A05-C3DCC1842E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pattern">
            <a:extLst>
              <a:ext uri="{FF2B5EF4-FFF2-40B4-BE49-F238E27FC236}">
                <a16:creationId xmlns:a16="http://schemas.microsoft.com/office/drawing/2014/main" id="{25ED660C-837C-7941-3F44-D76F7BBFB506}"/>
              </a:ext>
            </a:extLst>
          </p:cNvPr>
          <p:cNvSpPr/>
          <p:nvPr userDrawn="1"/>
        </p:nvSpPr>
        <p:spPr>
          <a:xfrm>
            <a:off x="152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ttern">
            <a:extLst>
              <a:ext uri="{FF2B5EF4-FFF2-40B4-BE49-F238E27FC236}">
                <a16:creationId xmlns:a16="http://schemas.microsoft.com/office/drawing/2014/main" id="{6BD68D6C-34F8-E8B8-186C-0704A8BF9644}"/>
              </a:ext>
            </a:extLst>
          </p:cNvPr>
          <p:cNvSpPr/>
          <p:nvPr userDrawn="1"/>
        </p:nvSpPr>
        <p:spPr>
          <a:xfrm>
            <a:off x="342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ttern">
            <a:extLst>
              <a:ext uri="{FF2B5EF4-FFF2-40B4-BE49-F238E27FC236}">
                <a16:creationId xmlns:a16="http://schemas.microsoft.com/office/drawing/2014/main" id="{A26C590B-F172-AD54-80F2-DC9EC7BF3A1A}"/>
              </a:ext>
            </a:extLst>
          </p:cNvPr>
          <p:cNvSpPr/>
          <p:nvPr userDrawn="1"/>
        </p:nvSpPr>
        <p:spPr>
          <a:xfrm>
            <a:off x="533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ttern">
            <a:extLst>
              <a:ext uri="{FF2B5EF4-FFF2-40B4-BE49-F238E27FC236}">
                <a16:creationId xmlns:a16="http://schemas.microsoft.com/office/drawing/2014/main" id="{199FB7B7-EF05-D102-3D5C-20E6A599B3C3}"/>
              </a:ext>
            </a:extLst>
          </p:cNvPr>
          <p:cNvSpPr/>
          <p:nvPr userDrawn="1"/>
        </p:nvSpPr>
        <p:spPr>
          <a:xfrm>
            <a:off x="723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ttern">
            <a:extLst>
              <a:ext uri="{FF2B5EF4-FFF2-40B4-BE49-F238E27FC236}">
                <a16:creationId xmlns:a16="http://schemas.microsoft.com/office/drawing/2014/main" id="{B4BB9F3F-2426-E921-4389-B34077D4EC24}"/>
              </a:ext>
            </a:extLst>
          </p:cNvPr>
          <p:cNvSpPr/>
          <p:nvPr userDrawn="1"/>
        </p:nvSpPr>
        <p:spPr>
          <a:xfrm>
            <a:off x="914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ttern">
            <a:extLst>
              <a:ext uri="{FF2B5EF4-FFF2-40B4-BE49-F238E27FC236}">
                <a16:creationId xmlns:a16="http://schemas.microsoft.com/office/drawing/2014/main" id="{243F2712-8120-BE57-150B-2F8A43BD67B7}"/>
              </a:ext>
            </a:extLst>
          </p:cNvPr>
          <p:cNvSpPr/>
          <p:nvPr userDrawn="1"/>
        </p:nvSpPr>
        <p:spPr>
          <a:xfrm>
            <a:off x="1104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ttern">
            <a:extLst>
              <a:ext uri="{FF2B5EF4-FFF2-40B4-BE49-F238E27FC236}">
                <a16:creationId xmlns:a16="http://schemas.microsoft.com/office/drawing/2014/main" id="{A77279A8-55B2-DC8F-C61E-28C5E928A8FB}"/>
              </a:ext>
            </a:extLst>
          </p:cNvPr>
          <p:cNvSpPr/>
          <p:nvPr userDrawn="1"/>
        </p:nvSpPr>
        <p:spPr>
          <a:xfrm>
            <a:off x="1295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ttern">
            <a:extLst>
              <a:ext uri="{FF2B5EF4-FFF2-40B4-BE49-F238E27FC236}">
                <a16:creationId xmlns:a16="http://schemas.microsoft.com/office/drawing/2014/main" id="{6289D8BE-AFE8-EAF0-7BE8-B918141DA1D2}"/>
              </a:ext>
            </a:extLst>
          </p:cNvPr>
          <p:cNvSpPr/>
          <p:nvPr userDrawn="1"/>
        </p:nvSpPr>
        <p:spPr>
          <a:xfrm>
            <a:off x="1485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ttern">
            <a:extLst>
              <a:ext uri="{FF2B5EF4-FFF2-40B4-BE49-F238E27FC236}">
                <a16:creationId xmlns:a16="http://schemas.microsoft.com/office/drawing/2014/main" id="{54D8397D-7229-D96C-1178-91DEE5977AA0}"/>
              </a:ext>
            </a:extLst>
          </p:cNvPr>
          <p:cNvSpPr/>
          <p:nvPr userDrawn="1"/>
        </p:nvSpPr>
        <p:spPr>
          <a:xfrm>
            <a:off x="1676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ttern">
            <a:extLst>
              <a:ext uri="{FF2B5EF4-FFF2-40B4-BE49-F238E27FC236}">
                <a16:creationId xmlns:a16="http://schemas.microsoft.com/office/drawing/2014/main" id="{DDB44DF2-8117-9499-9A95-824E56B7E35A}"/>
              </a:ext>
            </a:extLst>
          </p:cNvPr>
          <p:cNvSpPr/>
          <p:nvPr userDrawn="1"/>
        </p:nvSpPr>
        <p:spPr>
          <a:xfrm>
            <a:off x="1866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ttern">
            <a:extLst>
              <a:ext uri="{FF2B5EF4-FFF2-40B4-BE49-F238E27FC236}">
                <a16:creationId xmlns:a16="http://schemas.microsoft.com/office/drawing/2014/main" id="{54D1617E-A750-5278-2857-B8E9B0C6737E}"/>
              </a:ext>
            </a:extLst>
          </p:cNvPr>
          <p:cNvSpPr/>
          <p:nvPr userDrawn="1"/>
        </p:nvSpPr>
        <p:spPr>
          <a:xfrm>
            <a:off x="2057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ttern">
            <a:extLst>
              <a:ext uri="{FF2B5EF4-FFF2-40B4-BE49-F238E27FC236}">
                <a16:creationId xmlns:a16="http://schemas.microsoft.com/office/drawing/2014/main" id="{24030445-1C2F-C82B-2E9C-78B689140293}"/>
              </a:ext>
            </a:extLst>
          </p:cNvPr>
          <p:cNvSpPr/>
          <p:nvPr userDrawn="1"/>
        </p:nvSpPr>
        <p:spPr>
          <a:xfrm>
            <a:off x="2247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ttern">
            <a:extLst>
              <a:ext uri="{FF2B5EF4-FFF2-40B4-BE49-F238E27FC236}">
                <a16:creationId xmlns:a16="http://schemas.microsoft.com/office/drawing/2014/main" id="{36861899-FAEA-7FE7-F752-F65C3E03F04D}"/>
              </a:ext>
            </a:extLst>
          </p:cNvPr>
          <p:cNvSpPr/>
          <p:nvPr userDrawn="1"/>
        </p:nvSpPr>
        <p:spPr>
          <a:xfrm>
            <a:off x="2438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ttern">
            <a:extLst>
              <a:ext uri="{FF2B5EF4-FFF2-40B4-BE49-F238E27FC236}">
                <a16:creationId xmlns:a16="http://schemas.microsoft.com/office/drawing/2014/main" id="{FD20A8F4-A724-034A-29D8-3429914AEE28}"/>
              </a:ext>
            </a:extLst>
          </p:cNvPr>
          <p:cNvSpPr/>
          <p:nvPr userDrawn="1"/>
        </p:nvSpPr>
        <p:spPr>
          <a:xfrm>
            <a:off x="2628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ttern">
            <a:extLst>
              <a:ext uri="{FF2B5EF4-FFF2-40B4-BE49-F238E27FC236}">
                <a16:creationId xmlns:a16="http://schemas.microsoft.com/office/drawing/2014/main" id="{A8491821-A766-7365-239E-4F8FA3888E71}"/>
              </a:ext>
            </a:extLst>
          </p:cNvPr>
          <p:cNvSpPr/>
          <p:nvPr userDrawn="1"/>
        </p:nvSpPr>
        <p:spPr>
          <a:xfrm>
            <a:off x="2819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attern">
            <a:extLst>
              <a:ext uri="{FF2B5EF4-FFF2-40B4-BE49-F238E27FC236}">
                <a16:creationId xmlns:a16="http://schemas.microsoft.com/office/drawing/2014/main" id="{B4C3F78F-068C-7649-A4E6-4AC18DAB5DB6}"/>
              </a:ext>
            </a:extLst>
          </p:cNvPr>
          <p:cNvSpPr/>
          <p:nvPr userDrawn="1"/>
        </p:nvSpPr>
        <p:spPr>
          <a:xfrm>
            <a:off x="3009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attern">
            <a:extLst>
              <a:ext uri="{FF2B5EF4-FFF2-40B4-BE49-F238E27FC236}">
                <a16:creationId xmlns:a16="http://schemas.microsoft.com/office/drawing/2014/main" id="{81FD2B7E-B98F-20A9-DEB2-A95060F91420}"/>
              </a:ext>
            </a:extLst>
          </p:cNvPr>
          <p:cNvSpPr/>
          <p:nvPr userDrawn="1"/>
        </p:nvSpPr>
        <p:spPr>
          <a:xfrm>
            <a:off x="3200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ttern">
            <a:extLst>
              <a:ext uri="{FF2B5EF4-FFF2-40B4-BE49-F238E27FC236}">
                <a16:creationId xmlns:a16="http://schemas.microsoft.com/office/drawing/2014/main" id="{A7B28003-A200-9AC4-E1C6-C8A97FAF2265}"/>
              </a:ext>
            </a:extLst>
          </p:cNvPr>
          <p:cNvSpPr/>
          <p:nvPr userDrawn="1"/>
        </p:nvSpPr>
        <p:spPr>
          <a:xfrm>
            <a:off x="3390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attern">
            <a:extLst>
              <a:ext uri="{FF2B5EF4-FFF2-40B4-BE49-F238E27FC236}">
                <a16:creationId xmlns:a16="http://schemas.microsoft.com/office/drawing/2014/main" id="{0111960A-2F09-53C8-84CC-1563135B30A6}"/>
              </a:ext>
            </a:extLst>
          </p:cNvPr>
          <p:cNvSpPr/>
          <p:nvPr userDrawn="1"/>
        </p:nvSpPr>
        <p:spPr>
          <a:xfrm>
            <a:off x="3581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ttern">
            <a:extLst>
              <a:ext uri="{FF2B5EF4-FFF2-40B4-BE49-F238E27FC236}">
                <a16:creationId xmlns:a16="http://schemas.microsoft.com/office/drawing/2014/main" id="{8FE60885-62FB-4408-031B-04CFBCF35D6A}"/>
              </a:ext>
            </a:extLst>
          </p:cNvPr>
          <p:cNvSpPr/>
          <p:nvPr userDrawn="1"/>
        </p:nvSpPr>
        <p:spPr>
          <a:xfrm>
            <a:off x="3771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attern">
            <a:extLst>
              <a:ext uri="{FF2B5EF4-FFF2-40B4-BE49-F238E27FC236}">
                <a16:creationId xmlns:a16="http://schemas.microsoft.com/office/drawing/2014/main" id="{6B8C2F74-CAA2-3E9F-E48D-5610FD26DA70}"/>
              </a:ext>
            </a:extLst>
          </p:cNvPr>
          <p:cNvSpPr/>
          <p:nvPr userDrawn="1"/>
        </p:nvSpPr>
        <p:spPr>
          <a:xfrm>
            <a:off x="3962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ttern">
            <a:extLst>
              <a:ext uri="{FF2B5EF4-FFF2-40B4-BE49-F238E27FC236}">
                <a16:creationId xmlns:a16="http://schemas.microsoft.com/office/drawing/2014/main" id="{97F21150-2DB7-7AC3-97CE-FF372088B55D}"/>
              </a:ext>
            </a:extLst>
          </p:cNvPr>
          <p:cNvSpPr/>
          <p:nvPr userDrawn="1"/>
        </p:nvSpPr>
        <p:spPr>
          <a:xfrm>
            <a:off x="4152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ttern">
            <a:extLst>
              <a:ext uri="{FF2B5EF4-FFF2-40B4-BE49-F238E27FC236}">
                <a16:creationId xmlns:a16="http://schemas.microsoft.com/office/drawing/2014/main" id="{35976413-EC7E-8210-AA97-ABA73F7E6C5F}"/>
              </a:ext>
            </a:extLst>
          </p:cNvPr>
          <p:cNvSpPr/>
          <p:nvPr userDrawn="1"/>
        </p:nvSpPr>
        <p:spPr>
          <a:xfrm>
            <a:off x="4343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pattern">
            <a:extLst>
              <a:ext uri="{FF2B5EF4-FFF2-40B4-BE49-F238E27FC236}">
                <a16:creationId xmlns:a16="http://schemas.microsoft.com/office/drawing/2014/main" id="{F104BFD3-AFF2-64FB-AABF-7B0F00E15A52}"/>
              </a:ext>
            </a:extLst>
          </p:cNvPr>
          <p:cNvSpPr/>
          <p:nvPr userDrawn="1"/>
        </p:nvSpPr>
        <p:spPr>
          <a:xfrm>
            <a:off x="4533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ttern">
            <a:extLst>
              <a:ext uri="{FF2B5EF4-FFF2-40B4-BE49-F238E27FC236}">
                <a16:creationId xmlns:a16="http://schemas.microsoft.com/office/drawing/2014/main" id="{14DAF0A1-C45D-E6C6-893C-F2E5BFC95F98}"/>
              </a:ext>
            </a:extLst>
          </p:cNvPr>
          <p:cNvSpPr/>
          <p:nvPr userDrawn="1"/>
        </p:nvSpPr>
        <p:spPr>
          <a:xfrm>
            <a:off x="4724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ttern">
            <a:extLst>
              <a:ext uri="{FF2B5EF4-FFF2-40B4-BE49-F238E27FC236}">
                <a16:creationId xmlns:a16="http://schemas.microsoft.com/office/drawing/2014/main" id="{C0CC9248-E3D7-259A-B580-26A7C1FE6038}"/>
              </a:ext>
            </a:extLst>
          </p:cNvPr>
          <p:cNvSpPr/>
          <p:nvPr userDrawn="1"/>
        </p:nvSpPr>
        <p:spPr>
          <a:xfrm>
            <a:off x="4914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attern">
            <a:extLst>
              <a:ext uri="{FF2B5EF4-FFF2-40B4-BE49-F238E27FC236}">
                <a16:creationId xmlns:a16="http://schemas.microsoft.com/office/drawing/2014/main" id="{A308C804-58F6-0AD2-35CB-6347337B4771}"/>
              </a:ext>
            </a:extLst>
          </p:cNvPr>
          <p:cNvSpPr/>
          <p:nvPr userDrawn="1"/>
        </p:nvSpPr>
        <p:spPr>
          <a:xfrm>
            <a:off x="5105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attern">
            <a:extLst>
              <a:ext uri="{FF2B5EF4-FFF2-40B4-BE49-F238E27FC236}">
                <a16:creationId xmlns:a16="http://schemas.microsoft.com/office/drawing/2014/main" id="{9C9D0621-63AB-55D6-9E46-CEE1C74B905B}"/>
              </a:ext>
            </a:extLst>
          </p:cNvPr>
          <p:cNvSpPr/>
          <p:nvPr userDrawn="1"/>
        </p:nvSpPr>
        <p:spPr>
          <a:xfrm>
            <a:off x="5295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attern">
            <a:extLst>
              <a:ext uri="{FF2B5EF4-FFF2-40B4-BE49-F238E27FC236}">
                <a16:creationId xmlns:a16="http://schemas.microsoft.com/office/drawing/2014/main" id="{37C7447B-C63E-EB97-3D09-347F527E1A36}"/>
              </a:ext>
            </a:extLst>
          </p:cNvPr>
          <p:cNvSpPr/>
          <p:nvPr userDrawn="1"/>
        </p:nvSpPr>
        <p:spPr>
          <a:xfrm>
            <a:off x="5486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attern">
            <a:extLst>
              <a:ext uri="{FF2B5EF4-FFF2-40B4-BE49-F238E27FC236}">
                <a16:creationId xmlns:a16="http://schemas.microsoft.com/office/drawing/2014/main" id="{D1B059D1-8ADA-7A2C-B49C-C80FCEF4F414}"/>
              </a:ext>
            </a:extLst>
          </p:cNvPr>
          <p:cNvSpPr/>
          <p:nvPr userDrawn="1"/>
        </p:nvSpPr>
        <p:spPr>
          <a:xfrm>
            <a:off x="5676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ttern">
            <a:extLst>
              <a:ext uri="{FF2B5EF4-FFF2-40B4-BE49-F238E27FC236}">
                <a16:creationId xmlns:a16="http://schemas.microsoft.com/office/drawing/2014/main" id="{CA3CADD5-3A3F-E87D-70D6-9E9453B3DBDD}"/>
              </a:ext>
            </a:extLst>
          </p:cNvPr>
          <p:cNvSpPr/>
          <p:nvPr userDrawn="1"/>
        </p:nvSpPr>
        <p:spPr>
          <a:xfrm>
            <a:off x="5867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ttern">
            <a:extLst>
              <a:ext uri="{FF2B5EF4-FFF2-40B4-BE49-F238E27FC236}">
                <a16:creationId xmlns:a16="http://schemas.microsoft.com/office/drawing/2014/main" id="{D7010B54-E51D-9CD3-D401-539A477D08BF}"/>
              </a:ext>
            </a:extLst>
          </p:cNvPr>
          <p:cNvSpPr/>
          <p:nvPr userDrawn="1"/>
        </p:nvSpPr>
        <p:spPr>
          <a:xfrm>
            <a:off x="6057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ttern">
            <a:extLst>
              <a:ext uri="{FF2B5EF4-FFF2-40B4-BE49-F238E27FC236}">
                <a16:creationId xmlns:a16="http://schemas.microsoft.com/office/drawing/2014/main" id="{2F9D738D-A7B3-49A6-6D2C-A9D624FF870E}"/>
              </a:ext>
            </a:extLst>
          </p:cNvPr>
          <p:cNvSpPr/>
          <p:nvPr userDrawn="1"/>
        </p:nvSpPr>
        <p:spPr>
          <a:xfrm>
            <a:off x="6248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ttern">
            <a:extLst>
              <a:ext uri="{FF2B5EF4-FFF2-40B4-BE49-F238E27FC236}">
                <a16:creationId xmlns:a16="http://schemas.microsoft.com/office/drawing/2014/main" id="{F5A90912-D887-9D94-280B-2B5BB23ACF72}"/>
              </a:ext>
            </a:extLst>
          </p:cNvPr>
          <p:cNvSpPr/>
          <p:nvPr userDrawn="1"/>
        </p:nvSpPr>
        <p:spPr>
          <a:xfrm>
            <a:off x="6438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attern">
            <a:extLst>
              <a:ext uri="{FF2B5EF4-FFF2-40B4-BE49-F238E27FC236}">
                <a16:creationId xmlns:a16="http://schemas.microsoft.com/office/drawing/2014/main" id="{ADB7B4C9-0B12-C161-FE1C-C1708814CD90}"/>
              </a:ext>
            </a:extLst>
          </p:cNvPr>
          <p:cNvSpPr/>
          <p:nvPr userDrawn="1"/>
        </p:nvSpPr>
        <p:spPr>
          <a:xfrm>
            <a:off x="6629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attern">
            <a:extLst>
              <a:ext uri="{FF2B5EF4-FFF2-40B4-BE49-F238E27FC236}">
                <a16:creationId xmlns:a16="http://schemas.microsoft.com/office/drawing/2014/main" id="{360EA3EF-9F09-AEF9-4DB0-AE2003C49FD4}"/>
              </a:ext>
            </a:extLst>
          </p:cNvPr>
          <p:cNvSpPr/>
          <p:nvPr userDrawn="1"/>
        </p:nvSpPr>
        <p:spPr>
          <a:xfrm>
            <a:off x="6819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attern">
            <a:extLst>
              <a:ext uri="{FF2B5EF4-FFF2-40B4-BE49-F238E27FC236}">
                <a16:creationId xmlns:a16="http://schemas.microsoft.com/office/drawing/2014/main" id="{42FDB45E-15D5-C511-963A-D413487D21B5}"/>
              </a:ext>
            </a:extLst>
          </p:cNvPr>
          <p:cNvSpPr/>
          <p:nvPr userDrawn="1"/>
        </p:nvSpPr>
        <p:spPr>
          <a:xfrm>
            <a:off x="7010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attern">
            <a:extLst>
              <a:ext uri="{FF2B5EF4-FFF2-40B4-BE49-F238E27FC236}">
                <a16:creationId xmlns:a16="http://schemas.microsoft.com/office/drawing/2014/main" id="{BCD60FC3-656D-3597-F9A0-1351E39FB03E}"/>
              </a:ext>
            </a:extLst>
          </p:cNvPr>
          <p:cNvSpPr/>
          <p:nvPr userDrawn="1"/>
        </p:nvSpPr>
        <p:spPr>
          <a:xfrm>
            <a:off x="7200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attern">
            <a:extLst>
              <a:ext uri="{FF2B5EF4-FFF2-40B4-BE49-F238E27FC236}">
                <a16:creationId xmlns:a16="http://schemas.microsoft.com/office/drawing/2014/main" id="{7EDA8BE1-183C-5FEB-483D-DF990C9C231B}"/>
              </a:ext>
            </a:extLst>
          </p:cNvPr>
          <p:cNvSpPr/>
          <p:nvPr userDrawn="1"/>
        </p:nvSpPr>
        <p:spPr>
          <a:xfrm>
            <a:off x="7391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attern">
            <a:extLst>
              <a:ext uri="{FF2B5EF4-FFF2-40B4-BE49-F238E27FC236}">
                <a16:creationId xmlns:a16="http://schemas.microsoft.com/office/drawing/2014/main" id="{51AD0FC4-D4EA-0106-2039-945CF4BFB230}"/>
              </a:ext>
            </a:extLst>
          </p:cNvPr>
          <p:cNvSpPr/>
          <p:nvPr userDrawn="1"/>
        </p:nvSpPr>
        <p:spPr>
          <a:xfrm>
            <a:off x="7581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attern">
            <a:extLst>
              <a:ext uri="{FF2B5EF4-FFF2-40B4-BE49-F238E27FC236}">
                <a16:creationId xmlns:a16="http://schemas.microsoft.com/office/drawing/2014/main" id="{C83F8451-32C3-E033-F952-9CD7CB615AA7}"/>
              </a:ext>
            </a:extLst>
          </p:cNvPr>
          <p:cNvSpPr/>
          <p:nvPr userDrawn="1"/>
        </p:nvSpPr>
        <p:spPr>
          <a:xfrm>
            <a:off x="7772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attern">
            <a:extLst>
              <a:ext uri="{FF2B5EF4-FFF2-40B4-BE49-F238E27FC236}">
                <a16:creationId xmlns:a16="http://schemas.microsoft.com/office/drawing/2014/main" id="{53EE948E-554B-2D2B-C6C4-410F23343904}"/>
              </a:ext>
            </a:extLst>
          </p:cNvPr>
          <p:cNvSpPr/>
          <p:nvPr userDrawn="1"/>
        </p:nvSpPr>
        <p:spPr>
          <a:xfrm>
            <a:off x="7962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attern">
            <a:extLst>
              <a:ext uri="{FF2B5EF4-FFF2-40B4-BE49-F238E27FC236}">
                <a16:creationId xmlns:a16="http://schemas.microsoft.com/office/drawing/2014/main" id="{F69958CC-714A-F14B-92E0-765F4E1D3FC2}"/>
              </a:ext>
            </a:extLst>
          </p:cNvPr>
          <p:cNvSpPr/>
          <p:nvPr userDrawn="1"/>
        </p:nvSpPr>
        <p:spPr>
          <a:xfrm>
            <a:off x="8153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attern">
            <a:extLst>
              <a:ext uri="{FF2B5EF4-FFF2-40B4-BE49-F238E27FC236}">
                <a16:creationId xmlns:a16="http://schemas.microsoft.com/office/drawing/2014/main" id="{24320D96-B137-4F87-E09F-E4574EA16DEB}"/>
              </a:ext>
            </a:extLst>
          </p:cNvPr>
          <p:cNvSpPr/>
          <p:nvPr userDrawn="1"/>
        </p:nvSpPr>
        <p:spPr>
          <a:xfrm>
            <a:off x="8343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attern">
            <a:extLst>
              <a:ext uri="{FF2B5EF4-FFF2-40B4-BE49-F238E27FC236}">
                <a16:creationId xmlns:a16="http://schemas.microsoft.com/office/drawing/2014/main" id="{930D983F-8ABB-66D2-58EB-91DD45C56B0D}"/>
              </a:ext>
            </a:extLst>
          </p:cNvPr>
          <p:cNvSpPr/>
          <p:nvPr userDrawn="1"/>
        </p:nvSpPr>
        <p:spPr>
          <a:xfrm>
            <a:off x="8534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attern">
            <a:extLst>
              <a:ext uri="{FF2B5EF4-FFF2-40B4-BE49-F238E27FC236}">
                <a16:creationId xmlns:a16="http://schemas.microsoft.com/office/drawing/2014/main" id="{C6AD7B95-3B8E-7BEE-12B1-856843B53B34}"/>
              </a:ext>
            </a:extLst>
          </p:cNvPr>
          <p:cNvSpPr/>
          <p:nvPr userDrawn="1"/>
        </p:nvSpPr>
        <p:spPr>
          <a:xfrm>
            <a:off x="8724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attern">
            <a:extLst>
              <a:ext uri="{FF2B5EF4-FFF2-40B4-BE49-F238E27FC236}">
                <a16:creationId xmlns:a16="http://schemas.microsoft.com/office/drawing/2014/main" id="{BC604790-8AC6-D730-26E0-F5563D5A94E2}"/>
              </a:ext>
            </a:extLst>
          </p:cNvPr>
          <p:cNvSpPr/>
          <p:nvPr userDrawn="1"/>
        </p:nvSpPr>
        <p:spPr>
          <a:xfrm>
            <a:off x="8915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attern">
            <a:extLst>
              <a:ext uri="{FF2B5EF4-FFF2-40B4-BE49-F238E27FC236}">
                <a16:creationId xmlns:a16="http://schemas.microsoft.com/office/drawing/2014/main" id="{E977B0BE-C451-AE23-0F9B-93CCA47AD6B5}"/>
              </a:ext>
            </a:extLst>
          </p:cNvPr>
          <p:cNvSpPr/>
          <p:nvPr userDrawn="1"/>
        </p:nvSpPr>
        <p:spPr>
          <a:xfrm>
            <a:off x="9105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attern">
            <a:extLst>
              <a:ext uri="{FF2B5EF4-FFF2-40B4-BE49-F238E27FC236}">
                <a16:creationId xmlns:a16="http://schemas.microsoft.com/office/drawing/2014/main" id="{11E0C2EB-A757-CA2C-59DD-663BB8B34044}"/>
              </a:ext>
            </a:extLst>
          </p:cNvPr>
          <p:cNvSpPr/>
          <p:nvPr userDrawn="1"/>
        </p:nvSpPr>
        <p:spPr>
          <a:xfrm>
            <a:off x="9296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attern">
            <a:extLst>
              <a:ext uri="{FF2B5EF4-FFF2-40B4-BE49-F238E27FC236}">
                <a16:creationId xmlns:a16="http://schemas.microsoft.com/office/drawing/2014/main" id="{3F601167-6C1C-A523-273C-BE0D5F75AC8E}"/>
              </a:ext>
            </a:extLst>
          </p:cNvPr>
          <p:cNvSpPr/>
          <p:nvPr userDrawn="1"/>
        </p:nvSpPr>
        <p:spPr>
          <a:xfrm>
            <a:off x="9486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attern">
            <a:extLst>
              <a:ext uri="{FF2B5EF4-FFF2-40B4-BE49-F238E27FC236}">
                <a16:creationId xmlns:a16="http://schemas.microsoft.com/office/drawing/2014/main" id="{32D6462B-8858-3D6B-7585-CC29BFFA62CA}"/>
              </a:ext>
            </a:extLst>
          </p:cNvPr>
          <p:cNvSpPr/>
          <p:nvPr userDrawn="1"/>
        </p:nvSpPr>
        <p:spPr>
          <a:xfrm>
            <a:off x="9677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attern">
            <a:extLst>
              <a:ext uri="{FF2B5EF4-FFF2-40B4-BE49-F238E27FC236}">
                <a16:creationId xmlns:a16="http://schemas.microsoft.com/office/drawing/2014/main" id="{C8984D8F-44A9-71C7-8658-9C463489C8F8}"/>
              </a:ext>
            </a:extLst>
          </p:cNvPr>
          <p:cNvSpPr/>
          <p:nvPr userDrawn="1"/>
        </p:nvSpPr>
        <p:spPr>
          <a:xfrm>
            <a:off x="9867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attern">
            <a:extLst>
              <a:ext uri="{FF2B5EF4-FFF2-40B4-BE49-F238E27FC236}">
                <a16:creationId xmlns:a16="http://schemas.microsoft.com/office/drawing/2014/main" id="{7F9C49F9-6C8F-B29F-A31E-8B014DFFB3C8}"/>
              </a:ext>
            </a:extLst>
          </p:cNvPr>
          <p:cNvSpPr/>
          <p:nvPr userDrawn="1"/>
        </p:nvSpPr>
        <p:spPr>
          <a:xfrm>
            <a:off x="10058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attern">
            <a:extLst>
              <a:ext uri="{FF2B5EF4-FFF2-40B4-BE49-F238E27FC236}">
                <a16:creationId xmlns:a16="http://schemas.microsoft.com/office/drawing/2014/main" id="{F1FF59A2-19CA-A3A2-1FA8-48B1EC9107BB}"/>
              </a:ext>
            </a:extLst>
          </p:cNvPr>
          <p:cNvSpPr/>
          <p:nvPr userDrawn="1"/>
        </p:nvSpPr>
        <p:spPr>
          <a:xfrm>
            <a:off x="10248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pattern">
            <a:extLst>
              <a:ext uri="{FF2B5EF4-FFF2-40B4-BE49-F238E27FC236}">
                <a16:creationId xmlns:a16="http://schemas.microsoft.com/office/drawing/2014/main" id="{B2C8B92D-8B96-34A0-0E2A-67B429046E94}"/>
              </a:ext>
            </a:extLst>
          </p:cNvPr>
          <p:cNvSpPr/>
          <p:nvPr userDrawn="1"/>
        </p:nvSpPr>
        <p:spPr>
          <a:xfrm>
            <a:off x="10439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ttern">
            <a:extLst>
              <a:ext uri="{FF2B5EF4-FFF2-40B4-BE49-F238E27FC236}">
                <a16:creationId xmlns:a16="http://schemas.microsoft.com/office/drawing/2014/main" id="{6048A2F8-2BD5-DD19-3837-0B05A6B26975}"/>
              </a:ext>
            </a:extLst>
          </p:cNvPr>
          <p:cNvSpPr/>
          <p:nvPr userDrawn="1"/>
        </p:nvSpPr>
        <p:spPr>
          <a:xfrm>
            <a:off x="10629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attern">
            <a:extLst>
              <a:ext uri="{FF2B5EF4-FFF2-40B4-BE49-F238E27FC236}">
                <a16:creationId xmlns:a16="http://schemas.microsoft.com/office/drawing/2014/main" id="{E420CEF9-F561-22BB-ADE1-64B9AC70EA91}"/>
              </a:ext>
            </a:extLst>
          </p:cNvPr>
          <p:cNvSpPr/>
          <p:nvPr userDrawn="1"/>
        </p:nvSpPr>
        <p:spPr>
          <a:xfrm>
            <a:off x="10820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attern">
            <a:extLst>
              <a:ext uri="{FF2B5EF4-FFF2-40B4-BE49-F238E27FC236}">
                <a16:creationId xmlns:a16="http://schemas.microsoft.com/office/drawing/2014/main" id="{EB20554C-6F49-EFCB-FAC7-3D97A0415D41}"/>
              </a:ext>
            </a:extLst>
          </p:cNvPr>
          <p:cNvSpPr/>
          <p:nvPr userDrawn="1"/>
        </p:nvSpPr>
        <p:spPr>
          <a:xfrm>
            <a:off x="11010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attern">
            <a:extLst>
              <a:ext uri="{FF2B5EF4-FFF2-40B4-BE49-F238E27FC236}">
                <a16:creationId xmlns:a16="http://schemas.microsoft.com/office/drawing/2014/main" id="{F06FAD13-F37F-F6FF-4EEB-E7BC028B2001}"/>
              </a:ext>
            </a:extLst>
          </p:cNvPr>
          <p:cNvSpPr/>
          <p:nvPr userDrawn="1"/>
        </p:nvSpPr>
        <p:spPr>
          <a:xfrm>
            <a:off x="11201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attern">
            <a:extLst>
              <a:ext uri="{FF2B5EF4-FFF2-40B4-BE49-F238E27FC236}">
                <a16:creationId xmlns:a16="http://schemas.microsoft.com/office/drawing/2014/main" id="{419A8BA6-6106-154A-06FB-57907E2A8BD1}"/>
              </a:ext>
            </a:extLst>
          </p:cNvPr>
          <p:cNvSpPr/>
          <p:nvPr userDrawn="1"/>
        </p:nvSpPr>
        <p:spPr>
          <a:xfrm>
            <a:off x="11391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attern">
            <a:extLst>
              <a:ext uri="{FF2B5EF4-FFF2-40B4-BE49-F238E27FC236}">
                <a16:creationId xmlns:a16="http://schemas.microsoft.com/office/drawing/2014/main" id="{AE4240AD-2564-CA6C-1F7A-BDFEF5FCCEED}"/>
              </a:ext>
            </a:extLst>
          </p:cNvPr>
          <p:cNvSpPr/>
          <p:nvPr userDrawn="1"/>
        </p:nvSpPr>
        <p:spPr>
          <a:xfrm>
            <a:off x="11582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attern">
            <a:extLst>
              <a:ext uri="{FF2B5EF4-FFF2-40B4-BE49-F238E27FC236}">
                <a16:creationId xmlns:a16="http://schemas.microsoft.com/office/drawing/2014/main" id="{95DD4396-C89A-289B-3EB6-D5BFA8A8863B}"/>
              </a:ext>
            </a:extLst>
          </p:cNvPr>
          <p:cNvSpPr/>
          <p:nvPr userDrawn="1"/>
        </p:nvSpPr>
        <p:spPr>
          <a:xfrm>
            <a:off x="11772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attern">
            <a:extLst>
              <a:ext uri="{FF2B5EF4-FFF2-40B4-BE49-F238E27FC236}">
                <a16:creationId xmlns:a16="http://schemas.microsoft.com/office/drawing/2014/main" id="{F92AF7BC-3341-CB50-3F37-10DB8328BAEF}"/>
              </a:ext>
            </a:extLst>
          </p:cNvPr>
          <p:cNvSpPr/>
          <p:nvPr userDrawn="1"/>
        </p:nvSpPr>
        <p:spPr>
          <a:xfrm>
            <a:off x="119634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pattern">
            <a:extLst>
              <a:ext uri="{FF2B5EF4-FFF2-40B4-BE49-F238E27FC236}">
                <a16:creationId xmlns:a16="http://schemas.microsoft.com/office/drawing/2014/main" id="{A53EA75D-52CF-E172-D57C-83B3454815A7}"/>
              </a:ext>
            </a:extLst>
          </p:cNvPr>
          <p:cNvSpPr/>
          <p:nvPr userDrawn="1"/>
        </p:nvSpPr>
        <p:spPr>
          <a:xfrm>
            <a:off x="12153900" y="62738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ttern">
            <a:extLst>
              <a:ext uri="{FF2B5EF4-FFF2-40B4-BE49-F238E27FC236}">
                <a16:creationId xmlns:a16="http://schemas.microsoft.com/office/drawing/2014/main" id="{7E1F3406-4D79-7280-8049-621713B6AC40}"/>
              </a:ext>
            </a:extLst>
          </p:cNvPr>
          <p:cNvSpPr/>
          <p:nvPr userDrawn="1"/>
        </p:nvSpPr>
        <p:spPr>
          <a:xfrm>
            <a:off x="247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ttern">
            <a:extLst>
              <a:ext uri="{FF2B5EF4-FFF2-40B4-BE49-F238E27FC236}">
                <a16:creationId xmlns:a16="http://schemas.microsoft.com/office/drawing/2014/main" id="{B88641C8-1C3B-937B-8D69-6E49AED23E88}"/>
              </a:ext>
            </a:extLst>
          </p:cNvPr>
          <p:cNvSpPr/>
          <p:nvPr userDrawn="1"/>
        </p:nvSpPr>
        <p:spPr>
          <a:xfrm>
            <a:off x="438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pattern">
            <a:extLst>
              <a:ext uri="{FF2B5EF4-FFF2-40B4-BE49-F238E27FC236}">
                <a16:creationId xmlns:a16="http://schemas.microsoft.com/office/drawing/2014/main" id="{559CB5FC-1324-4C7D-0E0E-CA9094A30602}"/>
              </a:ext>
            </a:extLst>
          </p:cNvPr>
          <p:cNvSpPr/>
          <p:nvPr userDrawn="1"/>
        </p:nvSpPr>
        <p:spPr>
          <a:xfrm>
            <a:off x="628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pattern">
            <a:extLst>
              <a:ext uri="{FF2B5EF4-FFF2-40B4-BE49-F238E27FC236}">
                <a16:creationId xmlns:a16="http://schemas.microsoft.com/office/drawing/2014/main" id="{D0115177-A8FE-B400-EDD5-FA9D4CFE7BAD}"/>
              </a:ext>
            </a:extLst>
          </p:cNvPr>
          <p:cNvSpPr/>
          <p:nvPr userDrawn="1"/>
        </p:nvSpPr>
        <p:spPr>
          <a:xfrm>
            <a:off x="819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ttern">
            <a:extLst>
              <a:ext uri="{FF2B5EF4-FFF2-40B4-BE49-F238E27FC236}">
                <a16:creationId xmlns:a16="http://schemas.microsoft.com/office/drawing/2014/main" id="{C3BA9889-A5B3-1041-9E93-8F13D9DF7FDA}"/>
              </a:ext>
            </a:extLst>
          </p:cNvPr>
          <p:cNvSpPr/>
          <p:nvPr userDrawn="1"/>
        </p:nvSpPr>
        <p:spPr>
          <a:xfrm>
            <a:off x="1009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ttern">
            <a:extLst>
              <a:ext uri="{FF2B5EF4-FFF2-40B4-BE49-F238E27FC236}">
                <a16:creationId xmlns:a16="http://schemas.microsoft.com/office/drawing/2014/main" id="{CC532F26-FB50-E91F-2202-F5EA27386647}"/>
              </a:ext>
            </a:extLst>
          </p:cNvPr>
          <p:cNvSpPr/>
          <p:nvPr userDrawn="1"/>
        </p:nvSpPr>
        <p:spPr>
          <a:xfrm>
            <a:off x="1200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ttern">
            <a:extLst>
              <a:ext uri="{FF2B5EF4-FFF2-40B4-BE49-F238E27FC236}">
                <a16:creationId xmlns:a16="http://schemas.microsoft.com/office/drawing/2014/main" id="{4F9F402A-BF2C-2BD7-06FC-F7C4AB18A7D9}"/>
              </a:ext>
            </a:extLst>
          </p:cNvPr>
          <p:cNvSpPr/>
          <p:nvPr userDrawn="1"/>
        </p:nvSpPr>
        <p:spPr>
          <a:xfrm>
            <a:off x="1390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ttern">
            <a:extLst>
              <a:ext uri="{FF2B5EF4-FFF2-40B4-BE49-F238E27FC236}">
                <a16:creationId xmlns:a16="http://schemas.microsoft.com/office/drawing/2014/main" id="{9094C406-0CF0-65EB-7064-071DA24C455D}"/>
              </a:ext>
            </a:extLst>
          </p:cNvPr>
          <p:cNvSpPr/>
          <p:nvPr userDrawn="1"/>
        </p:nvSpPr>
        <p:spPr>
          <a:xfrm>
            <a:off x="1581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pattern">
            <a:extLst>
              <a:ext uri="{FF2B5EF4-FFF2-40B4-BE49-F238E27FC236}">
                <a16:creationId xmlns:a16="http://schemas.microsoft.com/office/drawing/2014/main" id="{210A8FFF-0440-4ADB-F934-28CF2802A974}"/>
              </a:ext>
            </a:extLst>
          </p:cNvPr>
          <p:cNvSpPr/>
          <p:nvPr userDrawn="1"/>
        </p:nvSpPr>
        <p:spPr>
          <a:xfrm>
            <a:off x="1771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pattern">
            <a:extLst>
              <a:ext uri="{FF2B5EF4-FFF2-40B4-BE49-F238E27FC236}">
                <a16:creationId xmlns:a16="http://schemas.microsoft.com/office/drawing/2014/main" id="{755DD475-C3D9-C3F1-42E3-1A59853FDFA2}"/>
              </a:ext>
            </a:extLst>
          </p:cNvPr>
          <p:cNvSpPr/>
          <p:nvPr userDrawn="1"/>
        </p:nvSpPr>
        <p:spPr>
          <a:xfrm>
            <a:off x="1962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pattern">
            <a:extLst>
              <a:ext uri="{FF2B5EF4-FFF2-40B4-BE49-F238E27FC236}">
                <a16:creationId xmlns:a16="http://schemas.microsoft.com/office/drawing/2014/main" id="{FE22BEAD-CA81-4EBE-F11D-69CEF8CB91A9}"/>
              </a:ext>
            </a:extLst>
          </p:cNvPr>
          <p:cNvSpPr/>
          <p:nvPr userDrawn="1"/>
        </p:nvSpPr>
        <p:spPr>
          <a:xfrm>
            <a:off x="2152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pattern">
            <a:extLst>
              <a:ext uri="{FF2B5EF4-FFF2-40B4-BE49-F238E27FC236}">
                <a16:creationId xmlns:a16="http://schemas.microsoft.com/office/drawing/2014/main" id="{82C4A7B6-3A45-18B3-6EB8-7B8B0C30F3C9}"/>
              </a:ext>
            </a:extLst>
          </p:cNvPr>
          <p:cNvSpPr/>
          <p:nvPr userDrawn="1"/>
        </p:nvSpPr>
        <p:spPr>
          <a:xfrm>
            <a:off x="2343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pattern">
            <a:extLst>
              <a:ext uri="{FF2B5EF4-FFF2-40B4-BE49-F238E27FC236}">
                <a16:creationId xmlns:a16="http://schemas.microsoft.com/office/drawing/2014/main" id="{87D64AC3-7329-47D1-AB33-3F48B2F84E8F}"/>
              </a:ext>
            </a:extLst>
          </p:cNvPr>
          <p:cNvSpPr/>
          <p:nvPr userDrawn="1"/>
        </p:nvSpPr>
        <p:spPr>
          <a:xfrm>
            <a:off x="2533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pattern">
            <a:extLst>
              <a:ext uri="{FF2B5EF4-FFF2-40B4-BE49-F238E27FC236}">
                <a16:creationId xmlns:a16="http://schemas.microsoft.com/office/drawing/2014/main" id="{71CFF146-2610-0B21-7D36-572BE90A4322}"/>
              </a:ext>
            </a:extLst>
          </p:cNvPr>
          <p:cNvSpPr/>
          <p:nvPr userDrawn="1"/>
        </p:nvSpPr>
        <p:spPr>
          <a:xfrm>
            <a:off x="2724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attern">
            <a:extLst>
              <a:ext uri="{FF2B5EF4-FFF2-40B4-BE49-F238E27FC236}">
                <a16:creationId xmlns:a16="http://schemas.microsoft.com/office/drawing/2014/main" id="{783B49AC-DAAD-9BB8-7162-F9684B5E5B8E}"/>
              </a:ext>
            </a:extLst>
          </p:cNvPr>
          <p:cNvSpPr/>
          <p:nvPr userDrawn="1"/>
        </p:nvSpPr>
        <p:spPr>
          <a:xfrm>
            <a:off x="2914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pattern">
            <a:extLst>
              <a:ext uri="{FF2B5EF4-FFF2-40B4-BE49-F238E27FC236}">
                <a16:creationId xmlns:a16="http://schemas.microsoft.com/office/drawing/2014/main" id="{2C08F188-4E3C-F92B-5F01-28681BAA1F6B}"/>
              </a:ext>
            </a:extLst>
          </p:cNvPr>
          <p:cNvSpPr/>
          <p:nvPr userDrawn="1"/>
        </p:nvSpPr>
        <p:spPr>
          <a:xfrm>
            <a:off x="3105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pattern">
            <a:extLst>
              <a:ext uri="{FF2B5EF4-FFF2-40B4-BE49-F238E27FC236}">
                <a16:creationId xmlns:a16="http://schemas.microsoft.com/office/drawing/2014/main" id="{70CDA57B-966F-A735-F366-846877DF8F1C}"/>
              </a:ext>
            </a:extLst>
          </p:cNvPr>
          <p:cNvSpPr/>
          <p:nvPr userDrawn="1"/>
        </p:nvSpPr>
        <p:spPr>
          <a:xfrm>
            <a:off x="3295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attern">
            <a:extLst>
              <a:ext uri="{FF2B5EF4-FFF2-40B4-BE49-F238E27FC236}">
                <a16:creationId xmlns:a16="http://schemas.microsoft.com/office/drawing/2014/main" id="{1751931E-1D47-31A4-F377-1D6FFCC07325}"/>
              </a:ext>
            </a:extLst>
          </p:cNvPr>
          <p:cNvSpPr/>
          <p:nvPr userDrawn="1"/>
        </p:nvSpPr>
        <p:spPr>
          <a:xfrm>
            <a:off x="3486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pattern">
            <a:extLst>
              <a:ext uri="{FF2B5EF4-FFF2-40B4-BE49-F238E27FC236}">
                <a16:creationId xmlns:a16="http://schemas.microsoft.com/office/drawing/2014/main" id="{1FC51832-DD1F-4E8F-D824-05E7BC5F67C7}"/>
              </a:ext>
            </a:extLst>
          </p:cNvPr>
          <p:cNvSpPr/>
          <p:nvPr userDrawn="1"/>
        </p:nvSpPr>
        <p:spPr>
          <a:xfrm>
            <a:off x="3676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ttern">
            <a:extLst>
              <a:ext uri="{FF2B5EF4-FFF2-40B4-BE49-F238E27FC236}">
                <a16:creationId xmlns:a16="http://schemas.microsoft.com/office/drawing/2014/main" id="{3892DCC2-A20E-ECF5-573D-74E2BD69F926}"/>
              </a:ext>
            </a:extLst>
          </p:cNvPr>
          <p:cNvSpPr/>
          <p:nvPr userDrawn="1"/>
        </p:nvSpPr>
        <p:spPr>
          <a:xfrm>
            <a:off x="3867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ttern">
            <a:extLst>
              <a:ext uri="{FF2B5EF4-FFF2-40B4-BE49-F238E27FC236}">
                <a16:creationId xmlns:a16="http://schemas.microsoft.com/office/drawing/2014/main" id="{8BB3301B-9099-8FC5-57B2-0A010240FB07}"/>
              </a:ext>
            </a:extLst>
          </p:cNvPr>
          <p:cNvSpPr/>
          <p:nvPr userDrawn="1"/>
        </p:nvSpPr>
        <p:spPr>
          <a:xfrm>
            <a:off x="4057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pattern">
            <a:extLst>
              <a:ext uri="{FF2B5EF4-FFF2-40B4-BE49-F238E27FC236}">
                <a16:creationId xmlns:a16="http://schemas.microsoft.com/office/drawing/2014/main" id="{850BE84D-6BB2-E5AF-8A6A-DF7D40321D6F}"/>
              </a:ext>
            </a:extLst>
          </p:cNvPr>
          <p:cNvSpPr/>
          <p:nvPr userDrawn="1"/>
        </p:nvSpPr>
        <p:spPr>
          <a:xfrm>
            <a:off x="4248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ttern">
            <a:extLst>
              <a:ext uri="{FF2B5EF4-FFF2-40B4-BE49-F238E27FC236}">
                <a16:creationId xmlns:a16="http://schemas.microsoft.com/office/drawing/2014/main" id="{EF22AD00-F2A3-960F-CF5A-C4665ED69C08}"/>
              </a:ext>
            </a:extLst>
          </p:cNvPr>
          <p:cNvSpPr/>
          <p:nvPr userDrawn="1"/>
        </p:nvSpPr>
        <p:spPr>
          <a:xfrm>
            <a:off x="4438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pattern">
            <a:extLst>
              <a:ext uri="{FF2B5EF4-FFF2-40B4-BE49-F238E27FC236}">
                <a16:creationId xmlns:a16="http://schemas.microsoft.com/office/drawing/2014/main" id="{745DE3AA-6E21-2518-CEE3-A4CBF8EC5887}"/>
              </a:ext>
            </a:extLst>
          </p:cNvPr>
          <p:cNvSpPr/>
          <p:nvPr userDrawn="1"/>
        </p:nvSpPr>
        <p:spPr>
          <a:xfrm>
            <a:off x="4629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pattern">
            <a:extLst>
              <a:ext uri="{FF2B5EF4-FFF2-40B4-BE49-F238E27FC236}">
                <a16:creationId xmlns:a16="http://schemas.microsoft.com/office/drawing/2014/main" id="{E910148F-62F1-D0FF-2C94-BBABAB463640}"/>
              </a:ext>
            </a:extLst>
          </p:cNvPr>
          <p:cNvSpPr/>
          <p:nvPr userDrawn="1"/>
        </p:nvSpPr>
        <p:spPr>
          <a:xfrm>
            <a:off x="4819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pattern">
            <a:extLst>
              <a:ext uri="{FF2B5EF4-FFF2-40B4-BE49-F238E27FC236}">
                <a16:creationId xmlns:a16="http://schemas.microsoft.com/office/drawing/2014/main" id="{8F7A8FBF-DD20-DCE8-020C-CBF122671386}"/>
              </a:ext>
            </a:extLst>
          </p:cNvPr>
          <p:cNvSpPr/>
          <p:nvPr userDrawn="1"/>
        </p:nvSpPr>
        <p:spPr>
          <a:xfrm>
            <a:off x="5010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attern">
            <a:extLst>
              <a:ext uri="{FF2B5EF4-FFF2-40B4-BE49-F238E27FC236}">
                <a16:creationId xmlns:a16="http://schemas.microsoft.com/office/drawing/2014/main" id="{EB4A5303-F488-54EA-C524-7EFA2FD09C51}"/>
              </a:ext>
            </a:extLst>
          </p:cNvPr>
          <p:cNvSpPr/>
          <p:nvPr userDrawn="1"/>
        </p:nvSpPr>
        <p:spPr>
          <a:xfrm>
            <a:off x="5200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pattern">
            <a:extLst>
              <a:ext uri="{FF2B5EF4-FFF2-40B4-BE49-F238E27FC236}">
                <a16:creationId xmlns:a16="http://schemas.microsoft.com/office/drawing/2014/main" id="{C88A0619-03C5-8161-7B13-FD46884D7AD5}"/>
              </a:ext>
            </a:extLst>
          </p:cNvPr>
          <p:cNvSpPr/>
          <p:nvPr userDrawn="1"/>
        </p:nvSpPr>
        <p:spPr>
          <a:xfrm>
            <a:off x="5391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pattern">
            <a:extLst>
              <a:ext uri="{FF2B5EF4-FFF2-40B4-BE49-F238E27FC236}">
                <a16:creationId xmlns:a16="http://schemas.microsoft.com/office/drawing/2014/main" id="{CE3955FC-FABB-ECF9-0B19-811777F5CD60}"/>
              </a:ext>
            </a:extLst>
          </p:cNvPr>
          <p:cNvSpPr/>
          <p:nvPr userDrawn="1"/>
        </p:nvSpPr>
        <p:spPr>
          <a:xfrm>
            <a:off x="5581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pattern">
            <a:extLst>
              <a:ext uri="{FF2B5EF4-FFF2-40B4-BE49-F238E27FC236}">
                <a16:creationId xmlns:a16="http://schemas.microsoft.com/office/drawing/2014/main" id="{45B5B861-A481-9978-C0ED-42BEAF2D89ED}"/>
              </a:ext>
            </a:extLst>
          </p:cNvPr>
          <p:cNvSpPr/>
          <p:nvPr userDrawn="1"/>
        </p:nvSpPr>
        <p:spPr>
          <a:xfrm>
            <a:off x="5772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pattern">
            <a:extLst>
              <a:ext uri="{FF2B5EF4-FFF2-40B4-BE49-F238E27FC236}">
                <a16:creationId xmlns:a16="http://schemas.microsoft.com/office/drawing/2014/main" id="{FC942755-6893-7BD5-D806-6E76C86D2522}"/>
              </a:ext>
            </a:extLst>
          </p:cNvPr>
          <p:cNvSpPr/>
          <p:nvPr userDrawn="1"/>
        </p:nvSpPr>
        <p:spPr>
          <a:xfrm>
            <a:off x="5962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pattern">
            <a:extLst>
              <a:ext uri="{FF2B5EF4-FFF2-40B4-BE49-F238E27FC236}">
                <a16:creationId xmlns:a16="http://schemas.microsoft.com/office/drawing/2014/main" id="{8EDF93C5-ECF9-4122-D0A4-3C8A9D89CE7D}"/>
              </a:ext>
            </a:extLst>
          </p:cNvPr>
          <p:cNvSpPr/>
          <p:nvPr userDrawn="1"/>
        </p:nvSpPr>
        <p:spPr>
          <a:xfrm>
            <a:off x="6153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pattern">
            <a:extLst>
              <a:ext uri="{FF2B5EF4-FFF2-40B4-BE49-F238E27FC236}">
                <a16:creationId xmlns:a16="http://schemas.microsoft.com/office/drawing/2014/main" id="{4A38AF32-2425-42B0-43AB-4C30F4E1A92E}"/>
              </a:ext>
            </a:extLst>
          </p:cNvPr>
          <p:cNvSpPr/>
          <p:nvPr userDrawn="1"/>
        </p:nvSpPr>
        <p:spPr>
          <a:xfrm>
            <a:off x="6343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pattern">
            <a:extLst>
              <a:ext uri="{FF2B5EF4-FFF2-40B4-BE49-F238E27FC236}">
                <a16:creationId xmlns:a16="http://schemas.microsoft.com/office/drawing/2014/main" id="{31AE9B51-AC33-B692-C80B-145B7A4EA460}"/>
              </a:ext>
            </a:extLst>
          </p:cNvPr>
          <p:cNvSpPr/>
          <p:nvPr userDrawn="1"/>
        </p:nvSpPr>
        <p:spPr>
          <a:xfrm>
            <a:off x="6534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pattern">
            <a:extLst>
              <a:ext uri="{FF2B5EF4-FFF2-40B4-BE49-F238E27FC236}">
                <a16:creationId xmlns:a16="http://schemas.microsoft.com/office/drawing/2014/main" id="{5FDE79B1-8634-7819-50CC-A22F4286EC06}"/>
              </a:ext>
            </a:extLst>
          </p:cNvPr>
          <p:cNvSpPr/>
          <p:nvPr userDrawn="1"/>
        </p:nvSpPr>
        <p:spPr>
          <a:xfrm>
            <a:off x="6724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pattern">
            <a:extLst>
              <a:ext uri="{FF2B5EF4-FFF2-40B4-BE49-F238E27FC236}">
                <a16:creationId xmlns:a16="http://schemas.microsoft.com/office/drawing/2014/main" id="{DB9A03D1-0061-0406-C396-0BB81FC6D541}"/>
              </a:ext>
            </a:extLst>
          </p:cNvPr>
          <p:cNvSpPr/>
          <p:nvPr userDrawn="1"/>
        </p:nvSpPr>
        <p:spPr>
          <a:xfrm>
            <a:off x="6915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pattern">
            <a:extLst>
              <a:ext uri="{FF2B5EF4-FFF2-40B4-BE49-F238E27FC236}">
                <a16:creationId xmlns:a16="http://schemas.microsoft.com/office/drawing/2014/main" id="{B6182A64-CB20-68C6-842E-2EB4BFE11911}"/>
              </a:ext>
            </a:extLst>
          </p:cNvPr>
          <p:cNvSpPr/>
          <p:nvPr userDrawn="1"/>
        </p:nvSpPr>
        <p:spPr>
          <a:xfrm>
            <a:off x="7105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pattern">
            <a:extLst>
              <a:ext uri="{FF2B5EF4-FFF2-40B4-BE49-F238E27FC236}">
                <a16:creationId xmlns:a16="http://schemas.microsoft.com/office/drawing/2014/main" id="{482EBCB2-CA95-D00C-BB80-D6E7905F93D6}"/>
              </a:ext>
            </a:extLst>
          </p:cNvPr>
          <p:cNvSpPr/>
          <p:nvPr userDrawn="1"/>
        </p:nvSpPr>
        <p:spPr>
          <a:xfrm>
            <a:off x="7296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pattern">
            <a:extLst>
              <a:ext uri="{FF2B5EF4-FFF2-40B4-BE49-F238E27FC236}">
                <a16:creationId xmlns:a16="http://schemas.microsoft.com/office/drawing/2014/main" id="{0E16BD39-70E3-5F26-22A2-B3A7BC14421B}"/>
              </a:ext>
            </a:extLst>
          </p:cNvPr>
          <p:cNvSpPr/>
          <p:nvPr userDrawn="1"/>
        </p:nvSpPr>
        <p:spPr>
          <a:xfrm>
            <a:off x="7486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pattern">
            <a:extLst>
              <a:ext uri="{FF2B5EF4-FFF2-40B4-BE49-F238E27FC236}">
                <a16:creationId xmlns:a16="http://schemas.microsoft.com/office/drawing/2014/main" id="{761E11A1-5B41-9DEA-CEA0-44DBABD51964}"/>
              </a:ext>
            </a:extLst>
          </p:cNvPr>
          <p:cNvSpPr/>
          <p:nvPr userDrawn="1"/>
        </p:nvSpPr>
        <p:spPr>
          <a:xfrm>
            <a:off x="7677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pattern">
            <a:extLst>
              <a:ext uri="{FF2B5EF4-FFF2-40B4-BE49-F238E27FC236}">
                <a16:creationId xmlns:a16="http://schemas.microsoft.com/office/drawing/2014/main" id="{982FCDE1-4EBE-24A0-D224-7B16E08F2F75}"/>
              </a:ext>
            </a:extLst>
          </p:cNvPr>
          <p:cNvSpPr/>
          <p:nvPr userDrawn="1"/>
        </p:nvSpPr>
        <p:spPr>
          <a:xfrm>
            <a:off x="7867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pattern">
            <a:extLst>
              <a:ext uri="{FF2B5EF4-FFF2-40B4-BE49-F238E27FC236}">
                <a16:creationId xmlns:a16="http://schemas.microsoft.com/office/drawing/2014/main" id="{6B3B8C08-0430-C14D-70FD-6B68B9270EAF}"/>
              </a:ext>
            </a:extLst>
          </p:cNvPr>
          <p:cNvSpPr/>
          <p:nvPr userDrawn="1"/>
        </p:nvSpPr>
        <p:spPr>
          <a:xfrm>
            <a:off x="8058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pattern">
            <a:extLst>
              <a:ext uri="{FF2B5EF4-FFF2-40B4-BE49-F238E27FC236}">
                <a16:creationId xmlns:a16="http://schemas.microsoft.com/office/drawing/2014/main" id="{D5419DD3-455E-AB1E-2720-F7D20E4B9623}"/>
              </a:ext>
            </a:extLst>
          </p:cNvPr>
          <p:cNvSpPr/>
          <p:nvPr userDrawn="1"/>
        </p:nvSpPr>
        <p:spPr>
          <a:xfrm>
            <a:off x="8248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pattern">
            <a:extLst>
              <a:ext uri="{FF2B5EF4-FFF2-40B4-BE49-F238E27FC236}">
                <a16:creationId xmlns:a16="http://schemas.microsoft.com/office/drawing/2014/main" id="{E08E88D3-3272-B256-E836-C1FEB181FC45}"/>
              </a:ext>
            </a:extLst>
          </p:cNvPr>
          <p:cNvSpPr/>
          <p:nvPr userDrawn="1"/>
        </p:nvSpPr>
        <p:spPr>
          <a:xfrm>
            <a:off x="8439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pattern">
            <a:extLst>
              <a:ext uri="{FF2B5EF4-FFF2-40B4-BE49-F238E27FC236}">
                <a16:creationId xmlns:a16="http://schemas.microsoft.com/office/drawing/2014/main" id="{51F8AAF2-A728-9E38-F52A-418277258991}"/>
              </a:ext>
            </a:extLst>
          </p:cNvPr>
          <p:cNvSpPr/>
          <p:nvPr userDrawn="1"/>
        </p:nvSpPr>
        <p:spPr>
          <a:xfrm>
            <a:off x="8629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pattern">
            <a:extLst>
              <a:ext uri="{FF2B5EF4-FFF2-40B4-BE49-F238E27FC236}">
                <a16:creationId xmlns:a16="http://schemas.microsoft.com/office/drawing/2014/main" id="{62ACEF5B-6A35-8DDD-99F9-1AA6C5F91158}"/>
              </a:ext>
            </a:extLst>
          </p:cNvPr>
          <p:cNvSpPr/>
          <p:nvPr userDrawn="1"/>
        </p:nvSpPr>
        <p:spPr>
          <a:xfrm>
            <a:off x="8820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pattern">
            <a:extLst>
              <a:ext uri="{FF2B5EF4-FFF2-40B4-BE49-F238E27FC236}">
                <a16:creationId xmlns:a16="http://schemas.microsoft.com/office/drawing/2014/main" id="{E88C3906-AFE6-540A-AE37-D7B096DA04D7}"/>
              </a:ext>
            </a:extLst>
          </p:cNvPr>
          <p:cNvSpPr/>
          <p:nvPr userDrawn="1"/>
        </p:nvSpPr>
        <p:spPr>
          <a:xfrm>
            <a:off x="9010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pattern">
            <a:extLst>
              <a:ext uri="{FF2B5EF4-FFF2-40B4-BE49-F238E27FC236}">
                <a16:creationId xmlns:a16="http://schemas.microsoft.com/office/drawing/2014/main" id="{5479BD61-B43B-7414-3F94-D5C3AA17B15D}"/>
              </a:ext>
            </a:extLst>
          </p:cNvPr>
          <p:cNvSpPr/>
          <p:nvPr userDrawn="1"/>
        </p:nvSpPr>
        <p:spPr>
          <a:xfrm>
            <a:off x="9201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pattern">
            <a:extLst>
              <a:ext uri="{FF2B5EF4-FFF2-40B4-BE49-F238E27FC236}">
                <a16:creationId xmlns:a16="http://schemas.microsoft.com/office/drawing/2014/main" id="{17F378AF-38C4-F95D-362A-483119874084}"/>
              </a:ext>
            </a:extLst>
          </p:cNvPr>
          <p:cNvSpPr/>
          <p:nvPr userDrawn="1"/>
        </p:nvSpPr>
        <p:spPr>
          <a:xfrm>
            <a:off x="9391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attern">
            <a:extLst>
              <a:ext uri="{FF2B5EF4-FFF2-40B4-BE49-F238E27FC236}">
                <a16:creationId xmlns:a16="http://schemas.microsoft.com/office/drawing/2014/main" id="{74A0AB09-E531-9F15-CFFB-EDBA68DBEB2D}"/>
              </a:ext>
            </a:extLst>
          </p:cNvPr>
          <p:cNvSpPr/>
          <p:nvPr userDrawn="1"/>
        </p:nvSpPr>
        <p:spPr>
          <a:xfrm>
            <a:off x="9582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pattern">
            <a:extLst>
              <a:ext uri="{FF2B5EF4-FFF2-40B4-BE49-F238E27FC236}">
                <a16:creationId xmlns:a16="http://schemas.microsoft.com/office/drawing/2014/main" id="{C20EC97A-6A20-41E9-3F6D-921203AD4FED}"/>
              </a:ext>
            </a:extLst>
          </p:cNvPr>
          <p:cNvSpPr/>
          <p:nvPr userDrawn="1"/>
        </p:nvSpPr>
        <p:spPr>
          <a:xfrm>
            <a:off x="9772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pattern">
            <a:extLst>
              <a:ext uri="{FF2B5EF4-FFF2-40B4-BE49-F238E27FC236}">
                <a16:creationId xmlns:a16="http://schemas.microsoft.com/office/drawing/2014/main" id="{A5E9CDAF-CAF5-8F82-8D52-464FFF97C6B5}"/>
              </a:ext>
            </a:extLst>
          </p:cNvPr>
          <p:cNvSpPr/>
          <p:nvPr userDrawn="1"/>
        </p:nvSpPr>
        <p:spPr>
          <a:xfrm>
            <a:off x="9963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pattern">
            <a:extLst>
              <a:ext uri="{FF2B5EF4-FFF2-40B4-BE49-F238E27FC236}">
                <a16:creationId xmlns:a16="http://schemas.microsoft.com/office/drawing/2014/main" id="{F506D1ED-B40B-C569-85BA-705A8A0F30B7}"/>
              </a:ext>
            </a:extLst>
          </p:cNvPr>
          <p:cNvSpPr/>
          <p:nvPr userDrawn="1"/>
        </p:nvSpPr>
        <p:spPr>
          <a:xfrm>
            <a:off x="10153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pattern">
            <a:extLst>
              <a:ext uri="{FF2B5EF4-FFF2-40B4-BE49-F238E27FC236}">
                <a16:creationId xmlns:a16="http://schemas.microsoft.com/office/drawing/2014/main" id="{CD72A51F-A84E-F953-9698-5F5B49A14139}"/>
              </a:ext>
            </a:extLst>
          </p:cNvPr>
          <p:cNvSpPr/>
          <p:nvPr userDrawn="1"/>
        </p:nvSpPr>
        <p:spPr>
          <a:xfrm>
            <a:off x="10344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ttern">
            <a:extLst>
              <a:ext uri="{FF2B5EF4-FFF2-40B4-BE49-F238E27FC236}">
                <a16:creationId xmlns:a16="http://schemas.microsoft.com/office/drawing/2014/main" id="{7DAE6025-56BC-7B9D-DF7E-8EBCFB74E9A3}"/>
              </a:ext>
            </a:extLst>
          </p:cNvPr>
          <p:cNvSpPr/>
          <p:nvPr userDrawn="1"/>
        </p:nvSpPr>
        <p:spPr>
          <a:xfrm>
            <a:off x="10534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ttern">
            <a:extLst>
              <a:ext uri="{FF2B5EF4-FFF2-40B4-BE49-F238E27FC236}">
                <a16:creationId xmlns:a16="http://schemas.microsoft.com/office/drawing/2014/main" id="{249871B9-5930-09E8-9CB3-42AD7653317D}"/>
              </a:ext>
            </a:extLst>
          </p:cNvPr>
          <p:cNvSpPr/>
          <p:nvPr userDrawn="1"/>
        </p:nvSpPr>
        <p:spPr>
          <a:xfrm>
            <a:off x="10725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pattern">
            <a:extLst>
              <a:ext uri="{FF2B5EF4-FFF2-40B4-BE49-F238E27FC236}">
                <a16:creationId xmlns:a16="http://schemas.microsoft.com/office/drawing/2014/main" id="{240792F3-E7B5-821D-9FF8-24A2E589FE1D}"/>
              </a:ext>
            </a:extLst>
          </p:cNvPr>
          <p:cNvSpPr/>
          <p:nvPr userDrawn="1"/>
        </p:nvSpPr>
        <p:spPr>
          <a:xfrm>
            <a:off x="10915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pattern">
            <a:extLst>
              <a:ext uri="{FF2B5EF4-FFF2-40B4-BE49-F238E27FC236}">
                <a16:creationId xmlns:a16="http://schemas.microsoft.com/office/drawing/2014/main" id="{5165C4A5-1CE0-6465-48DD-7E4B5C441561}"/>
              </a:ext>
            </a:extLst>
          </p:cNvPr>
          <p:cNvSpPr/>
          <p:nvPr userDrawn="1"/>
        </p:nvSpPr>
        <p:spPr>
          <a:xfrm>
            <a:off x="11106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pattern">
            <a:extLst>
              <a:ext uri="{FF2B5EF4-FFF2-40B4-BE49-F238E27FC236}">
                <a16:creationId xmlns:a16="http://schemas.microsoft.com/office/drawing/2014/main" id="{E7149AD0-9819-360C-6823-A08D800738B5}"/>
              </a:ext>
            </a:extLst>
          </p:cNvPr>
          <p:cNvSpPr/>
          <p:nvPr userDrawn="1"/>
        </p:nvSpPr>
        <p:spPr>
          <a:xfrm>
            <a:off x="11296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pattern">
            <a:extLst>
              <a:ext uri="{FF2B5EF4-FFF2-40B4-BE49-F238E27FC236}">
                <a16:creationId xmlns:a16="http://schemas.microsoft.com/office/drawing/2014/main" id="{0223F372-980E-971F-2E00-57B491DA5F32}"/>
              </a:ext>
            </a:extLst>
          </p:cNvPr>
          <p:cNvSpPr/>
          <p:nvPr userDrawn="1"/>
        </p:nvSpPr>
        <p:spPr>
          <a:xfrm>
            <a:off x="11487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ttern">
            <a:extLst>
              <a:ext uri="{FF2B5EF4-FFF2-40B4-BE49-F238E27FC236}">
                <a16:creationId xmlns:a16="http://schemas.microsoft.com/office/drawing/2014/main" id="{6D70A8B7-583F-7331-2D9A-F9EBAD0EAD68}"/>
              </a:ext>
            </a:extLst>
          </p:cNvPr>
          <p:cNvSpPr/>
          <p:nvPr userDrawn="1"/>
        </p:nvSpPr>
        <p:spPr>
          <a:xfrm>
            <a:off x="11677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attern">
            <a:extLst>
              <a:ext uri="{FF2B5EF4-FFF2-40B4-BE49-F238E27FC236}">
                <a16:creationId xmlns:a16="http://schemas.microsoft.com/office/drawing/2014/main" id="{531E3ABD-AAF9-259E-3744-6BB4609D8117}"/>
              </a:ext>
            </a:extLst>
          </p:cNvPr>
          <p:cNvSpPr/>
          <p:nvPr userDrawn="1"/>
        </p:nvSpPr>
        <p:spPr>
          <a:xfrm>
            <a:off x="11868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pattern">
            <a:extLst>
              <a:ext uri="{FF2B5EF4-FFF2-40B4-BE49-F238E27FC236}">
                <a16:creationId xmlns:a16="http://schemas.microsoft.com/office/drawing/2014/main" id="{BF16D464-5865-C8D4-3927-B9A3A698852C}"/>
              </a:ext>
            </a:extLst>
          </p:cNvPr>
          <p:cNvSpPr/>
          <p:nvPr userDrawn="1"/>
        </p:nvSpPr>
        <p:spPr>
          <a:xfrm>
            <a:off x="120586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pattern">
            <a:extLst>
              <a:ext uri="{FF2B5EF4-FFF2-40B4-BE49-F238E27FC236}">
                <a16:creationId xmlns:a16="http://schemas.microsoft.com/office/drawing/2014/main" id="{9BCB984D-D612-45AB-F625-FD61AA54E482}"/>
              </a:ext>
            </a:extLst>
          </p:cNvPr>
          <p:cNvSpPr/>
          <p:nvPr userDrawn="1"/>
        </p:nvSpPr>
        <p:spPr>
          <a:xfrm>
            <a:off x="12249150" y="6451600"/>
            <a:ext cx="50800" cy="508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6290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DF2C6DE3-54E2-350E-2FA8-673C7130FAA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87548" y="2288329"/>
            <a:ext cx="2512872" cy="51095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887BF53E-2823-4C9F-39D9-24F41FC16EA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88592" y="2288330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BDCF33E0-7C18-A1E6-29E1-24BE80FC2D3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7548" y="3182508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ED73AB1E-D089-A0A2-6F55-E8148E4362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88592" y="3182508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BA674BBD-A584-CFF0-A844-AD0B06C074C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7548" y="4076686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A21D0425-A5A7-4B80-DCAE-99762F2300C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88592" y="4076686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1D8156A5-A5B6-E6AF-CDDC-E3537281F43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7548" y="4970864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EFD7DBCC-BCAA-74E1-73F3-598CED9A59D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88592" y="4970864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976B0C87-9389-CDA7-8EEB-E2D64305AEA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172393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1D306FB2-6929-9F70-186E-1823C385B83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39FAD188-1D52-F50B-3BF8-E400B037BE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795519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9F2721EF-8DD2-504A-B4CE-56C27B32B93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3901565" cy="37194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2B399000-024B-068D-1145-34FCB4A74F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B9B2FB8B-B118-87CF-6A41-47E49F455AD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8139" y="2339424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225A9FD1-0185-73C0-8174-939477DC5A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1119F258-A331-1869-72B8-1CCF1720CA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1634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D45D37B4-9D66-269B-CBB3-B04A41129DE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1634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A691EB70-42E0-4889-6EF5-091FF535C41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18139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8510CBF8-C60D-6970-0E23-C29D13B8FC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18139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9B400BA-02FD-4169-90D1-7E069F736F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057234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E268C9EE-9161-98CB-2BC7-1D2943F8852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179202" y="2677935"/>
            <a:ext cx="3094800" cy="24142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A46CB8D6-711B-29C9-6536-E20C6A638BC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5" y="2160590"/>
            <a:ext cx="5158001" cy="2217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CFB8D306-DCCE-4BC3-7ECA-589CBA8448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7335" y="4377785"/>
            <a:ext cx="5158001" cy="12317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0E86D159-3CDC-E989-2635-B4E3B5926C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007257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80C0633C-F83D-31E0-FD13-C23E0F74432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88747"/>
            <a:ext cx="8596668" cy="62081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AAC884EF-710B-566E-4338-0988DA34AD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2339424"/>
            <a:ext cx="3989736" cy="149948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E4890A66-1BBB-E0F8-9729-A2E9EA84A0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3" y="3838906"/>
            <a:ext cx="3989736" cy="83304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53D12DEB-BD6F-DD85-4E33-0004FB5DB4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06309" y="2339425"/>
            <a:ext cx="3813394" cy="5690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71A19FEF-30E4-AD89-166D-8C7F37C6A6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06309" y="2908505"/>
            <a:ext cx="3813394" cy="316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7277008D-5631-AEF7-2B87-B25E398A99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06310" y="3786717"/>
            <a:ext cx="1664227" cy="5690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754AFC53-664E-8BFE-0EBA-307D141CE68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06310" y="4355796"/>
            <a:ext cx="1664227" cy="316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1D059EBC-BEB7-F057-E94A-2CBB9C850E8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477" y="3786717"/>
            <a:ext cx="1664227" cy="5690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F0677470-4278-BFED-467E-8BE23CCC76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55477" y="4355796"/>
            <a:ext cx="1664227" cy="316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EAEA321E-0F0A-467C-DB07-0AACFA86C1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213047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B73A0542-F048-E169-BEA0-31C4481A7B4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88747"/>
            <a:ext cx="8596668" cy="62081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52AC9A3D-4BFE-AC5F-1F98-9143F76315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339425"/>
            <a:ext cx="3901565" cy="11347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644322AD-F9CF-538B-6611-57A66861A9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4" y="3474168"/>
            <a:ext cx="3901565" cy="6304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F4341C05-A184-5987-A745-91065040E8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339425"/>
            <a:ext cx="3901565" cy="11347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AE5CD82D-6D9D-B81B-0381-6835B9FEABE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18139" y="3474168"/>
            <a:ext cx="3901565" cy="6304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2CCDDE24-86F7-3120-8BD4-8AFD53193FB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753026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5928330E-90FD-377E-3F66-9E88EC8BC16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88747"/>
            <a:ext cx="8596668" cy="62081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CEC82595-980B-F359-F5B6-83245B1313A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87548" y="2288330"/>
            <a:ext cx="2177822" cy="321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FC03D620-0A72-05EC-2BBD-3039A97CE9B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53542" y="2288329"/>
            <a:ext cx="6110247" cy="237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27044939-73CB-60E4-21E1-FAE625DCFC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87548" y="2992814"/>
            <a:ext cx="2177822" cy="321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4D991886-DC7A-9613-CB13-DFEAA9E5F6E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53542" y="2992813"/>
            <a:ext cx="6110247" cy="237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50D839BB-AD78-87B5-381B-1F3FD5D0F4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7548" y="3697299"/>
            <a:ext cx="2177822" cy="321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608700F8-36EF-B1E4-59BA-1723A551EEF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53542" y="3697298"/>
            <a:ext cx="6110247" cy="237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DA662FB7-4A8F-8457-94A5-7190662712E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7548" y="4401783"/>
            <a:ext cx="2177822" cy="321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D2705D1D-540B-5808-3D25-3688F00A66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53542" y="4401782"/>
            <a:ext cx="6110247" cy="237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DF650AC5-B9E0-12E2-E5B8-AA6CEAC3824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814304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49F88E94-38A4-D973-576A-46935F05938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339424"/>
            <a:ext cx="484940" cy="562055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45E08787-7540-078F-CCE5-4328CAE1F68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4745" y="2339424"/>
            <a:ext cx="7714959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948B66F5-7C24-C5A2-ECBB-7E978D95DD3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745" y="2711373"/>
            <a:ext cx="7714959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B771404B-CD9F-A1E9-1FA7-0D578848E01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3" y="4166104"/>
            <a:ext cx="484940" cy="562055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18966E5-F485-21CF-0A1A-A8C5885E13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04745" y="4166103"/>
            <a:ext cx="7714959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6B9D9593-B324-72FB-A5FC-B33E234013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04745" y="4538052"/>
            <a:ext cx="7714959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E0988A85-943B-1AE3-2730-1AF9A7CA0B9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751518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E2F08745-ABCD-677E-D456-7B643E395AC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3901565" cy="37194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DD3A32BE-64F3-EA4E-3810-75085DB69C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C7F44616-FA26-7CEA-6201-603560ACBE1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8139" y="2339424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5F201B5B-1F5E-B973-9170-A71DF4AFBA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C8DE643B-0BB7-02FE-8BDE-E8B462E843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1634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484A02B5-5B7C-3A92-804A-C540D30515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1634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3BFE3AB4-4600-F79B-F96B-43BA01B48A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18139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3D64AA5A-408F-81D3-49A1-A3DD5B19969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18139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6BF8E44F-C389-AE5F-1366-4BFC001DBD1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774662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69A4D1D9-DDF8-0D51-DDC5-C43885543EE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664825"/>
            <a:ext cx="1708312" cy="81350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BE3C59BF-1BC4-88A3-F742-F60279412C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3478326"/>
            <a:ext cx="1708312" cy="19524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0554C8E1-9274-C601-8227-D53865BD6E4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24886" y="2664825"/>
            <a:ext cx="1708312" cy="8135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659D56B7-F730-FB12-846D-9D244762403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24886" y="3478326"/>
            <a:ext cx="1708312" cy="19524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959AFF6E-49C4-DEBC-86C7-9E8F902231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18138" y="2664825"/>
            <a:ext cx="1708312" cy="8135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95C34511-5281-56AB-DF3F-C62EEA488C4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18138" y="3478326"/>
            <a:ext cx="1708312" cy="19524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4778D9DB-FAFC-CC52-AF57-A80D2C5A7E0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411391" y="2664825"/>
            <a:ext cx="1708312" cy="8135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E8CBA108-BADB-A4D1-E651-90312ABCA6C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11391" y="3478326"/>
            <a:ext cx="1708312" cy="19524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A21E6B1-2B94-4152-4EF4-183654D32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397453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BB1A3EDB-B256-E54D-F7C7-61F5288358C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4161669" cy="191660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4C1B0D22-F175-4CD8-3C82-EC13BABE9F8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4317858"/>
            <a:ext cx="4161669" cy="11128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AB2CD1F5-455E-6C52-4D34-E5FC653A23B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4" y="2339425"/>
            <a:ext cx="4161669" cy="24112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923EE44A-896D-BB79-CC43-43E75939CA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4" y="4812466"/>
            <a:ext cx="4161669" cy="6182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611F6BEC-2B51-AC17-401A-EA0259DDFED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91468" y="2160589"/>
            <a:ext cx="3782534" cy="101440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80C1BF98-1683-90AF-1878-E6D2BC91AE7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91468" y="3174993"/>
            <a:ext cx="3782534" cy="24345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09475A44-FC9E-714B-CF27-A11888F3D8A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258948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FE89813F-427F-C45B-6FA5-70DE74DEB68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339424"/>
            <a:ext cx="2439396" cy="90920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237F3821-D7F7-3C74-2B5A-B722DBEAA7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E3BBAFBA-A13C-FB6C-6556-9DD9E5426B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55970" y="2339424"/>
            <a:ext cx="2439396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4B127999-86E3-22F8-D75E-31F7783F4A7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55970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909ED97C-7B5E-C98C-D123-9BC552775D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80306" y="2339424"/>
            <a:ext cx="2439396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B0BCB1F6-0ACB-51D2-4741-921114674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0306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C7E3D9A6-4C9F-F0EB-79AD-EAB2162049E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286812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EF7D5E49-F8F1-4F70-4169-24E4FA4E13A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339424"/>
            <a:ext cx="484940" cy="562055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F7E06579-2990-AB83-1CE1-ED5E718513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4745" y="2339424"/>
            <a:ext cx="7714959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7D913E91-0EC9-4CFF-BF3E-02325A67D36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745" y="2711373"/>
            <a:ext cx="7714959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00336728-F8C3-B8C2-33D2-E607918C841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3" y="4166104"/>
            <a:ext cx="484940" cy="562055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B87BD4DE-4290-C1EC-8A4D-2D76C4C262F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04745" y="4166103"/>
            <a:ext cx="7714959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DDBD4D36-19B7-96B0-55F4-BFD82143DC7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04745" y="4538052"/>
            <a:ext cx="7714959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A1AB353D-2EA0-6C88-1B7E-D7BF3D6F5B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2470940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996724A5-29B0-D2C2-0F35-42D80733010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4161669" cy="191660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EFD8027E-668E-391F-AA32-F81A6C4F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4317858"/>
            <a:ext cx="4161669" cy="11128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A7A38644-888C-C974-D14C-FD003191A9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4" y="2339425"/>
            <a:ext cx="4161669" cy="24112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BD81D588-3863-4069-212F-C8F0575F6F9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4" y="4812466"/>
            <a:ext cx="4161669" cy="6182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E3A47A66-43A1-67EC-7241-8B806CBFF8C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91468" y="2160589"/>
            <a:ext cx="3782534" cy="101440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A490488F-025C-1428-8C2E-FACCDC3C26B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91468" y="3174993"/>
            <a:ext cx="3782534" cy="24345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2AD94E48-9E19-2C3C-0C1A-C3A2B6B886B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127863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5048BB32-8642-D8DD-BBE3-D6838CBDCB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87548" y="2288329"/>
            <a:ext cx="484940" cy="562055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2E8993F3-32F3-053D-EB2B-021FDE9548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60660" y="2288330"/>
            <a:ext cx="7803129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marker_2">
            <a:extLst>
              <a:ext uri="{FF2B5EF4-FFF2-40B4-BE49-F238E27FC236}">
                <a16:creationId xmlns:a16="http://schemas.microsoft.com/office/drawing/2014/main" id="{1C9EA889-79B5-70C7-60AE-0FA844E934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7548" y="3182508"/>
            <a:ext cx="484940" cy="562055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A994C450-01C5-B1FC-729C-D0B741B83B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60660" y="3182508"/>
            <a:ext cx="7803129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marker_3">
            <a:extLst>
              <a:ext uri="{FF2B5EF4-FFF2-40B4-BE49-F238E27FC236}">
                <a16:creationId xmlns:a16="http://schemas.microsoft.com/office/drawing/2014/main" id="{8A1A81EE-4626-EAF2-C507-2600141E2E5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7548" y="4076686"/>
            <a:ext cx="484940" cy="562055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3AF60BF7-528A-402E-943D-3EBF06BE3D6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60660" y="4076686"/>
            <a:ext cx="7803129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marker_4">
            <a:extLst>
              <a:ext uri="{FF2B5EF4-FFF2-40B4-BE49-F238E27FC236}">
                <a16:creationId xmlns:a16="http://schemas.microsoft.com/office/drawing/2014/main" id="{E9CBD91B-63E2-E1F6-3203-7A12B098955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7548" y="4970864"/>
            <a:ext cx="484940" cy="562055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52597F6B-2DD9-8ADF-E514-BEE80540DA0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360660" y="4970864"/>
            <a:ext cx="7803129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1E41D64-DB4E-849E-F987-5D7C285E48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333269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ecisions_title">
            <a:extLst>
              <a:ext uri="{FF2B5EF4-FFF2-40B4-BE49-F238E27FC236}">
                <a16:creationId xmlns:a16="http://schemas.microsoft.com/office/drawing/2014/main" id="{7FFA45E4-AC68-66D4-974C-9AF6FE62EB7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4615747"/>
            <a:ext cx="2080835" cy="81498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7" name="decisions">
            <a:extLst>
              <a:ext uri="{FF2B5EF4-FFF2-40B4-BE49-F238E27FC236}">
                <a16:creationId xmlns:a16="http://schemas.microsoft.com/office/drawing/2014/main" id="{190A4227-D43A-530B-1FF4-6033F574FDD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98435" y="4615747"/>
            <a:ext cx="6121269" cy="8149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43FC763F-8E40-8032-8392-49ED8883BC3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3" y="2339425"/>
            <a:ext cx="2439396" cy="5034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565A141F-96E1-41DA-0E99-BDFE3036AB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3" y="2842869"/>
            <a:ext cx="2439396" cy="12082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F32FBA0F-D286-1E30-253A-76B749143CB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55970" y="2339425"/>
            <a:ext cx="2439396" cy="5034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DA0BA2D-A92C-43AF-F4AF-01EDC2ACD3E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755970" y="2842869"/>
            <a:ext cx="2439396" cy="12082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46AC90BC-CF7D-C61A-611A-47EA2FFC51A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80306" y="2339425"/>
            <a:ext cx="2439396" cy="5034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BDBF522C-DF9B-AB3E-8E1B-4A2AA8F6DEE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80306" y="2842869"/>
            <a:ext cx="2439396" cy="12082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EBCF797-4BDB-E565-FEC4-F2CB27FE195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91771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28EAFD-CAE0-41EE-B184-026F7F5DC9D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C138929-C395-43AB-82B0-A2EFC9DE35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15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  <p:sldLayoutId id="2147483700" r:id="rId24"/>
    <p:sldLayoutId id="2147483701" r:id="rId25"/>
    <p:sldLayoutId id="2147483702" r:id="rId26"/>
    <p:sldLayoutId id="2147483703" r:id="rId27"/>
    <p:sldLayoutId id="2147483704" r:id="rId28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Bahnschrift SemiBold" panose="020B0603020202020204"/>
        <a:ea typeface=""/>
        <a:cs typeface="Segoe UI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3020202020204"/>
        <a:ea typeface=""/>
        <a:cs typeface="Segoe UI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facet-light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 SemiBold</vt:lpstr>
      <vt:lpstr>Segoe UI</vt:lpstr>
      <vt:lpstr>Wingdings 3</vt:lpstr>
      <vt:lpstr>Facet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2026-10-03T18:07:21Z</dcterms:created>
  <dcterms:modified xsi:type="dcterms:W3CDTF">2026-10-03T18:07:48Z</dcterms:modified>
</cp:coreProperties>
</file>