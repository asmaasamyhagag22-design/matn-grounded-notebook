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3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54BDBA87-AFF5-F5A9-95A3-453A7BEC482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7548" y="2288329"/>
            <a:ext cx="2512872" cy="510959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9BFB8AEC-9FF7-5AC7-F4F1-E2A8AC799F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8592" y="2288330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935E5351-CF44-6EAC-B577-2BCD5BF264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548" y="3182508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E01E8BA4-52AD-BE2A-45CF-067636B211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8592" y="3182508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87B66962-B8B6-7F81-94D5-9B67D29BB1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7548" y="4076686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692D32E9-87F0-B5BB-F537-ECEEDB6375D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88592" y="4076686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C5B886DB-8A96-D1E5-22CF-F8FE7CC5E4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7548" y="4970864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1644DA2B-048C-34E0-6D76-81D2E108C1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88592" y="4970864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7D658A9B-432C-E545-C6B7-224407BCB5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388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36D3F77A-9319-8899-D6C1-4AA1CCCCB7A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19767"/>
            <a:ext cx="8596668" cy="68979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97B1DEDF-5FE4-8235-AACA-42A1B7DAA0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364973"/>
            <a:ext cx="3857479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01E64536-7F0E-4465-F029-F990A12201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7" y="3787263"/>
            <a:ext cx="3857479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5E0F4EC9-6331-4018-E015-3E0ED5B0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364973"/>
            <a:ext cx="3857479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C2812B43-FD21-07DD-89A3-44AFBC0317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0182" y="3787263"/>
            <a:ext cx="3857479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902C3573-4992-2183-C0DC-0ED6EA9D52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6170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DB5435D-D744-7167-CBF2-E8DC7B073E4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19767"/>
            <a:ext cx="8596668" cy="68979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9AA71C1D-BC2C-9798-1133-8412A65146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364973"/>
            <a:ext cx="1664227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842B365E-D30B-DD55-FB3D-E84BC11607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7" y="3787263"/>
            <a:ext cx="1664227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42590E39-1B43-CBAA-0C18-75362753E1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46930" y="2364973"/>
            <a:ext cx="1664227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3EBA7BB1-52FD-A56A-B075-A4C552CFC8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46930" y="3787263"/>
            <a:ext cx="1664227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C0F904BE-955B-07C3-2DA7-4326DDEAF1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40182" y="2364973"/>
            <a:ext cx="1664227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8B8DCFDE-71C5-D7D4-7293-B46F8B5967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0182" y="3787263"/>
            <a:ext cx="1664227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3194DA05-8902-AF62-0964-E3284B964F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3434" y="2364973"/>
            <a:ext cx="1664227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EF4CF60F-CC8E-1B16-8B46-16B85F8290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33434" y="3787263"/>
            <a:ext cx="1664227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19D6F4B3-4F8C-92BA-13E6-A23E041D22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28758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19613704-CE2C-7977-7B70-C09DECEE407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2160589"/>
            <a:ext cx="4814134" cy="3448973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F7B907A7-702D-D00A-8833-B755D4739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1678" y="2364973"/>
            <a:ext cx="3085983" cy="235041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8" name="attribution">
            <a:extLst>
              <a:ext uri="{FF2B5EF4-FFF2-40B4-BE49-F238E27FC236}">
                <a16:creationId xmlns:a16="http://schemas.microsoft.com/office/drawing/2014/main" id="{E12F45BB-1160-33FF-4F19-1D4480A2C5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1678" y="5124151"/>
            <a:ext cx="3085983" cy="28102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465A9F39-0D93-0B64-58F2-CF1AF8E8AE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4297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D31253C9-478C-63A8-A1B6-7DC3DC7ECEB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2395311" cy="89417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55819703-6376-0CA7-4491-383B1400EF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538235FD-263B-D384-DE1F-F78F8167F3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8014" y="2364972"/>
            <a:ext cx="2395311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ABA9567C-39BE-11D1-6790-7528A7093A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78014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2BB64DCD-6764-E791-C8C1-B3C262D1B7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2350" y="2364972"/>
            <a:ext cx="2395311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A7E292C7-2889-23BF-F4B7-3D1C9F3918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2350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E23076AC-588C-38DE-EC90-7C480EAED4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3466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80C4F868-1FD2-3365-AF91-5BF98C8AAF1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3857479" cy="89417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30EF6BB9-AC7E-42EB-F751-2F58E45150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3259150"/>
            <a:ext cx="3857479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A2140EC1-D81E-3734-5A39-2B2F9346AB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0182" y="2364972"/>
            <a:ext cx="3857479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B1C54C58-B4ED-2CDE-3220-A86272633D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3259150"/>
            <a:ext cx="3857479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78813348-8A77-7BF3-62E5-106B6EC7C5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38042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hart">
            <a:extLst>
              <a:ext uri="{FF2B5EF4-FFF2-40B4-BE49-F238E27FC236}">
                <a16:creationId xmlns:a16="http://schemas.microsoft.com/office/drawing/2014/main" id="{CBE46C67-4685-1ADC-E944-82DC26292E31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677334" y="2160589"/>
            <a:ext cx="6017668" cy="344897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27792140-1CB3-EC16-10A2-866FB5C6C3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8869" y="2298549"/>
            <a:ext cx="2235134" cy="31730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source">
            <a:extLst>
              <a:ext uri="{FF2B5EF4-FFF2-40B4-BE49-F238E27FC236}">
                <a16:creationId xmlns:a16="http://schemas.microsoft.com/office/drawing/2014/main" id="{61668AB6-5F5E-0AD8-89FF-46B04BBA5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21909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10673AEF-AD48-3C33-75BC-252E4FE5599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3857479" cy="35692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00251825-17F7-F360-BC63-DA3C59ADD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F4923C26-5E4A-53E3-4C53-F01274FD17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0182" y="2364972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2C4488FF-8685-C5B3-D095-21725E5AE3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D3E069F0-CE8A-A56E-C6BA-BFB60F4B68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677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E1A5BA53-8C56-5BC7-8AED-52DCF965F1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677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4BDF35C9-BBC4-42F8-63E2-0A4CF7385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0182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C7734960-BD81-19F0-4C23-D76E32EE9E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40182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00F0C471-572B-EFFE-6780-9603F39F6F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37035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99302FB-4BF5-7C7B-CA65-85A9715EC8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2160589"/>
            <a:ext cx="8596668" cy="3448973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2543052C-9A70-62E7-10BD-55A1299084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2344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F5E884E2-2C36-45E4-1382-624482FA366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2160589"/>
            <a:ext cx="8596668" cy="344897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458354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107C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8C94F5B5-8414-BFA7-97A4-4C9BB6FD5BE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48270DFB-BD89-BDDB-7B81-BA3BBCF1DF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pattern">
            <a:extLst>
              <a:ext uri="{FF2B5EF4-FFF2-40B4-BE49-F238E27FC236}">
                <a16:creationId xmlns:a16="http://schemas.microsoft.com/office/drawing/2014/main" id="{8A26D8DD-98EE-88B5-A20E-CBA50A8511B8}"/>
              </a:ext>
            </a:extLst>
          </p:cNvPr>
          <p:cNvSpPr/>
          <p:nvPr userDrawn="1"/>
        </p:nvSpPr>
        <p:spPr>
          <a:xfrm>
            <a:off x="152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ttern">
            <a:extLst>
              <a:ext uri="{FF2B5EF4-FFF2-40B4-BE49-F238E27FC236}">
                <a16:creationId xmlns:a16="http://schemas.microsoft.com/office/drawing/2014/main" id="{778CAC01-2509-2998-22CD-4049A7FB606C}"/>
              </a:ext>
            </a:extLst>
          </p:cNvPr>
          <p:cNvSpPr/>
          <p:nvPr userDrawn="1"/>
        </p:nvSpPr>
        <p:spPr>
          <a:xfrm>
            <a:off x="342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ttern">
            <a:extLst>
              <a:ext uri="{FF2B5EF4-FFF2-40B4-BE49-F238E27FC236}">
                <a16:creationId xmlns:a16="http://schemas.microsoft.com/office/drawing/2014/main" id="{152EEE91-967D-401B-A04C-C03CB07AC44E}"/>
              </a:ext>
            </a:extLst>
          </p:cNvPr>
          <p:cNvSpPr/>
          <p:nvPr userDrawn="1"/>
        </p:nvSpPr>
        <p:spPr>
          <a:xfrm>
            <a:off x="533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ttern">
            <a:extLst>
              <a:ext uri="{FF2B5EF4-FFF2-40B4-BE49-F238E27FC236}">
                <a16:creationId xmlns:a16="http://schemas.microsoft.com/office/drawing/2014/main" id="{B7F16017-DE08-B756-5351-F1128B250B4B}"/>
              </a:ext>
            </a:extLst>
          </p:cNvPr>
          <p:cNvSpPr/>
          <p:nvPr userDrawn="1"/>
        </p:nvSpPr>
        <p:spPr>
          <a:xfrm>
            <a:off x="723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ttern">
            <a:extLst>
              <a:ext uri="{FF2B5EF4-FFF2-40B4-BE49-F238E27FC236}">
                <a16:creationId xmlns:a16="http://schemas.microsoft.com/office/drawing/2014/main" id="{E12E6915-B791-2D85-82D8-8E4DE95BE353}"/>
              </a:ext>
            </a:extLst>
          </p:cNvPr>
          <p:cNvSpPr/>
          <p:nvPr userDrawn="1"/>
        </p:nvSpPr>
        <p:spPr>
          <a:xfrm>
            <a:off x="914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ttern">
            <a:extLst>
              <a:ext uri="{FF2B5EF4-FFF2-40B4-BE49-F238E27FC236}">
                <a16:creationId xmlns:a16="http://schemas.microsoft.com/office/drawing/2014/main" id="{8A615180-8574-EE2B-D919-5D0169F0AE62}"/>
              </a:ext>
            </a:extLst>
          </p:cNvPr>
          <p:cNvSpPr/>
          <p:nvPr userDrawn="1"/>
        </p:nvSpPr>
        <p:spPr>
          <a:xfrm>
            <a:off x="1104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ttern">
            <a:extLst>
              <a:ext uri="{FF2B5EF4-FFF2-40B4-BE49-F238E27FC236}">
                <a16:creationId xmlns:a16="http://schemas.microsoft.com/office/drawing/2014/main" id="{8EECDD8A-3BC6-E66B-D17C-B8951506DF74}"/>
              </a:ext>
            </a:extLst>
          </p:cNvPr>
          <p:cNvSpPr/>
          <p:nvPr userDrawn="1"/>
        </p:nvSpPr>
        <p:spPr>
          <a:xfrm>
            <a:off x="1295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ttern">
            <a:extLst>
              <a:ext uri="{FF2B5EF4-FFF2-40B4-BE49-F238E27FC236}">
                <a16:creationId xmlns:a16="http://schemas.microsoft.com/office/drawing/2014/main" id="{B7757404-14E3-F601-4C5A-453C86B2391A}"/>
              </a:ext>
            </a:extLst>
          </p:cNvPr>
          <p:cNvSpPr/>
          <p:nvPr userDrawn="1"/>
        </p:nvSpPr>
        <p:spPr>
          <a:xfrm>
            <a:off x="1485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ttern">
            <a:extLst>
              <a:ext uri="{FF2B5EF4-FFF2-40B4-BE49-F238E27FC236}">
                <a16:creationId xmlns:a16="http://schemas.microsoft.com/office/drawing/2014/main" id="{466F6214-6795-F85A-5A2B-D98AC1B62193}"/>
              </a:ext>
            </a:extLst>
          </p:cNvPr>
          <p:cNvSpPr/>
          <p:nvPr userDrawn="1"/>
        </p:nvSpPr>
        <p:spPr>
          <a:xfrm>
            <a:off x="1676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ttern">
            <a:extLst>
              <a:ext uri="{FF2B5EF4-FFF2-40B4-BE49-F238E27FC236}">
                <a16:creationId xmlns:a16="http://schemas.microsoft.com/office/drawing/2014/main" id="{D85F2D6C-B70C-E60C-46AB-F7394E580615}"/>
              </a:ext>
            </a:extLst>
          </p:cNvPr>
          <p:cNvSpPr/>
          <p:nvPr userDrawn="1"/>
        </p:nvSpPr>
        <p:spPr>
          <a:xfrm>
            <a:off x="1866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ttern">
            <a:extLst>
              <a:ext uri="{FF2B5EF4-FFF2-40B4-BE49-F238E27FC236}">
                <a16:creationId xmlns:a16="http://schemas.microsoft.com/office/drawing/2014/main" id="{677E9536-B2A3-BEE6-ED43-BEBE135885BA}"/>
              </a:ext>
            </a:extLst>
          </p:cNvPr>
          <p:cNvSpPr/>
          <p:nvPr userDrawn="1"/>
        </p:nvSpPr>
        <p:spPr>
          <a:xfrm>
            <a:off x="2057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ttern">
            <a:extLst>
              <a:ext uri="{FF2B5EF4-FFF2-40B4-BE49-F238E27FC236}">
                <a16:creationId xmlns:a16="http://schemas.microsoft.com/office/drawing/2014/main" id="{CB98FCD2-DC95-F4B2-6E39-A5319C2AD5C0}"/>
              </a:ext>
            </a:extLst>
          </p:cNvPr>
          <p:cNvSpPr/>
          <p:nvPr userDrawn="1"/>
        </p:nvSpPr>
        <p:spPr>
          <a:xfrm>
            <a:off x="2247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ttern">
            <a:extLst>
              <a:ext uri="{FF2B5EF4-FFF2-40B4-BE49-F238E27FC236}">
                <a16:creationId xmlns:a16="http://schemas.microsoft.com/office/drawing/2014/main" id="{F29D3BC3-4377-189F-8BA7-26D5C0C6D25A}"/>
              </a:ext>
            </a:extLst>
          </p:cNvPr>
          <p:cNvSpPr/>
          <p:nvPr userDrawn="1"/>
        </p:nvSpPr>
        <p:spPr>
          <a:xfrm>
            <a:off x="2438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ttern">
            <a:extLst>
              <a:ext uri="{FF2B5EF4-FFF2-40B4-BE49-F238E27FC236}">
                <a16:creationId xmlns:a16="http://schemas.microsoft.com/office/drawing/2014/main" id="{3D15FA4A-1E36-AAEA-434B-BA3B04D88979}"/>
              </a:ext>
            </a:extLst>
          </p:cNvPr>
          <p:cNvSpPr/>
          <p:nvPr userDrawn="1"/>
        </p:nvSpPr>
        <p:spPr>
          <a:xfrm>
            <a:off x="2628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ttern">
            <a:extLst>
              <a:ext uri="{FF2B5EF4-FFF2-40B4-BE49-F238E27FC236}">
                <a16:creationId xmlns:a16="http://schemas.microsoft.com/office/drawing/2014/main" id="{02F8E6F6-1B3F-8A40-4B83-D36973AF7C25}"/>
              </a:ext>
            </a:extLst>
          </p:cNvPr>
          <p:cNvSpPr/>
          <p:nvPr userDrawn="1"/>
        </p:nvSpPr>
        <p:spPr>
          <a:xfrm>
            <a:off x="2819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attern">
            <a:extLst>
              <a:ext uri="{FF2B5EF4-FFF2-40B4-BE49-F238E27FC236}">
                <a16:creationId xmlns:a16="http://schemas.microsoft.com/office/drawing/2014/main" id="{FA8AE39A-D487-C515-9D54-5D8986A5F296}"/>
              </a:ext>
            </a:extLst>
          </p:cNvPr>
          <p:cNvSpPr/>
          <p:nvPr userDrawn="1"/>
        </p:nvSpPr>
        <p:spPr>
          <a:xfrm>
            <a:off x="3009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ttern">
            <a:extLst>
              <a:ext uri="{FF2B5EF4-FFF2-40B4-BE49-F238E27FC236}">
                <a16:creationId xmlns:a16="http://schemas.microsoft.com/office/drawing/2014/main" id="{C64321CA-DF8A-8299-A13C-EEA7FD55CA9E}"/>
              </a:ext>
            </a:extLst>
          </p:cNvPr>
          <p:cNvSpPr/>
          <p:nvPr userDrawn="1"/>
        </p:nvSpPr>
        <p:spPr>
          <a:xfrm>
            <a:off x="3200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ttern">
            <a:extLst>
              <a:ext uri="{FF2B5EF4-FFF2-40B4-BE49-F238E27FC236}">
                <a16:creationId xmlns:a16="http://schemas.microsoft.com/office/drawing/2014/main" id="{A116761B-52CD-D365-9489-C2711F61C920}"/>
              </a:ext>
            </a:extLst>
          </p:cNvPr>
          <p:cNvSpPr/>
          <p:nvPr userDrawn="1"/>
        </p:nvSpPr>
        <p:spPr>
          <a:xfrm>
            <a:off x="3390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attern">
            <a:extLst>
              <a:ext uri="{FF2B5EF4-FFF2-40B4-BE49-F238E27FC236}">
                <a16:creationId xmlns:a16="http://schemas.microsoft.com/office/drawing/2014/main" id="{998A7BE9-87C9-9CF4-DFBF-3C37D30BB7D9}"/>
              </a:ext>
            </a:extLst>
          </p:cNvPr>
          <p:cNvSpPr/>
          <p:nvPr userDrawn="1"/>
        </p:nvSpPr>
        <p:spPr>
          <a:xfrm>
            <a:off x="3581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ttern">
            <a:extLst>
              <a:ext uri="{FF2B5EF4-FFF2-40B4-BE49-F238E27FC236}">
                <a16:creationId xmlns:a16="http://schemas.microsoft.com/office/drawing/2014/main" id="{C7108ECF-D943-656B-0820-6593CA99D883}"/>
              </a:ext>
            </a:extLst>
          </p:cNvPr>
          <p:cNvSpPr/>
          <p:nvPr userDrawn="1"/>
        </p:nvSpPr>
        <p:spPr>
          <a:xfrm>
            <a:off x="3771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attern">
            <a:extLst>
              <a:ext uri="{FF2B5EF4-FFF2-40B4-BE49-F238E27FC236}">
                <a16:creationId xmlns:a16="http://schemas.microsoft.com/office/drawing/2014/main" id="{E079DC9C-E8BE-264A-78B3-A8BAE324C66B}"/>
              </a:ext>
            </a:extLst>
          </p:cNvPr>
          <p:cNvSpPr/>
          <p:nvPr userDrawn="1"/>
        </p:nvSpPr>
        <p:spPr>
          <a:xfrm>
            <a:off x="3962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ttern">
            <a:extLst>
              <a:ext uri="{FF2B5EF4-FFF2-40B4-BE49-F238E27FC236}">
                <a16:creationId xmlns:a16="http://schemas.microsoft.com/office/drawing/2014/main" id="{0BD875CD-7EE7-905E-ED93-0402C2840577}"/>
              </a:ext>
            </a:extLst>
          </p:cNvPr>
          <p:cNvSpPr/>
          <p:nvPr userDrawn="1"/>
        </p:nvSpPr>
        <p:spPr>
          <a:xfrm>
            <a:off x="4152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ttern">
            <a:extLst>
              <a:ext uri="{FF2B5EF4-FFF2-40B4-BE49-F238E27FC236}">
                <a16:creationId xmlns:a16="http://schemas.microsoft.com/office/drawing/2014/main" id="{670A6609-2179-F506-387B-89F799FCE3FD}"/>
              </a:ext>
            </a:extLst>
          </p:cNvPr>
          <p:cNvSpPr/>
          <p:nvPr userDrawn="1"/>
        </p:nvSpPr>
        <p:spPr>
          <a:xfrm>
            <a:off x="4343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attern">
            <a:extLst>
              <a:ext uri="{FF2B5EF4-FFF2-40B4-BE49-F238E27FC236}">
                <a16:creationId xmlns:a16="http://schemas.microsoft.com/office/drawing/2014/main" id="{FCA3F3D6-1979-A97C-440E-1EE473727073}"/>
              </a:ext>
            </a:extLst>
          </p:cNvPr>
          <p:cNvSpPr/>
          <p:nvPr userDrawn="1"/>
        </p:nvSpPr>
        <p:spPr>
          <a:xfrm>
            <a:off x="4533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ttern">
            <a:extLst>
              <a:ext uri="{FF2B5EF4-FFF2-40B4-BE49-F238E27FC236}">
                <a16:creationId xmlns:a16="http://schemas.microsoft.com/office/drawing/2014/main" id="{861D67B8-7994-9490-34F1-E80C9FF49541}"/>
              </a:ext>
            </a:extLst>
          </p:cNvPr>
          <p:cNvSpPr/>
          <p:nvPr userDrawn="1"/>
        </p:nvSpPr>
        <p:spPr>
          <a:xfrm>
            <a:off x="4724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ttern">
            <a:extLst>
              <a:ext uri="{FF2B5EF4-FFF2-40B4-BE49-F238E27FC236}">
                <a16:creationId xmlns:a16="http://schemas.microsoft.com/office/drawing/2014/main" id="{4963EE7D-FE2F-7691-298C-1375ED5E8F19}"/>
              </a:ext>
            </a:extLst>
          </p:cNvPr>
          <p:cNvSpPr/>
          <p:nvPr userDrawn="1"/>
        </p:nvSpPr>
        <p:spPr>
          <a:xfrm>
            <a:off x="4914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ttern">
            <a:extLst>
              <a:ext uri="{FF2B5EF4-FFF2-40B4-BE49-F238E27FC236}">
                <a16:creationId xmlns:a16="http://schemas.microsoft.com/office/drawing/2014/main" id="{022F879F-EC4A-1650-DCA9-974694E3B1D2}"/>
              </a:ext>
            </a:extLst>
          </p:cNvPr>
          <p:cNvSpPr/>
          <p:nvPr userDrawn="1"/>
        </p:nvSpPr>
        <p:spPr>
          <a:xfrm>
            <a:off x="5105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ttern">
            <a:extLst>
              <a:ext uri="{FF2B5EF4-FFF2-40B4-BE49-F238E27FC236}">
                <a16:creationId xmlns:a16="http://schemas.microsoft.com/office/drawing/2014/main" id="{A138E775-F97F-8355-A874-2A054A6C6BDF}"/>
              </a:ext>
            </a:extLst>
          </p:cNvPr>
          <p:cNvSpPr/>
          <p:nvPr userDrawn="1"/>
        </p:nvSpPr>
        <p:spPr>
          <a:xfrm>
            <a:off x="5295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attern">
            <a:extLst>
              <a:ext uri="{FF2B5EF4-FFF2-40B4-BE49-F238E27FC236}">
                <a16:creationId xmlns:a16="http://schemas.microsoft.com/office/drawing/2014/main" id="{BA9A5FB6-9CFC-8AB0-053D-FC039DC9F257}"/>
              </a:ext>
            </a:extLst>
          </p:cNvPr>
          <p:cNvSpPr/>
          <p:nvPr userDrawn="1"/>
        </p:nvSpPr>
        <p:spPr>
          <a:xfrm>
            <a:off x="5486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ttern">
            <a:extLst>
              <a:ext uri="{FF2B5EF4-FFF2-40B4-BE49-F238E27FC236}">
                <a16:creationId xmlns:a16="http://schemas.microsoft.com/office/drawing/2014/main" id="{6EE9F58B-6EB2-3E01-2858-006648BF0E4B}"/>
              </a:ext>
            </a:extLst>
          </p:cNvPr>
          <p:cNvSpPr/>
          <p:nvPr userDrawn="1"/>
        </p:nvSpPr>
        <p:spPr>
          <a:xfrm>
            <a:off x="5676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attern">
            <a:extLst>
              <a:ext uri="{FF2B5EF4-FFF2-40B4-BE49-F238E27FC236}">
                <a16:creationId xmlns:a16="http://schemas.microsoft.com/office/drawing/2014/main" id="{D1DB5BA1-C207-7042-A651-432F0B653438}"/>
              </a:ext>
            </a:extLst>
          </p:cNvPr>
          <p:cNvSpPr/>
          <p:nvPr userDrawn="1"/>
        </p:nvSpPr>
        <p:spPr>
          <a:xfrm>
            <a:off x="5867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attern">
            <a:extLst>
              <a:ext uri="{FF2B5EF4-FFF2-40B4-BE49-F238E27FC236}">
                <a16:creationId xmlns:a16="http://schemas.microsoft.com/office/drawing/2014/main" id="{A39A55D3-97AD-BD50-B063-3B3ABE46895A}"/>
              </a:ext>
            </a:extLst>
          </p:cNvPr>
          <p:cNvSpPr/>
          <p:nvPr userDrawn="1"/>
        </p:nvSpPr>
        <p:spPr>
          <a:xfrm>
            <a:off x="6057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attern">
            <a:extLst>
              <a:ext uri="{FF2B5EF4-FFF2-40B4-BE49-F238E27FC236}">
                <a16:creationId xmlns:a16="http://schemas.microsoft.com/office/drawing/2014/main" id="{3D799916-B6D7-629A-D8C4-693AB415B498}"/>
              </a:ext>
            </a:extLst>
          </p:cNvPr>
          <p:cNvSpPr/>
          <p:nvPr userDrawn="1"/>
        </p:nvSpPr>
        <p:spPr>
          <a:xfrm>
            <a:off x="6248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ttern">
            <a:extLst>
              <a:ext uri="{FF2B5EF4-FFF2-40B4-BE49-F238E27FC236}">
                <a16:creationId xmlns:a16="http://schemas.microsoft.com/office/drawing/2014/main" id="{B61C4A56-EF1B-7F5E-0C64-9A8BC8A605B5}"/>
              </a:ext>
            </a:extLst>
          </p:cNvPr>
          <p:cNvSpPr/>
          <p:nvPr userDrawn="1"/>
        </p:nvSpPr>
        <p:spPr>
          <a:xfrm>
            <a:off x="6438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ttern">
            <a:extLst>
              <a:ext uri="{FF2B5EF4-FFF2-40B4-BE49-F238E27FC236}">
                <a16:creationId xmlns:a16="http://schemas.microsoft.com/office/drawing/2014/main" id="{1A2813C7-7D28-E290-FE24-BB51D4D85365}"/>
              </a:ext>
            </a:extLst>
          </p:cNvPr>
          <p:cNvSpPr/>
          <p:nvPr userDrawn="1"/>
        </p:nvSpPr>
        <p:spPr>
          <a:xfrm>
            <a:off x="6629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attern">
            <a:extLst>
              <a:ext uri="{FF2B5EF4-FFF2-40B4-BE49-F238E27FC236}">
                <a16:creationId xmlns:a16="http://schemas.microsoft.com/office/drawing/2014/main" id="{1DDAE942-0AAC-11D2-DA80-1B2F93CE01F3}"/>
              </a:ext>
            </a:extLst>
          </p:cNvPr>
          <p:cNvSpPr/>
          <p:nvPr userDrawn="1"/>
        </p:nvSpPr>
        <p:spPr>
          <a:xfrm>
            <a:off x="6819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attern">
            <a:extLst>
              <a:ext uri="{FF2B5EF4-FFF2-40B4-BE49-F238E27FC236}">
                <a16:creationId xmlns:a16="http://schemas.microsoft.com/office/drawing/2014/main" id="{54CF97FE-FBA3-EB3F-7E40-3290F99EE925}"/>
              </a:ext>
            </a:extLst>
          </p:cNvPr>
          <p:cNvSpPr/>
          <p:nvPr userDrawn="1"/>
        </p:nvSpPr>
        <p:spPr>
          <a:xfrm>
            <a:off x="7010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attern">
            <a:extLst>
              <a:ext uri="{FF2B5EF4-FFF2-40B4-BE49-F238E27FC236}">
                <a16:creationId xmlns:a16="http://schemas.microsoft.com/office/drawing/2014/main" id="{3A33D67F-F3C3-B600-8CD7-1E9D27318231}"/>
              </a:ext>
            </a:extLst>
          </p:cNvPr>
          <p:cNvSpPr/>
          <p:nvPr userDrawn="1"/>
        </p:nvSpPr>
        <p:spPr>
          <a:xfrm>
            <a:off x="7200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attern">
            <a:extLst>
              <a:ext uri="{FF2B5EF4-FFF2-40B4-BE49-F238E27FC236}">
                <a16:creationId xmlns:a16="http://schemas.microsoft.com/office/drawing/2014/main" id="{B0B30D11-530D-846E-D181-B87BB881F2BE}"/>
              </a:ext>
            </a:extLst>
          </p:cNvPr>
          <p:cNvSpPr/>
          <p:nvPr userDrawn="1"/>
        </p:nvSpPr>
        <p:spPr>
          <a:xfrm>
            <a:off x="7391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attern">
            <a:extLst>
              <a:ext uri="{FF2B5EF4-FFF2-40B4-BE49-F238E27FC236}">
                <a16:creationId xmlns:a16="http://schemas.microsoft.com/office/drawing/2014/main" id="{7F334B9C-DEC8-765E-C230-8EC9CEDAC20B}"/>
              </a:ext>
            </a:extLst>
          </p:cNvPr>
          <p:cNvSpPr/>
          <p:nvPr userDrawn="1"/>
        </p:nvSpPr>
        <p:spPr>
          <a:xfrm>
            <a:off x="7581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ttern">
            <a:extLst>
              <a:ext uri="{FF2B5EF4-FFF2-40B4-BE49-F238E27FC236}">
                <a16:creationId xmlns:a16="http://schemas.microsoft.com/office/drawing/2014/main" id="{D4402586-1EBC-DCD1-9E25-7D21328FE90C}"/>
              </a:ext>
            </a:extLst>
          </p:cNvPr>
          <p:cNvSpPr/>
          <p:nvPr userDrawn="1"/>
        </p:nvSpPr>
        <p:spPr>
          <a:xfrm>
            <a:off x="7772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ttern">
            <a:extLst>
              <a:ext uri="{FF2B5EF4-FFF2-40B4-BE49-F238E27FC236}">
                <a16:creationId xmlns:a16="http://schemas.microsoft.com/office/drawing/2014/main" id="{4038BB01-EE75-B05B-8213-74708EAAC653}"/>
              </a:ext>
            </a:extLst>
          </p:cNvPr>
          <p:cNvSpPr/>
          <p:nvPr userDrawn="1"/>
        </p:nvSpPr>
        <p:spPr>
          <a:xfrm>
            <a:off x="7962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attern">
            <a:extLst>
              <a:ext uri="{FF2B5EF4-FFF2-40B4-BE49-F238E27FC236}">
                <a16:creationId xmlns:a16="http://schemas.microsoft.com/office/drawing/2014/main" id="{0555305B-5E83-E8DF-C454-683143E60B67}"/>
              </a:ext>
            </a:extLst>
          </p:cNvPr>
          <p:cNvSpPr/>
          <p:nvPr userDrawn="1"/>
        </p:nvSpPr>
        <p:spPr>
          <a:xfrm>
            <a:off x="8153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attern">
            <a:extLst>
              <a:ext uri="{FF2B5EF4-FFF2-40B4-BE49-F238E27FC236}">
                <a16:creationId xmlns:a16="http://schemas.microsoft.com/office/drawing/2014/main" id="{32BC3797-1702-30DA-D130-2CB69C7CEAF7}"/>
              </a:ext>
            </a:extLst>
          </p:cNvPr>
          <p:cNvSpPr/>
          <p:nvPr userDrawn="1"/>
        </p:nvSpPr>
        <p:spPr>
          <a:xfrm>
            <a:off x="8343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attern">
            <a:extLst>
              <a:ext uri="{FF2B5EF4-FFF2-40B4-BE49-F238E27FC236}">
                <a16:creationId xmlns:a16="http://schemas.microsoft.com/office/drawing/2014/main" id="{08BD37D9-8356-33D9-B080-C1F0CA875859}"/>
              </a:ext>
            </a:extLst>
          </p:cNvPr>
          <p:cNvSpPr/>
          <p:nvPr userDrawn="1"/>
        </p:nvSpPr>
        <p:spPr>
          <a:xfrm>
            <a:off x="8534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attern">
            <a:extLst>
              <a:ext uri="{FF2B5EF4-FFF2-40B4-BE49-F238E27FC236}">
                <a16:creationId xmlns:a16="http://schemas.microsoft.com/office/drawing/2014/main" id="{5234D817-5DAB-9DEC-A4CA-689EAA19FF9D}"/>
              </a:ext>
            </a:extLst>
          </p:cNvPr>
          <p:cNvSpPr/>
          <p:nvPr userDrawn="1"/>
        </p:nvSpPr>
        <p:spPr>
          <a:xfrm>
            <a:off x="8724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attern">
            <a:extLst>
              <a:ext uri="{FF2B5EF4-FFF2-40B4-BE49-F238E27FC236}">
                <a16:creationId xmlns:a16="http://schemas.microsoft.com/office/drawing/2014/main" id="{77161B0F-95A7-7031-6E9C-1449E66E1014}"/>
              </a:ext>
            </a:extLst>
          </p:cNvPr>
          <p:cNvSpPr/>
          <p:nvPr userDrawn="1"/>
        </p:nvSpPr>
        <p:spPr>
          <a:xfrm>
            <a:off x="8915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attern">
            <a:extLst>
              <a:ext uri="{FF2B5EF4-FFF2-40B4-BE49-F238E27FC236}">
                <a16:creationId xmlns:a16="http://schemas.microsoft.com/office/drawing/2014/main" id="{A90CB30F-C774-D5ED-8745-6DBCF1D75BC0}"/>
              </a:ext>
            </a:extLst>
          </p:cNvPr>
          <p:cNvSpPr/>
          <p:nvPr userDrawn="1"/>
        </p:nvSpPr>
        <p:spPr>
          <a:xfrm>
            <a:off x="9105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ttern">
            <a:extLst>
              <a:ext uri="{FF2B5EF4-FFF2-40B4-BE49-F238E27FC236}">
                <a16:creationId xmlns:a16="http://schemas.microsoft.com/office/drawing/2014/main" id="{A74F71A9-65ED-03DC-0702-7233C15CDD91}"/>
              </a:ext>
            </a:extLst>
          </p:cNvPr>
          <p:cNvSpPr/>
          <p:nvPr userDrawn="1"/>
        </p:nvSpPr>
        <p:spPr>
          <a:xfrm>
            <a:off x="9296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attern">
            <a:extLst>
              <a:ext uri="{FF2B5EF4-FFF2-40B4-BE49-F238E27FC236}">
                <a16:creationId xmlns:a16="http://schemas.microsoft.com/office/drawing/2014/main" id="{6C01246E-042E-3FD5-051E-4924084FF084}"/>
              </a:ext>
            </a:extLst>
          </p:cNvPr>
          <p:cNvSpPr/>
          <p:nvPr userDrawn="1"/>
        </p:nvSpPr>
        <p:spPr>
          <a:xfrm>
            <a:off x="9486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attern">
            <a:extLst>
              <a:ext uri="{FF2B5EF4-FFF2-40B4-BE49-F238E27FC236}">
                <a16:creationId xmlns:a16="http://schemas.microsoft.com/office/drawing/2014/main" id="{DB5DB1E9-5D0A-296B-0136-AA05ABBD8A00}"/>
              </a:ext>
            </a:extLst>
          </p:cNvPr>
          <p:cNvSpPr/>
          <p:nvPr userDrawn="1"/>
        </p:nvSpPr>
        <p:spPr>
          <a:xfrm>
            <a:off x="9677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ttern">
            <a:extLst>
              <a:ext uri="{FF2B5EF4-FFF2-40B4-BE49-F238E27FC236}">
                <a16:creationId xmlns:a16="http://schemas.microsoft.com/office/drawing/2014/main" id="{89C4EF0C-3752-73B4-E6E1-1A38FE98F6D7}"/>
              </a:ext>
            </a:extLst>
          </p:cNvPr>
          <p:cNvSpPr/>
          <p:nvPr userDrawn="1"/>
        </p:nvSpPr>
        <p:spPr>
          <a:xfrm>
            <a:off x="9867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attern">
            <a:extLst>
              <a:ext uri="{FF2B5EF4-FFF2-40B4-BE49-F238E27FC236}">
                <a16:creationId xmlns:a16="http://schemas.microsoft.com/office/drawing/2014/main" id="{47040AA2-6389-9DFD-9401-0FAFE5F06C28}"/>
              </a:ext>
            </a:extLst>
          </p:cNvPr>
          <p:cNvSpPr/>
          <p:nvPr userDrawn="1"/>
        </p:nvSpPr>
        <p:spPr>
          <a:xfrm>
            <a:off x="10058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attern">
            <a:extLst>
              <a:ext uri="{FF2B5EF4-FFF2-40B4-BE49-F238E27FC236}">
                <a16:creationId xmlns:a16="http://schemas.microsoft.com/office/drawing/2014/main" id="{1BB71FB0-38FA-7A63-7A31-C3D71384AB93}"/>
              </a:ext>
            </a:extLst>
          </p:cNvPr>
          <p:cNvSpPr/>
          <p:nvPr userDrawn="1"/>
        </p:nvSpPr>
        <p:spPr>
          <a:xfrm>
            <a:off x="10248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attern">
            <a:extLst>
              <a:ext uri="{FF2B5EF4-FFF2-40B4-BE49-F238E27FC236}">
                <a16:creationId xmlns:a16="http://schemas.microsoft.com/office/drawing/2014/main" id="{99680DCB-387D-ED87-861A-FDB32F28150E}"/>
              </a:ext>
            </a:extLst>
          </p:cNvPr>
          <p:cNvSpPr/>
          <p:nvPr userDrawn="1"/>
        </p:nvSpPr>
        <p:spPr>
          <a:xfrm>
            <a:off x="10439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ttern">
            <a:extLst>
              <a:ext uri="{FF2B5EF4-FFF2-40B4-BE49-F238E27FC236}">
                <a16:creationId xmlns:a16="http://schemas.microsoft.com/office/drawing/2014/main" id="{D02C69D8-60BA-4D52-3C6A-DB4ECF9E2621}"/>
              </a:ext>
            </a:extLst>
          </p:cNvPr>
          <p:cNvSpPr/>
          <p:nvPr userDrawn="1"/>
        </p:nvSpPr>
        <p:spPr>
          <a:xfrm>
            <a:off x="10629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attern">
            <a:extLst>
              <a:ext uri="{FF2B5EF4-FFF2-40B4-BE49-F238E27FC236}">
                <a16:creationId xmlns:a16="http://schemas.microsoft.com/office/drawing/2014/main" id="{D310814C-153B-9F19-B905-C80166395122}"/>
              </a:ext>
            </a:extLst>
          </p:cNvPr>
          <p:cNvSpPr/>
          <p:nvPr userDrawn="1"/>
        </p:nvSpPr>
        <p:spPr>
          <a:xfrm>
            <a:off x="10820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attern">
            <a:extLst>
              <a:ext uri="{FF2B5EF4-FFF2-40B4-BE49-F238E27FC236}">
                <a16:creationId xmlns:a16="http://schemas.microsoft.com/office/drawing/2014/main" id="{6B8B428E-EE62-8BB3-4989-EB3C1D59D881}"/>
              </a:ext>
            </a:extLst>
          </p:cNvPr>
          <p:cNvSpPr/>
          <p:nvPr userDrawn="1"/>
        </p:nvSpPr>
        <p:spPr>
          <a:xfrm>
            <a:off x="11010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attern">
            <a:extLst>
              <a:ext uri="{FF2B5EF4-FFF2-40B4-BE49-F238E27FC236}">
                <a16:creationId xmlns:a16="http://schemas.microsoft.com/office/drawing/2014/main" id="{35FF46CA-2865-3D15-E10F-71CFF0798EDE}"/>
              </a:ext>
            </a:extLst>
          </p:cNvPr>
          <p:cNvSpPr/>
          <p:nvPr userDrawn="1"/>
        </p:nvSpPr>
        <p:spPr>
          <a:xfrm>
            <a:off x="11201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ttern">
            <a:extLst>
              <a:ext uri="{FF2B5EF4-FFF2-40B4-BE49-F238E27FC236}">
                <a16:creationId xmlns:a16="http://schemas.microsoft.com/office/drawing/2014/main" id="{B8A7F35B-57FE-D2C1-EFDD-A67D84A011CA}"/>
              </a:ext>
            </a:extLst>
          </p:cNvPr>
          <p:cNvSpPr/>
          <p:nvPr userDrawn="1"/>
        </p:nvSpPr>
        <p:spPr>
          <a:xfrm>
            <a:off x="11391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attern">
            <a:extLst>
              <a:ext uri="{FF2B5EF4-FFF2-40B4-BE49-F238E27FC236}">
                <a16:creationId xmlns:a16="http://schemas.microsoft.com/office/drawing/2014/main" id="{154E9634-EB6B-EAB1-87DB-3F8E0C3981CC}"/>
              </a:ext>
            </a:extLst>
          </p:cNvPr>
          <p:cNvSpPr/>
          <p:nvPr userDrawn="1"/>
        </p:nvSpPr>
        <p:spPr>
          <a:xfrm>
            <a:off x="11582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pattern">
            <a:extLst>
              <a:ext uri="{FF2B5EF4-FFF2-40B4-BE49-F238E27FC236}">
                <a16:creationId xmlns:a16="http://schemas.microsoft.com/office/drawing/2014/main" id="{F73F3536-4CEC-3BEF-1A23-00EFEC0CA800}"/>
              </a:ext>
            </a:extLst>
          </p:cNvPr>
          <p:cNvSpPr/>
          <p:nvPr userDrawn="1"/>
        </p:nvSpPr>
        <p:spPr>
          <a:xfrm>
            <a:off x="11772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pattern">
            <a:extLst>
              <a:ext uri="{FF2B5EF4-FFF2-40B4-BE49-F238E27FC236}">
                <a16:creationId xmlns:a16="http://schemas.microsoft.com/office/drawing/2014/main" id="{5967530B-C0C0-EED7-B2C3-19EC5FB1D719}"/>
              </a:ext>
            </a:extLst>
          </p:cNvPr>
          <p:cNvSpPr/>
          <p:nvPr userDrawn="1"/>
        </p:nvSpPr>
        <p:spPr>
          <a:xfrm>
            <a:off x="119634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pattern">
            <a:extLst>
              <a:ext uri="{FF2B5EF4-FFF2-40B4-BE49-F238E27FC236}">
                <a16:creationId xmlns:a16="http://schemas.microsoft.com/office/drawing/2014/main" id="{07CFB7A1-B86A-96F1-6EB4-8C9137A282A8}"/>
              </a:ext>
            </a:extLst>
          </p:cNvPr>
          <p:cNvSpPr/>
          <p:nvPr userDrawn="1"/>
        </p:nvSpPr>
        <p:spPr>
          <a:xfrm>
            <a:off x="12153900" y="62738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pattern">
            <a:extLst>
              <a:ext uri="{FF2B5EF4-FFF2-40B4-BE49-F238E27FC236}">
                <a16:creationId xmlns:a16="http://schemas.microsoft.com/office/drawing/2014/main" id="{3A595D0F-AF2E-7CF6-095E-29C8E5810F90}"/>
              </a:ext>
            </a:extLst>
          </p:cNvPr>
          <p:cNvSpPr/>
          <p:nvPr userDrawn="1"/>
        </p:nvSpPr>
        <p:spPr>
          <a:xfrm>
            <a:off x="247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pattern">
            <a:extLst>
              <a:ext uri="{FF2B5EF4-FFF2-40B4-BE49-F238E27FC236}">
                <a16:creationId xmlns:a16="http://schemas.microsoft.com/office/drawing/2014/main" id="{6991B7F4-D809-D2D5-12AF-A16C3C464BC3}"/>
              </a:ext>
            </a:extLst>
          </p:cNvPr>
          <p:cNvSpPr/>
          <p:nvPr userDrawn="1"/>
        </p:nvSpPr>
        <p:spPr>
          <a:xfrm>
            <a:off x="438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pattern">
            <a:extLst>
              <a:ext uri="{FF2B5EF4-FFF2-40B4-BE49-F238E27FC236}">
                <a16:creationId xmlns:a16="http://schemas.microsoft.com/office/drawing/2014/main" id="{38594BCE-C17D-26FF-D767-EC5D643C4662}"/>
              </a:ext>
            </a:extLst>
          </p:cNvPr>
          <p:cNvSpPr/>
          <p:nvPr userDrawn="1"/>
        </p:nvSpPr>
        <p:spPr>
          <a:xfrm>
            <a:off x="628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pattern">
            <a:extLst>
              <a:ext uri="{FF2B5EF4-FFF2-40B4-BE49-F238E27FC236}">
                <a16:creationId xmlns:a16="http://schemas.microsoft.com/office/drawing/2014/main" id="{B289164B-684F-2229-FCCD-2A002CAF74E7}"/>
              </a:ext>
            </a:extLst>
          </p:cNvPr>
          <p:cNvSpPr/>
          <p:nvPr userDrawn="1"/>
        </p:nvSpPr>
        <p:spPr>
          <a:xfrm>
            <a:off x="819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pattern">
            <a:extLst>
              <a:ext uri="{FF2B5EF4-FFF2-40B4-BE49-F238E27FC236}">
                <a16:creationId xmlns:a16="http://schemas.microsoft.com/office/drawing/2014/main" id="{02600D6B-9897-C04D-4950-9039CC4059F5}"/>
              </a:ext>
            </a:extLst>
          </p:cNvPr>
          <p:cNvSpPr/>
          <p:nvPr userDrawn="1"/>
        </p:nvSpPr>
        <p:spPr>
          <a:xfrm>
            <a:off x="1009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attern">
            <a:extLst>
              <a:ext uri="{FF2B5EF4-FFF2-40B4-BE49-F238E27FC236}">
                <a16:creationId xmlns:a16="http://schemas.microsoft.com/office/drawing/2014/main" id="{B00229FA-2A15-BF27-1A49-77FCB01C9C08}"/>
              </a:ext>
            </a:extLst>
          </p:cNvPr>
          <p:cNvSpPr/>
          <p:nvPr userDrawn="1"/>
        </p:nvSpPr>
        <p:spPr>
          <a:xfrm>
            <a:off x="1200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pattern">
            <a:extLst>
              <a:ext uri="{FF2B5EF4-FFF2-40B4-BE49-F238E27FC236}">
                <a16:creationId xmlns:a16="http://schemas.microsoft.com/office/drawing/2014/main" id="{3C66FFBD-15CD-E9CF-DBAE-702D2D1ACF44}"/>
              </a:ext>
            </a:extLst>
          </p:cNvPr>
          <p:cNvSpPr/>
          <p:nvPr userDrawn="1"/>
        </p:nvSpPr>
        <p:spPr>
          <a:xfrm>
            <a:off x="1390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pattern">
            <a:extLst>
              <a:ext uri="{FF2B5EF4-FFF2-40B4-BE49-F238E27FC236}">
                <a16:creationId xmlns:a16="http://schemas.microsoft.com/office/drawing/2014/main" id="{C7559B99-B552-543A-11AC-84779B512711}"/>
              </a:ext>
            </a:extLst>
          </p:cNvPr>
          <p:cNvSpPr/>
          <p:nvPr userDrawn="1"/>
        </p:nvSpPr>
        <p:spPr>
          <a:xfrm>
            <a:off x="1581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attern">
            <a:extLst>
              <a:ext uri="{FF2B5EF4-FFF2-40B4-BE49-F238E27FC236}">
                <a16:creationId xmlns:a16="http://schemas.microsoft.com/office/drawing/2014/main" id="{66A907B2-5FDA-FA3A-8F2C-DE686A60F19D}"/>
              </a:ext>
            </a:extLst>
          </p:cNvPr>
          <p:cNvSpPr/>
          <p:nvPr userDrawn="1"/>
        </p:nvSpPr>
        <p:spPr>
          <a:xfrm>
            <a:off x="1771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attern">
            <a:extLst>
              <a:ext uri="{FF2B5EF4-FFF2-40B4-BE49-F238E27FC236}">
                <a16:creationId xmlns:a16="http://schemas.microsoft.com/office/drawing/2014/main" id="{115CB594-985C-2794-5FF8-53D0780DD842}"/>
              </a:ext>
            </a:extLst>
          </p:cNvPr>
          <p:cNvSpPr/>
          <p:nvPr userDrawn="1"/>
        </p:nvSpPr>
        <p:spPr>
          <a:xfrm>
            <a:off x="1962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ttern">
            <a:extLst>
              <a:ext uri="{FF2B5EF4-FFF2-40B4-BE49-F238E27FC236}">
                <a16:creationId xmlns:a16="http://schemas.microsoft.com/office/drawing/2014/main" id="{1C6FF188-346F-275F-1DE9-F231A080E490}"/>
              </a:ext>
            </a:extLst>
          </p:cNvPr>
          <p:cNvSpPr/>
          <p:nvPr userDrawn="1"/>
        </p:nvSpPr>
        <p:spPr>
          <a:xfrm>
            <a:off x="2152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ttern">
            <a:extLst>
              <a:ext uri="{FF2B5EF4-FFF2-40B4-BE49-F238E27FC236}">
                <a16:creationId xmlns:a16="http://schemas.microsoft.com/office/drawing/2014/main" id="{CD930921-BC18-AD92-21DD-C263889CE913}"/>
              </a:ext>
            </a:extLst>
          </p:cNvPr>
          <p:cNvSpPr/>
          <p:nvPr userDrawn="1"/>
        </p:nvSpPr>
        <p:spPr>
          <a:xfrm>
            <a:off x="2343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attern">
            <a:extLst>
              <a:ext uri="{FF2B5EF4-FFF2-40B4-BE49-F238E27FC236}">
                <a16:creationId xmlns:a16="http://schemas.microsoft.com/office/drawing/2014/main" id="{98BAC04C-1ADA-4A47-2271-A087FFBB58BF}"/>
              </a:ext>
            </a:extLst>
          </p:cNvPr>
          <p:cNvSpPr/>
          <p:nvPr userDrawn="1"/>
        </p:nvSpPr>
        <p:spPr>
          <a:xfrm>
            <a:off x="2533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pattern">
            <a:extLst>
              <a:ext uri="{FF2B5EF4-FFF2-40B4-BE49-F238E27FC236}">
                <a16:creationId xmlns:a16="http://schemas.microsoft.com/office/drawing/2014/main" id="{99CFF921-CE8C-5EA8-C519-787E9D57E36E}"/>
              </a:ext>
            </a:extLst>
          </p:cNvPr>
          <p:cNvSpPr/>
          <p:nvPr userDrawn="1"/>
        </p:nvSpPr>
        <p:spPr>
          <a:xfrm>
            <a:off x="2724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attern">
            <a:extLst>
              <a:ext uri="{FF2B5EF4-FFF2-40B4-BE49-F238E27FC236}">
                <a16:creationId xmlns:a16="http://schemas.microsoft.com/office/drawing/2014/main" id="{783142B9-CF45-21DE-5984-C0B552CD8EBE}"/>
              </a:ext>
            </a:extLst>
          </p:cNvPr>
          <p:cNvSpPr/>
          <p:nvPr userDrawn="1"/>
        </p:nvSpPr>
        <p:spPr>
          <a:xfrm>
            <a:off x="2914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pattern">
            <a:extLst>
              <a:ext uri="{FF2B5EF4-FFF2-40B4-BE49-F238E27FC236}">
                <a16:creationId xmlns:a16="http://schemas.microsoft.com/office/drawing/2014/main" id="{015B4A9C-5E8F-20DC-1261-83F03987AD5D}"/>
              </a:ext>
            </a:extLst>
          </p:cNvPr>
          <p:cNvSpPr/>
          <p:nvPr userDrawn="1"/>
        </p:nvSpPr>
        <p:spPr>
          <a:xfrm>
            <a:off x="3105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pattern">
            <a:extLst>
              <a:ext uri="{FF2B5EF4-FFF2-40B4-BE49-F238E27FC236}">
                <a16:creationId xmlns:a16="http://schemas.microsoft.com/office/drawing/2014/main" id="{04A82ADB-7555-D582-D121-9A424D456DB1}"/>
              </a:ext>
            </a:extLst>
          </p:cNvPr>
          <p:cNvSpPr/>
          <p:nvPr userDrawn="1"/>
        </p:nvSpPr>
        <p:spPr>
          <a:xfrm>
            <a:off x="3295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pattern">
            <a:extLst>
              <a:ext uri="{FF2B5EF4-FFF2-40B4-BE49-F238E27FC236}">
                <a16:creationId xmlns:a16="http://schemas.microsoft.com/office/drawing/2014/main" id="{5E9A9FED-DD82-0499-B50D-DB1A761A7DD4}"/>
              </a:ext>
            </a:extLst>
          </p:cNvPr>
          <p:cNvSpPr/>
          <p:nvPr userDrawn="1"/>
        </p:nvSpPr>
        <p:spPr>
          <a:xfrm>
            <a:off x="3486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ttern">
            <a:extLst>
              <a:ext uri="{FF2B5EF4-FFF2-40B4-BE49-F238E27FC236}">
                <a16:creationId xmlns:a16="http://schemas.microsoft.com/office/drawing/2014/main" id="{DA4A5310-656B-2BED-2E16-59E8FC04B91C}"/>
              </a:ext>
            </a:extLst>
          </p:cNvPr>
          <p:cNvSpPr/>
          <p:nvPr userDrawn="1"/>
        </p:nvSpPr>
        <p:spPr>
          <a:xfrm>
            <a:off x="3676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ttern">
            <a:extLst>
              <a:ext uri="{FF2B5EF4-FFF2-40B4-BE49-F238E27FC236}">
                <a16:creationId xmlns:a16="http://schemas.microsoft.com/office/drawing/2014/main" id="{617E1C6E-B794-A3EC-C0FC-E1FBA473C282}"/>
              </a:ext>
            </a:extLst>
          </p:cNvPr>
          <p:cNvSpPr/>
          <p:nvPr userDrawn="1"/>
        </p:nvSpPr>
        <p:spPr>
          <a:xfrm>
            <a:off x="3867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ttern">
            <a:extLst>
              <a:ext uri="{FF2B5EF4-FFF2-40B4-BE49-F238E27FC236}">
                <a16:creationId xmlns:a16="http://schemas.microsoft.com/office/drawing/2014/main" id="{36198F1B-5770-2C78-6835-4E0C39C65CB1}"/>
              </a:ext>
            </a:extLst>
          </p:cNvPr>
          <p:cNvSpPr/>
          <p:nvPr userDrawn="1"/>
        </p:nvSpPr>
        <p:spPr>
          <a:xfrm>
            <a:off x="4057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pattern">
            <a:extLst>
              <a:ext uri="{FF2B5EF4-FFF2-40B4-BE49-F238E27FC236}">
                <a16:creationId xmlns:a16="http://schemas.microsoft.com/office/drawing/2014/main" id="{67AF1517-9F14-A3A6-424E-7A012EF3A3D1}"/>
              </a:ext>
            </a:extLst>
          </p:cNvPr>
          <p:cNvSpPr/>
          <p:nvPr userDrawn="1"/>
        </p:nvSpPr>
        <p:spPr>
          <a:xfrm>
            <a:off x="4248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pattern">
            <a:extLst>
              <a:ext uri="{FF2B5EF4-FFF2-40B4-BE49-F238E27FC236}">
                <a16:creationId xmlns:a16="http://schemas.microsoft.com/office/drawing/2014/main" id="{3ED4128B-EAD0-1642-0B20-547E6AB188BE}"/>
              </a:ext>
            </a:extLst>
          </p:cNvPr>
          <p:cNvSpPr/>
          <p:nvPr userDrawn="1"/>
        </p:nvSpPr>
        <p:spPr>
          <a:xfrm>
            <a:off x="4438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pattern">
            <a:extLst>
              <a:ext uri="{FF2B5EF4-FFF2-40B4-BE49-F238E27FC236}">
                <a16:creationId xmlns:a16="http://schemas.microsoft.com/office/drawing/2014/main" id="{6752644A-42D6-E559-1557-56F3F8E63FD5}"/>
              </a:ext>
            </a:extLst>
          </p:cNvPr>
          <p:cNvSpPr/>
          <p:nvPr userDrawn="1"/>
        </p:nvSpPr>
        <p:spPr>
          <a:xfrm>
            <a:off x="4629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pattern">
            <a:extLst>
              <a:ext uri="{FF2B5EF4-FFF2-40B4-BE49-F238E27FC236}">
                <a16:creationId xmlns:a16="http://schemas.microsoft.com/office/drawing/2014/main" id="{7CA5585C-89F4-0FC1-BE1A-6F148D67DE78}"/>
              </a:ext>
            </a:extLst>
          </p:cNvPr>
          <p:cNvSpPr/>
          <p:nvPr userDrawn="1"/>
        </p:nvSpPr>
        <p:spPr>
          <a:xfrm>
            <a:off x="4819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pattern">
            <a:extLst>
              <a:ext uri="{FF2B5EF4-FFF2-40B4-BE49-F238E27FC236}">
                <a16:creationId xmlns:a16="http://schemas.microsoft.com/office/drawing/2014/main" id="{39D08E8F-CDF1-1964-3064-A84D279ADCEE}"/>
              </a:ext>
            </a:extLst>
          </p:cNvPr>
          <p:cNvSpPr/>
          <p:nvPr userDrawn="1"/>
        </p:nvSpPr>
        <p:spPr>
          <a:xfrm>
            <a:off x="5010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pattern">
            <a:extLst>
              <a:ext uri="{FF2B5EF4-FFF2-40B4-BE49-F238E27FC236}">
                <a16:creationId xmlns:a16="http://schemas.microsoft.com/office/drawing/2014/main" id="{D69A6854-7F64-944B-7259-33241652C42F}"/>
              </a:ext>
            </a:extLst>
          </p:cNvPr>
          <p:cNvSpPr/>
          <p:nvPr userDrawn="1"/>
        </p:nvSpPr>
        <p:spPr>
          <a:xfrm>
            <a:off x="5200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pattern">
            <a:extLst>
              <a:ext uri="{FF2B5EF4-FFF2-40B4-BE49-F238E27FC236}">
                <a16:creationId xmlns:a16="http://schemas.microsoft.com/office/drawing/2014/main" id="{B4AB4C66-C13E-C297-9C04-8A8536E9AB0E}"/>
              </a:ext>
            </a:extLst>
          </p:cNvPr>
          <p:cNvSpPr/>
          <p:nvPr userDrawn="1"/>
        </p:nvSpPr>
        <p:spPr>
          <a:xfrm>
            <a:off x="5391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pattern">
            <a:extLst>
              <a:ext uri="{FF2B5EF4-FFF2-40B4-BE49-F238E27FC236}">
                <a16:creationId xmlns:a16="http://schemas.microsoft.com/office/drawing/2014/main" id="{FEBF4BC3-EACD-579E-8197-B9EB8C09C317}"/>
              </a:ext>
            </a:extLst>
          </p:cNvPr>
          <p:cNvSpPr/>
          <p:nvPr userDrawn="1"/>
        </p:nvSpPr>
        <p:spPr>
          <a:xfrm>
            <a:off x="5581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pattern">
            <a:extLst>
              <a:ext uri="{FF2B5EF4-FFF2-40B4-BE49-F238E27FC236}">
                <a16:creationId xmlns:a16="http://schemas.microsoft.com/office/drawing/2014/main" id="{D2314BEF-13A4-DFCA-40C0-FF314673CC5A}"/>
              </a:ext>
            </a:extLst>
          </p:cNvPr>
          <p:cNvSpPr/>
          <p:nvPr userDrawn="1"/>
        </p:nvSpPr>
        <p:spPr>
          <a:xfrm>
            <a:off x="5772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pattern">
            <a:extLst>
              <a:ext uri="{FF2B5EF4-FFF2-40B4-BE49-F238E27FC236}">
                <a16:creationId xmlns:a16="http://schemas.microsoft.com/office/drawing/2014/main" id="{69298ADE-540D-074A-F882-8659B478AC9D}"/>
              </a:ext>
            </a:extLst>
          </p:cNvPr>
          <p:cNvSpPr/>
          <p:nvPr userDrawn="1"/>
        </p:nvSpPr>
        <p:spPr>
          <a:xfrm>
            <a:off x="5962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pattern">
            <a:extLst>
              <a:ext uri="{FF2B5EF4-FFF2-40B4-BE49-F238E27FC236}">
                <a16:creationId xmlns:a16="http://schemas.microsoft.com/office/drawing/2014/main" id="{56D96AF2-30FF-FB99-46EF-746B8F4EF57C}"/>
              </a:ext>
            </a:extLst>
          </p:cNvPr>
          <p:cNvSpPr/>
          <p:nvPr userDrawn="1"/>
        </p:nvSpPr>
        <p:spPr>
          <a:xfrm>
            <a:off x="6153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pattern">
            <a:extLst>
              <a:ext uri="{FF2B5EF4-FFF2-40B4-BE49-F238E27FC236}">
                <a16:creationId xmlns:a16="http://schemas.microsoft.com/office/drawing/2014/main" id="{0B5B28DD-A611-E9C1-AA2E-F46A92E5FE8A}"/>
              </a:ext>
            </a:extLst>
          </p:cNvPr>
          <p:cNvSpPr/>
          <p:nvPr userDrawn="1"/>
        </p:nvSpPr>
        <p:spPr>
          <a:xfrm>
            <a:off x="6343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pattern">
            <a:extLst>
              <a:ext uri="{FF2B5EF4-FFF2-40B4-BE49-F238E27FC236}">
                <a16:creationId xmlns:a16="http://schemas.microsoft.com/office/drawing/2014/main" id="{3D9C718A-620A-A754-6803-EA016090E816}"/>
              </a:ext>
            </a:extLst>
          </p:cNvPr>
          <p:cNvSpPr/>
          <p:nvPr userDrawn="1"/>
        </p:nvSpPr>
        <p:spPr>
          <a:xfrm>
            <a:off x="6534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pattern">
            <a:extLst>
              <a:ext uri="{FF2B5EF4-FFF2-40B4-BE49-F238E27FC236}">
                <a16:creationId xmlns:a16="http://schemas.microsoft.com/office/drawing/2014/main" id="{F81F24F7-83C0-102C-953C-B692664B24EB}"/>
              </a:ext>
            </a:extLst>
          </p:cNvPr>
          <p:cNvSpPr/>
          <p:nvPr userDrawn="1"/>
        </p:nvSpPr>
        <p:spPr>
          <a:xfrm>
            <a:off x="6724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pattern">
            <a:extLst>
              <a:ext uri="{FF2B5EF4-FFF2-40B4-BE49-F238E27FC236}">
                <a16:creationId xmlns:a16="http://schemas.microsoft.com/office/drawing/2014/main" id="{CBB651F2-69AB-3E61-B041-90EE38BD50BD}"/>
              </a:ext>
            </a:extLst>
          </p:cNvPr>
          <p:cNvSpPr/>
          <p:nvPr userDrawn="1"/>
        </p:nvSpPr>
        <p:spPr>
          <a:xfrm>
            <a:off x="6915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pattern">
            <a:extLst>
              <a:ext uri="{FF2B5EF4-FFF2-40B4-BE49-F238E27FC236}">
                <a16:creationId xmlns:a16="http://schemas.microsoft.com/office/drawing/2014/main" id="{6B65B8A3-9C5A-477F-6E57-EEF285FE1721}"/>
              </a:ext>
            </a:extLst>
          </p:cNvPr>
          <p:cNvSpPr/>
          <p:nvPr userDrawn="1"/>
        </p:nvSpPr>
        <p:spPr>
          <a:xfrm>
            <a:off x="7105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pattern">
            <a:extLst>
              <a:ext uri="{FF2B5EF4-FFF2-40B4-BE49-F238E27FC236}">
                <a16:creationId xmlns:a16="http://schemas.microsoft.com/office/drawing/2014/main" id="{A50ECEF2-B171-B8E6-750B-97B35D9D27B5}"/>
              </a:ext>
            </a:extLst>
          </p:cNvPr>
          <p:cNvSpPr/>
          <p:nvPr userDrawn="1"/>
        </p:nvSpPr>
        <p:spPr>
          <a:xfrm>
            <a:off x="7296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pattern">
            <a:extLst>
              <a:ext uri="{FF2B5EF4-FFF2-40B4-BE49-F238E27FC236}">
                <a16:creationId xmlns:a16="http://schemas.microsoft.com/office/drawing/2014/main" id="{93CD5EC3-C702-426D-6DCB-6D4BE1A40D0F}"/>
              </a:ext>
            </a:extLst>
          </p:cNvPr>
          <p:cNvSpPr/>
          <p:nvPr userDrawn="1"/>
        </p:nvSpPr>
        <p:spPr>
          <a:xfrm>
            <a:off x="7486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pattern">
            <a:extLst>
              <a:ext uri="{FF2B5EF4-FFF2-40B4-BE49-F238E27FC236}">
                <a16:creationId xmlns:a16="http://schemas.microsoft.com/office/drawing/2014/main" id="{3339BE1F-A5E2-9D85-5D9D-6BE1603E716A}"/>
              </a:ext>
            </a:extLst>
          </p:cNvPr>
          <p:cNvSpPr/>
          <p:nvPr userDrawn="1"/>
        </p:nvSpPr>
        <p:spPr>
          <a:xfrm>
            <a:off x="7677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pattern">
            <a:extLst>
              <a:ext uri="{FF2B5EF4-FFF2-40B4-BE49-F238E27FC236}">
                <a16:creationId xmlns:a16="http://schemas.microsoft.com/office/drawing/2014/main" id="{466E2A8E-5BA1-F8E3-22B5-C5BC5A801E0F}"/>
              </a:ext>
            </a:extLst>
          </p:cNvPr>
          <p:cNvSpPr/>
          <p:nvPr userDrawn="1"/>
        </p:nvSpPr>
        <p:spPr>
          <a:xfrm>
            <a:off x="7867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pattern">
            <a:extLst>
              <a:ext uri="{FF2B5EF4-FFF2-40B4-BE49-F238E27FC236}">
                <a16:creationId xmlns:a16="http://schemas.microsoft.com/office/drawing/2014/main" id="{77E73CDF-F58D-2535-AC95-A1BA7119B45E}"/>
              </a:ext>
            </a:extLst>
          </p:cNvPr>
          <p:cNvSpPr/>
          <p:nvPr userDrawn="1"/>
        </p:nvSpPr>
        <p:spPr>
          <a:xfrm>
            <a:off x="8058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pattern">
            <a:extLst>
              <a:ext uri="{FF2B5EF4-FFF2-40B4-BE49-F238E27FC236}">
                <a16:creationId xmlns:a16="http://schemas.microsoft.com/office/drawing/2014/main" id="{1819A82E-FE97-1ABB-CF68-2326B5DB3E7E}"/>
              </a:ext>
            </a:extLst>
          </p:cNvPr>
          <p:cNvSpPr/>
          <p:nvPr userDrawn="1"/>
        </p:nvSpPr>
        <p:spPr>
          <a:xfrm>
            <a:off x="8248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pattern">
            <a:extLst>
              <a:ext uri="{FF2B5EF4-FFF2-40B4-BE49-F238E27FC236}">
                <a16:creationId xmlns:a16="http://schemas.microsoft.com/office/drawing/2014/main" id="{157DB7A3-35D5-0F4C-0D5A-FAFC58E5F187}"/>
              </a:ext>
            </a:extLst>
          </p:cNvPr>
          <p:cNvSpPr/>
          <p:nvPr userDrawn="1"/>
        </p:nvSpPr>
        <p:spPr>
          <a:xfrm>
            <a:off x="8439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pattern">
            <a:extLst>
              <a:ext uri="{FF2B5EF4-FFF2-40B4-BE49-F238E27FC236}">
                <a16:creationId xmlns:a16="http://schemas.microsoft.com/office/drawing/2014/main" id="{0868BF19-B490-1A5B-7D39-7C93C0022023}"/>
              </a:ext>
            </a:extLst>
          </p:cNvPr>
          <p:cNvSpPr/>
          <p:nvPr userDrawn="1"/>
        </p:nvSpPr>
        <p:spPr>
          <a:xfrm>
            <a:off x="8629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pattern">
            <a:extLst>
              <a:ext uri="{FF2B5EF4-FFF2-40B4-BE49-F238E27FC236}">
                <a16:creationId xmlns:a16="http://schemas.microsoft.com/office/drawing/2014/main" id="{77CB5C80-CB0C-5221-C3A2-C102670DE1A9}"/>
              </a:ext>
            </a:extLst>
          </p:cNvPr>
          <p:cNvSpPr/>
          <p:nvPr userDrawn="1"/>
        </p:nvSpPr>
        <p:spPr>
          <a:xfrm>
            <a:off x="8820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pattern">
            <a:extLst>
              <a:ext uri="{FF2B5EF4-FFF2-40B4-BE49-F238E27FC236}">
                <a16:creationId xmlns:a16="http://schemas.microsoft.com/office/drawing/2014/main" id="{4645F35F-3BD6-471A-EE17-3F032D780335}"/>
              </a:ext>
            </a:extLst>
          </p:cNvPr>
          <p:cNvSpPr/>
          <p:nvPr userDrawn="1"/>
        </p:nvSpPr>
        <p:spPr>
          <a:xfrm>
            <a:off x="9010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pattern">
            <a:extLst>
              <a:ext uri="{FF2B5EF4-FFF2-40B4-BE49-F238E27FC236}">
                <a16:creationId xmlns:a16="http://schemas.microsoft.com/office/drawing/2014/main" id="{CB91E212-4C7C-25D6-5964-C7F8390EFD6F}"/>
              </a:ext>
            </a:extLst>
          </p:cNvPr>
          <p:cNvSpPr/>
          <p:nvPr userDrawn="1"/>
        </p:nvSpPr>
        <p:spPr>
          <a:xfrm>
            <a:off x="9201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pattern">
            <a:extLst>
              <a:ext uri="{FF2B5EF4-FFF2-40B4-BE49-F238E27FC236}">
                <a16:creationId xmlns:a16="http://schemas.microsoft.com/office/drawing/2014/main" id="{3B1BE5CB-C332-42BC-102B-FFC64F382F8B}"/>
              </a:ext>
            </a:extLst>
          </p:cNvPr>
          <p:cNvSpPr/>
          <p:nvPr userDrawn="1"/>
        </p:nvSpPr>
        <p:spPr>
          <a:xfrm>
            <a:off x="9391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pattern">
            <a:extLst>
              <a:ext uri="{FF2B5EF4-FFF2-40B4-BE49-F238E27FC236}">
                <a16:creationId xmlns:a16="http://schemas.microsoft.com/office/drawing/2014/main" id="{A9A14A48-D0C0-2491-B24C-1E958B8DB6D9}"/>
              </a:ext>
            </a:extLst>
          </p:cNvPr>
          <p:cNvSpPr/>
          <p:nvPr userDrawn="1"/>
        </p:nvSpPr>
        <p:spPr>
          <a:xfrm>
            <a:off x="9582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pattern">
            <a:extLst>
              <a:ext uri="{FF2B5EF4-FFF2-40B4-BE49-F238E27FC236}">
                <a16:creationId xmlns:a16="http://schemas.microsoft.com/office/drawing/2014/main" id="{08620136-AAE8-B82B-9FC9-8D2749D0530E}"/>
              </a:ext>
            </a:extLst>
          </p:cNvPr>
          <p:cNvSpPr/>
          <p:nvPr userDrawn="1"/>
        </p:nvSpPr>
        <p:spPr>
          <a:xfrm>
            <a:off x="9772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pattern">
            <a:extLst>
              <a:ext uri="{FF2B5EF4-FFF2-40B4-BE49-F238E27FC236}">
                <a16:creationId xmlns:a16="http://schemas.microsoft.com/office/drawing/2014/main" id="{C9AF1473-50F0-F353-AEFE-7969DFC09237}"/>
              </a:ext>
            </a:extLst>
          </p:cNvPr>
          <p:cNvSpPr/>
          <p:nvPr userDrawn="1"/>
        </p:nvSpPr>
        <p:spPr>
          <a:xfrm>
            <a:off x="9963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pattern">
            <a:extLst>
              <a:ext uri="{FF2B5EF4-FFF2-40B4-BE49-F238E27FC236}">
                <a16:creationId xmlns:a16="http://schemas.microsoft.com/office/drawing/2014/main" id="{2DB41F47-8126-C054-4F29-3B892C0E504E}"/>
              </a:ext>
            </a:extLst>
          </p:cNvPr>
          <p:cNvSpPr/>
          <p:nvPr userDrawn="1"/>
        </p:nvSpPr>
        <p:spPr>
          <a:xfrm>
            <a:off x="10153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pattern">
            <a:extLst>
              <a:ext uri="{FF2B5EF4-FFF2-40B4-BE49-F238E27FC236}">
                <a16:creationId xmlns:a16="http://schemas.microsoft.com/office/drawing/2014/main" id="{18DD8F01-7F3C-CE53-962E-0F559A379233}"/>
              </a:ext>
            </a:extLst>
          </p:cNvPr>
          <p:cNvSpPr/>
          <p:nvPr userDrawn="1"/>
        </p:nvSpPr>
        <p:spPr>
          <a:xfrm>
            <a:off x="10344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pattern">
            <a:extLst>
              <a:ext uri="{FF2B5EF4-FFF2-40B4-BE49-F238E27FC236}">
                <a16:creationId xmlns:a16="http://schemas.microsoft.com/office/drawing/2014/main" id="{BDC97040-8FA3-5D55-85CC-DDD7735FFE0E}"/>
              </a:ext>
            </a:extLst>
          </p:cNvPr>
          <p:cNvSpPr/>
          <p:nvPr userDrawn="1"/>
        </p:nvSpPr>
        <p:spPr>
          <a:xfrm>
            <a:off x="10534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pattern">
            <a:extLst>
              <a:ext uri="{FF2B5EF4-FFF2-40B4-BE49-F238E27FC236}">
                <a16:creationId xmlns:a16="http://schemas.microsoft.com/office/drawing/2014/main" id="{089326BB-68D2-4E5E-98C9-F6113EEE44B0}"/>
              </a:ext>
            </a:extLst>
          </p:cNvPr>
          <p:cNvSpPr/>
          <p:nvPr userDrawn="1"/>
        </p:nvSpPr>
        <p:spPr>
          <a:xfrm>
            <a:off x="10725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pattern">
            <a:extLst>
              <a:ext uri="{FF2B5EF4-FFF2-40B4-BE49-F238E27FC236}">
                <a16:creationId xmlns:a16="http://schemas.microsoft.com/office/drawing/2014/main" id="{0F9C5FC2-9CE2-D651-0A17-334214BD8959}"/>
              </a:ext>
            </a:extLst>
          </p:cNvPr>
          <p:cNvSpPr/>
          <p:nvPr userDrawn="1"/>
        </p:nvSpPr>
        <p:spPr>
          <a:xfrm>
            <a:off x="10915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pattern">
            <a:extLst>
              <a:ext uri="{FF2B5EF4-FFF2-40B4-BE49-F238E27FC236}">
                <a16:creationId xmlns:a16="http://schemas.microsoft.com/office/drawing/2014/main" id="{D3F5C66B-56A1-832E-F0D1-468E9B9C4450}"/>
              </a:ext>
            </a:extLst>
          </p:cNvPr>
          <p:cNvSpPr/>
          <p:nvPr userDrawn="1"/>
        </p:nvSpPr>
        <p:spPr>
          <a:xfrm>
            <a:off x="11106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pattern">
            <a:extLst>
              <a:ext uri="{FF2B5EF4-FFF2-40B4-BE49-F238E27FC236}">
                <a16:creationId xmlns:a16="http://schemas.microsoft.com/office/drawing/2014/main" id="{E7054A89-52B6-450A-9358-E45F1326B9C9}"/>
              </a:ext>
            </a:extLst>
          </p:cNvPr>
          <p:cNvSpPr/>
          <p:nvPr userDrawn="1"/>
        </p:nvSpPr>
        <p:spPr>
          <a:xfrm>
            <a:off x="11296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pattern">
            <a:extLst>
              <a:ext uri="{FF2B5EF4-FFF2-40B4-BE49-F238E27FC236}">
                <a16:creationId xmlns:a16="http://schemas.microsoft.com/office/drawing/2014/main" id="{78405BF8-9ECA-B9D9-2E24-DCED28EBBF80}"/>
              </a:ext>
            </a:extLst>
          </p:cNvPr>
          <p:cNvSpPr/>
          <p:nvPr userDrawn="1"/>
        </p:nvSpPr>
        <p:spPr>
          <a:xfrm>
            <a:off x="11487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pattern">
            <a:extLst>
              <a:ext uri="{FF2B5EF4-FFF2-40B4-BE49-F238E27FC236}">
                <a16:creationId xmlns:a16="http://schemas.microsoft.com/office/drawing/2014/main" id="{FB6F5DCE-9F57-ABF9-AFD2-C37EF6627D07}"/>
              </a:ext>
            </a:extLst>
          </p:cNvPr>
          <p:cNvSpPr/>
          <p:nvPr userDrawn="1"/>
        </p:nvSpPr>
        <p:spPr>
          <a:xfrm>
            <a:off x="11677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pattern">
            <a:extLst>
              <a:ext uri="{FF2B5EF4-FFF2-40B4-BE49-F238E27FC236}">
                <a16:creationId xmlns:a16="http://schemas.microsoft.com/office/drawing/2014/main" id="{B9C9B5E7-A4E3-030A-A30C-53608A60BD9D}"/>
              </a:ext>
            </a:extLst>
          </p:cNvPr>
          <p:cNvSpPr/>
          <p:nvPr userDrawn="1"/>
        </p:nvSpPr>
        <p:spPr>
          <a:xfrm>
            <a:off x="11868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pattern">
            <a:extLst>
              <a:ext uri="{FF2B5EF4-FFF2-40B4-BE49-F238E27FC236}">
                <a16:creationId xmlns:a16="http://schemas.microsoft.com/office/drawing/2014/main" id="{63F12FB9-F548-B7DA-2903-91C3D8207FCF}"/>
              </a:ext>
            </a:extLst>
          </p:cNvPr>
          <p:cNvSpPr/>
          <p:nvPr userDrawn="1"/>
        </p:nvSpPr>
        <p:spPr>
          <a:xfrm>
            <a:off x="120586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attern">
            <a:extLst>
              <a:ext uri="{FF2B5EF4-FFF2-40B4-BE49-F238E27FC236}">
                <a16:creationId xmlns:a16="http://schemas.microsoft.com/office/drawing/2014/main" id="{7AD227A6-54DE-798E-19B8-78C0FD9B8D7D}"/>
              </a:ext>
            </a:extLst>
          </p:cNvPr>
          <p:cNvSpPr/>
          <p:nvPr userDrawn="1"/>
        </p:nvSpPr>
        <p:spPr>
          <a:xfrm>
            <a:off x="12249150" y="6451600"/>
            <a:ext cx="50800" cy="50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 cap="rnd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65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49026F26-CF06-BB11-1756-B5936A5DAA6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7548" y="2288329"/>
            <a:ext cx="2512872" cy="510959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533CDB13-B20C-B4F0-B319-23FFE47EEE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8592" y="2288330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2BCA8E88-48DD-E037-1A57-4681A65D86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548" y="3182508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C4F0BEAA-0093-1438-1B30-DD2F44EEB9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8592" y="3182508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3BE86A38-A114-DEB6-6A03-792B221F65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7548" y="4076686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3FC924AC-110F-97B2-2AFF-0F7427A6D5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88592" y="4076686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17E01E67-CA96-B3F8-4832-8520FDFE3F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7548" y="4970864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ACB2F2E2-7FDF-F113-08EB-B7F81106E4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88592" y="4970864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F9C8181-915D-31F7-3D0A-BB5168AE61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90805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6BF67B85-D985-5E19-5ECD-4DF9CAEC70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2160589"/>
            <a:ext cx="8596668" cy="344897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837C8745-7D5F-3E17-6AC7-DCBB03996E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26284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E9778E85-33FA-6B59-02C0-A4F3D8F244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3857479" cy="35692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D4F2F93F-A142-562D-D907-05ABF4AD3F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AD76B02B-2B45-A58D-911F-211466271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0182" y="2364972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D439CC92-8317-B467-1037-0F3014D433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3AFFC751-0BC2-2698-3356-A03F632A9A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677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B8EB7106-2194-0375-9C6E-5AC5366A1F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677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98A162F5-80BE-1EAE-DC18-93755FB7E9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0182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8AB0A192-5A53-50BF-568E-41424745B5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40182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CE99F02-92BF-157A-207F-74313597B8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42946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3E85B029-6D67-73B4-6091-26E481BFA12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79202" y="2677935"/>
            <a:ext cx="3094800" cy="24142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4A69FB34-251E-9859-2249-C57CF8A333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335" y="2160590"/>
            <a:ext cx="5158001" cy="221719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82C87AA3-88FB-FA09-97AB-424431E713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7335" y="4377785"/>
            <a:ext cx="5158001" cy="12317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EB678289-8898-08E0-4823-7AABD56A49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36439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B36E0A4C-6E01-23F2-3325-7BD33E98F1C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88747"/>
            <a:ext cx="8596668" cy="62081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BFBAFCA3-E9E7-5851-6F73-D4B3C5EC9E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6" y="2364973"/>
            <a:ext cx="3945650" cy="14666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C74DED02-0F21-A556-4F3D-401EDF32B7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6" y="3831608"/>
            <a:ext cx="3945650" cy="81479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4A7DDC68-0A23-9800-91F8-838A7F6341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28352" y="2364973"/>
            <a:ext cx="3769308" cy="536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DAC34156-220E-4786-B746-95C3EC304B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28352" y="2901206"/>
            <a:ext cx="3769308" cy="2979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57899088-FCC2-D631-AD4A-6B34F27005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28353" y="3812264"/>
            <a:ext cx="1620141" cy="536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270ED93F-2513-B8D6-2833-013014CB24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8353" y="4348498"/>
            <a:ext cx="1620141" cy="2979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FECAAB5C-E5AE-0693-9AC2-8707AC610B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7520" y="3812264"/>
            <a:ext cx="1620141" cy="536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DB203F5D-1124-678B-2466-34994CF92A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7520" y="4348498"/>
            <a:ext cx="1620141" cy="2979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3F488775-CF87-1F4F-88CB-BF1301C9C9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009063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A952065-B194-216C-0169-6D8ECFD0C5F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88747"/>
            <a:ext cx="8596668" cy="62081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DDAAEF77-5808-5C0D-7D0F-1FE4A387B1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364972"/>
            <a:ext cx="3857479" cy="110988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554CDE39-7BAF-B662-BD17-C5ACBCA479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7" y="3474859"/>
            <a:ext cx="3857479" cy="61660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E05E4E63-1B27-A837-1BA6-18EF8780F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364972"/>
            <a:ext cx="3857479" cy="110988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7B41224E-433A-6D3D-88ED-1032E5905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0182" y="3474859"/>
            <a:ext cx="3857479" cy="61660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93D73D66-F869-668E-E236-8936C839A5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906366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00D8EDEF-3E0C-103C-C314-C917A360D6F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88747"/>
            <a:ext cx="8596668" cy="62081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2AFA38CB-8D28-BDC8-AAA6-F53AFA4241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548" y="2288330"/>
            <a:ext cx="2177822" cy="321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C7E30030-3B96-0FF3-E995-5BCB7AF3FE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53542" y="2288329"/>
            <a:ext cx="6110247" cy="2379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81813ABA-7574-DBCD-F31A-3F42FD6AD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548" y="2992814"/>
            <a:ext cx="2177822" cy="321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F88BAB3C-BC76-15ED-210D-62FEDE8DE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3542" y="2992813"/>
            <a:ext cx="6110247" cy="2379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FC79BE02-DC4B-4099-CF83-8F08413166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7548" y="3697299"/>
            <a:ext cx="2177822" cy="321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CA00440F-83AE-3327-D7EA-82E6B0706C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3542" y="3697298"/>
            <a:ext cx="6110247" cy="2379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5836DFB6-2580-28D7-4F4C-51BD4C7114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7548" y="4401783"/>
            <a:ext cx="2177822" cy="321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93623C2C-3858-3F1E-684C-9F25A95CC7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3542" y="4401782"/>
            <a:ext cx="6110247" cy="2379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2A7E5026-42A6-F4A8-3200-8F419223A9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728760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C75B5B14-2246-51D5-A178-9064EEE2AE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2364972"/>
            <a:ext cx="484940" cy="56205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141F47CD-CE96-ABE9-E10B-2486B7F7C3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6788" y="2364972"/>
            <a:ext cx="7670873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E24A9D8E-3C63-BF35-C891-93B17E821C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26788" y="2721892"/>
            <a:ext cx="7670873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marker_2">
            <a:extLst>
              <a:ext uri="{FF2B5EF4-FFF2-40B4-BE49-F238E27FC236}">
                <a16:creationId xmlns:a16="http://schemas.microsoft.com/office/drawing/2014/main" id="{D153178F-B12F-D62C-15F1-C1E1073980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6" y="4191651"/>
            <a:ext cx="484940" cy="56205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A26E42BF-020D-86E3-9A62-314A74C74B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26788" y="4191650"/>
            <a:ext cx="7670873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7B5DE12-3F42-D7D7-983B-8BDD5A7A42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6788" y="4548570"/>
            <a:ext cx="7670873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F00259E2-8D8C-5E11-E75E-B8AD78B68B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79038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D0A5F6A4-6F3B-74DC-6323-7D0F2A4CB0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3857479" cy="35692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5AF5CFCE-BF85-318B-9E52-4F05BB13FB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15D48A9A-6D91-806B-85AE-186D47465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0182" y="2364972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A617A693-92E6-72C2-2A00-C43035E546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D65A6CC7-1647-8146-DF4C-687AE94369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677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C82CD0AB-03DA-F672-67AB-303A9A30C0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677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354C1FBF-3A3C-7A8A-93DE-103ADB7F81C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0182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67A1EBC6-E4DD-2CF9-2C9C-1FF680E520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40182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629F80FF-47A3-3AD8-BA5C-B67EBA323B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171804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5E2377CC-458A-8EC1-1FF2-988DB8E3041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5" y="2523639"/>
            <a:ext cx="2016911" cy="90762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3C7D981C-DC2D-597C-5A29-A9468006F2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335" y="3431264"/>
            <a:ext cx="2016911" cy="21782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D4F71C01-B210-719F-3C9B-65802BC4E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0588" y="2523639"/>
            <a:ext cx="2016911" cy="90762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CB240787-4AA4-36B5-B09B-56C28C5C2A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0588" y="3431264"/>
            <a:ext cx="2016911" cy="21782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CCDBEB55-E5C6-3D15-CDB0-2EC1E8BEA2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3840" y="2523639"/>
            <a:ext cx="2016911" cy="90762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E508DC04-CA6C-F840-9AA6-7625FBBD40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63840" y="3431264"/>
            <a:ext cx="2016911" cy="21782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894927B4-5B80-66F3-B788-A833D73A13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57093" y="2523639"/>
            <a:ext cx="2016911" cy="90762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702BBD05-63BC-1408-7D52-549B83886B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57093" y="3431264"/>
            <a:ext cx="2016911" cy="21782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B51AB059-C4AD-745A-FF3A-B7DCBCD8BE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24378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D3C79730-7BDF-5B2B-2F8F-5FBBBEF7FAA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2364972"/>
            <a:ext cx="4117584" cy="188492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A4B1AD19-A614-6DF6-02B3-95632FE52B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6" y="4310704"/>
            <a:ext cx="4117584" cy="10944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6E9EFDA8-4E64-A702-40E5-0EC1BBDB19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6" y="2364972"/>
            <a:ext cx="4117584" cy="23713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attribution">
            <a:extLst>
              <a:ext uri="{FF2B5EF4-FFF2-40B4-BE49-F238E27FC236}">
                <a16:creationId xmlns:a16="http://schemas.microsoft.com/office/drawing/2014/main" id="{4E96AF17-8E42-11D3-6870-0E2A763E32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6" y="4797138"/>
            <a:ext cx="4117584" cy="6080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46E2D88F-E1BB-6E27-B1DF-77EB2D0E3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1468" y="2160589"/>
            <a:ext cx="3782534" cy="101440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3593B4DE-9D46-6B63-92B3-56143C5812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91468" y="3174993"/>
            <a:ext cx="3782534" cy="243456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B8E5FE8A-4BA2-D333-83A1-8D467619F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8881565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0C886FCC-4ED6-5FD2-6503-EC0032BEF63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2395311" cy="89417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CEE2ED00-6405-9C3C-E284-96865F801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F0B4FB1B-2071-9804-36BC-B2037C009B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8014" y="2364972"/>
            <a:ext cx="2395311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6E8F1D87-CF49-DBFC-73BD-895C7A77A9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78014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CA5D61F0-7E2F-F437-0F68-2A0016C6F7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2350" y="2364972"/>
            <a:ext cx="2395311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F5C507DA-57BE-239B-25FE-78EA4C1FDD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2350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D230492E-25A9-FA98-1CE1-AAE6351D3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841318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D3213B91-5BE2-968D-4386-B52048E24A4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2364972"/>
            <a:ext cx="484940" cy="56205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9AE2E6DB-0B93-A60C-BE52-D387D9A912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6788" y="2364972"/>
            <a:ext cx="7670873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AA216BC5-162A-A2C7-5F74-24A65EC924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26788" y="2721892"/>
            <a:ext cx="7670873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marker_2">
            <a:extLst>
              <a:ext uri="{FF2B5EF4-FFF2-40B4-BE49-F238E27FC236}">
                <a16:creationId xmlns:a16="http://schemas.microsoft.com/office/drawing/2014/main" id="{1C3AABC9-D4C9-B9E0-9EAD-4D077E7C6D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6" y="4191651"/>
            <a:ext cx="484940" cy="56205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C9E1CBF-D7A1-DB80-81B6-FEE8BE49C4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26788" y="4191650"/>
            <a:ext cx="7670873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AAC2CE4-9033-2245-1265-85845686F0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6788" y="4548570"/>
            <a:ext cx="7670873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99D7CDCF-42D4-C348-9146-339120C37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76418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60B0639C-9744-8FED-AF73-6864162DC3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2364972"/>
            <a:ext cx="4117584" cy="188492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2F092C9A-D361-6190-9BA1-44F8E2A42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6" y="4310704"/>
            <a:ext cx="4117584" cy="10944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DF393430-AA5C-75F5-8058-EDA6362B5A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6" y="2364972"/>
            <a:ext cx="4117584" cy="23713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attribution">
            <a:extLst>
              <a:ext uri="{FF2B5EF4-FFF2-40B4-BE49-F238E27FC236}">
                <a16:creationId xmlns:a16="http://schemas.microsoft.com/office/drawing/2014/main" id="{1B182188-45B4-F2EF-16FB-DD880CD050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6" y="4797138"/>
            <a:ext cx="4117584" cy="6080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9781FAA8-961B-2FBA-099D-6596164B0F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1468" y="2160589"/>
            <a:ext cx="3782534" cy="101440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36806ED9-1CB5-8795-B6C8-B8B59DBFD9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91468" y="3174993"/>
            <a:ext cx="3782534" cy="243456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FC3457E2-1DFE-CF00-3855-C50E2EEC73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702137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81C18253-35BA-F582-28B8-6CC188A3A7C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7548" y="2288329"/>
            <a:ext cx="484940" cy="56205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86219CC1-4141-F85F-96A2-20162B54C8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0660" y="2288330"/>
            <a:ext cx="7803129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marker_2">
            <a:extLst>
              <a:ext uri="{FF2B5EF4-FFF2-40B4-BE49-F238E27FC236}">
                <a16:creationId xmlns:a16="http://schemas.microsoft.com/office/drawing/2014/main" id="{BD99F41C-03A9-43ED-C9F0-5C1BF1D862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548" y="3182508"/>
            <a:ext cx="484940" cy="56205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7DA6094E-333C-B4E5-B1AA-127B67C287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0660" y="3182508"/>
            <a:ext cx="7803129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marker_3">
            <a:extLst>
              <a:ext uri="{FF2B5EF4-FFF2-40B4-BE49-F238E27FC236}">
                <a16:creationId xmlns:a16="http://schemas.microsoft.com/office/drawing/2014/main" id="{8CB71822-9AC9-13D5-2074-760087FBC7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7548" y="4076686"/>
            <a:ext cx="484940" cy="56205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0549B251-62A5-6418-AD09-097B00A903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60660" y="4076686"/>
            <a:ext cx="7803129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marker_4">
            <a:extLst>
              <a:ext uri="{FF2B5EF4-FFF2-40B4-BE49-F238E27FC236}">
                <a16:creationId xmlns:a16="http://schemas.microsoft.com/office/drawing/2014/main" id="{25AE8B7C-6086-9C71-F0FC-DED9006D88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7548" y="4970864"/>
            <a:ext cx="484940" cy="56205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5483B9AC-E15F-2AE7-14DE-CCA9B369A3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60660" y="4970864"/>
            <a:ext cx="7803129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FCC34063-3233-999A-9518-DC256BF5DD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418945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ecisions_title">
            <a:extLst>
              <a:ext uri="{FF2B5EF4-FFF2-40B4-BE49-F238E27FC236}">
                <a16:creationId xmlns:a16="http://schemas.microsoft.com/office/drawing/2014/main" id="{28645386-DFEF-5373-3BEB-6E5D81D65E2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4641294"/>
            <a:ext cx="1882450" cy="76388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7" name="decisions">
            <a:extLst>
              <a:ext uri="{FF2B5EF4-FFF2-40B4-BE49-F238E27FC236}">
                <a16:creationId xmlns:a16="http://schemas.microsoft.com/office/drawing/2014/main" id="{ADB79720-29E8-7409-6B72-AD432E7174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74776" y="4641294"/>
            <a:ext cx="5922884" cy="76388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D123F00F-5751-F2D5-7571-90F7C0A672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7" y="2364973"/>
            <a:ext cx="2395311" cy="4884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BE0667D0-DBAF-7965-D7BF-47086A1A79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7" y="2853389"/>
            <a:ext cx="2395311" cy="11722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E56B19E9-7302-C435-80DB-5B684C227B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78014" y="2364973"/>
            <a:ext cx="2395311" cy="4884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55AADB7-5D38-7183-5730-E9009F05EB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8014" y="2853389"/>
            <a:ext cx="2395311" cy="11722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78583213-8D27-82C7-E9C8-7513AF1D68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2350" y="2364973"/>
            <a:ext cx="2395311" cy="4884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0738175B-0AFB-6057-B731-F4B7654326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02350" y="2853389"/>
            <a:ext cx="2395311" cy="11722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913ADC88-72DF-C349-C9DA-E3EA766727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6709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F70EA-3FD3-4955-90A7-9334D40F940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1D0EC4C-452D-4CB3-8553-3AAC20353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2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Bahnschrift SemiBold" panose="020B0603020202020204"/>
        <a:ea typeface=""/>
        <a:cs typeface="Segoe UI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3020202020204"/>
        <a:ea typeface=""/>
        <a:cs typeface="Segoe UI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facet-light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 SemiBold</vt:lpstr>
      <vt:lpstr>Segoe UI</vt:lpstr>
      <vt:lpstr>Wingdings 3</vt:lpstr>
      <vt:lpstr>Facet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2026-10-03T16:18:50Z</dcterms:created>
  <dcterms:modified xsi:type="dcterms:W3CDTF">2026-10-03T16:19:16Z</dcterms:modified>
</cp:coreProperties>
</file>