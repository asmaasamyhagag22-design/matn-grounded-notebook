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4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40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matn:section_divider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3200" b="0" cap="none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ection_number">
            <a:extLst>
              <a:ext uri="{FF2B5EF4-FFF2-40B4-BE49-F238E27FC236}">
                <a16:creationId xmlns:a16="http://schemas.microsoft.com/office/drawing/2014/main" id="{69DED7C9-25E9-F7E6-6A35-744BEFB7AB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335" y="723900"/>
            <a:ext cx="4064000" cy="190500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96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221251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580F696D-9329-0534-DE27-FCB18741F61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2235134" cy="75877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ED2A6117-E5E1-D9AC-5D5D-32145E6C1BE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70368" y="2160589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6E6A8A0D-78E6-D7F5-9BE2-C5A9B8E8100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7334" y="3057322"/>
            <a:ext cx="22351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5537749B-2B20-CF7F-CC09-62292B66DF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70368" y="3057322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8EC1903D-ACB0-BF90-34A0-01D908E2AA9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7334" y="3954055"/>
            <a:ext cx="22351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ED84998B-0D00-A142-CEB4-346DBD6AA9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70368" y="3954055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85A8B6E9-4B42-0197-7116-A264E9043D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4850788"/>
            <a:ext cx="22351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EEB8AAB0-EC6E-6A6A-C9AF-CE20A2C8F43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70368" y="4850788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F09ABF4B-3409-1EA9-2921-C24E29A8FE2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84723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A6450AB9-9C59-BB23-F013-65D26FF6B16D}"/>
              </a:ext>
            </a:extLst>
          </p:cNvPr>
          <p:cNvSpPr/>
          <p:nvPr userDrawn="1"/>
        </p:nvSpPr>
        <p:spPr>
          <a:xfrm>
            <a:off x="677334" y="2160589"/>
            <a:ext cx="4169384" cy="2414281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36601EC6-5F37-C7EB-4A64-F930B2720552}"/>
              </a:ext>
            </a:extLst>
          </p:cNvPr>
          <p:cNvSpPr/>
          <p:nvPr userDrawn="1"/>
        </p:nvSpPr>
        <p:spPr>
          <a:xfrm>
            <a:off x="5104618" y="2160589"/>
            <a:ext cx="4169384" cy="2414281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0609B66F-7FBB-A5BD-40B3-0C60B677676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5234" y="2298548"/>
            <a:ext cx="3653584" cy="1379589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72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24A86A22-BE70-AF72-83CA-9B3E62FB4C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5234" y="3747116"/>
            <a:ext cx="365358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8A172820-0552-6772-A757-A8556CB312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62518" y="2298549"/>
            <a:ext cx="3653584" cy="137958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72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5EA825CB-7503-86D3-3C4B-BFFAEF45E93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62518" y="3747116"/>
            <a:ext cx="365358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body">
            <a:extLst>
              <a:ext uri="{FF2B5EF4-FFF2-40B4-BE49-F238E27FC236}">
                <a16:creationId xmlns:a16="http://schemas.microsoft.com/office/drawing/2014/main" id="{817E3CF0-DB15-476C-CDF4-63F9D15311D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7334" y="4781809"/>
            <a:ext cx="8596668" cy="8277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2C640C24-9F6D-3475-84B0-E2D3528C482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31164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A6BE20C5-17AB-D3CF-839A-600F04F00125}"/>
              </a:ext>
            </a:extLst>
          </p:cNvPr>
          <p:cNvSpPr/>
          <p:nvPr userDrawn="1"/>
        </p:nvSpPr>
        <p:spPr>
          <a:xfrm>
            <a:off x="677334" y="2160589"/>
            <a:ext cx="2020217" cy="2414281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24B45258-1235-EF5A-DC27-2886A7C548CA}"/>
              </a:ext>
            </a:extLst>
          </p:cNvPr>
          <p:cNvSpPr/>
          <p:nvPr userDrawn="1"/>
        </p:nvSpPr>
        <p:spPr>
          <a:xfrm>
            <a:off x="2869484" y="2160589"/>
            <a:ext cx="2020218" cy="2414281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885FAC13-2A68-D53D-9C3E-2DBBAAB54E35}"/>
              </a:ext>
            </a:extLst>
          </p:cNvPr>
          <p:cNvSpPr/>
          <p:nvPr userDrawn="1"/>
        </p:nvSpPr>
        <p:spPr>
          <a:xfrm>
            <a:off x="5061635" y="2160589"/>
            <a:ext cx="2020216" cy="2414281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A2F0B8AA-7ADD-3B45-0CEE-B65184AEC87F}"/>
              </a:ext>
            </a:extLst>
          </p:cNvPr>
          <p:cNvSpPr/>
          <p:nvPr userDrawn="1"/>
        </p:nvSpPr>
        <p:spPr>
          <a:xfrm>
            <a:off x="7253785" y="2160589"/>
            <a:ext cx="2020217" cy="2414281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kpi_value_1">
            <a:extLst>
              <a:ext uri="{FF2B5EF4-FFF2-40B4-BE49-F238E27FC236}">
                <a16:creationId xmlns:a16="http://schemas.microsoft.com/office/drawing/2014/main" id="{A467CB6F-FE59-3E3E-5678-7F9BFE876BB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285" y="2298548"/>
            <a:ext cx="1762317" cy="1172651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1" name="kpi_label_1">
            <a:extLst>
              <a:ext uri="{FF2B5EF4-FFF2-40B4-BE49-F238E27FC236}">
                <a16:creationId xmlns:a16="http://schemas.microsoft.com/office/drawing/2014/main" id="{F23EF63C-3D2B-EB19-0E36-7193188C66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6285" y="3540178"/>
            <a:ext cx="1762317" cy="96571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2" name="kpi_value_2">
            <a:extLst>
              <a:ext uri="{FF2B5EF4-FFF2-40B4-BE49-F238E27FC236}">
                <a16:creationId xmlns:a16="http://schemas.microsoft.com/office/drawing/2014/main" id="{6F49D116-511D-FC90-AA67-F2A581128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998435" y="2298549"/>
            <a:ext cx="1762317" cy="117265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3" name="kpi_label_2">
            <a:extLst>
              <a:ext uri="{FF2B5EF4-FFF2-40B4-BE49-F238E27FC236}">
                <a16:creationId xmlns:a16="http://schemas.microsoft.com/office/drawing/2014/main" id="{70E7F02E-8576-41C0-8F9D-9F6F39142B3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98435" y="3540178"/>
            <a:ext cx="1762317" cy="96571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4" name="kpi_value_3">
            <a:extLst>
              <a:ext uri="{FF2B5EF4-FFF2-40B4-BE49-F238E27FC236}">
                <a16:creationId xmlns:a16="http://schemas.microsoft.com/office/drawing/2014/main" id="{42681564-4D51-F6EA-93B5-D8125B0EE4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90586" y="2298549"/>
            <a:ext cx="1762317" cy="117265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5" name="kpi_label_3">
            <a:extLst>
              <a:ext uri="{FF2B5EF4-FFF2-40B4-BE49-F238E27FC236}">
                <a16:creationId xmlns:a16="http://schemas.microsoft.com/office/drawing/2014/main" id="{BC1ED6D1-0FCD-5A44-6EE0-39098EC1657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90586" y="3540178"/>
            <a:ext cx="1762317" cy="96571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6" name="kpi_value_4">
            <a:extLst>
              <a:ext uri="{FF2B5EF4-FFF2-40B4-BE49-F238E27FC236}">
                <a16:creationId xmlns:a16="http://schemas.microsoft.com/office/drawing/2014/main" id="{070EAC02-43B3-260C-79C8-F642BB82300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82736" y="2298549"/>
            <a:ext cx="1762317" cy="117265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7" name="kpi_label_4">
            <a:extLst>
              <a:ext uri="{FF2B5EF4-FFF2-40B4-BE49-F238E27FC236}">
                <a16:creationId xmlns:a16="http://schemas.microsoft.com/office/drawing/2014/main" id="{E6CD0739-8685-D8D9-E0A1-8A989E5483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82736" y="3540178"/>
            <a:ext cx="1762317" cy="96571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8" name="body">
            <a:extLst>
              <a:ext uri="{FF2B5EF4-FFF2-40B4-BE49-F238E27FC236}">
                <a16:creationId xmlns:a16="http://schemas.microsoft.com/office/drawing/2014/main" id="{61C29D7D-A653-1860-A962-5766F85D2D4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4781809"/>
            <a:ext cx="8596668" cy="8277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9" name="source">
            <a:extLst>
              <a:ext uri="{FF2B5EF4-FFF2-40B4-BE49-F238E27FC236}">
                <a16:creationId xmlns:a16="http://schemas.microsoft.com/office/drawing/2014/main" id="{BB3BA691-CF38-1E3A-A2CA-8022905BCAF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11161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18397048-CB80-D156-1A5F-9798B0283E2D}"/>
              </a:ext>
            </a:extLst>
          </p:cNvPr>
          <p:cNvSpPr/>
          <p:nvPr userDrawn="1"/>
        </p:nvSpPr>
        <p:spPr>
          <a:xfrm>
            <a:off x="6007268" y="2160589"/>
            <a:ext cx="3266734" cy="3448973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D558E67F-EB0D-298F-F46F-9D3D2F58A09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5" y="2160589"/>
            <a:ext cx="4986067" cy="3448973"/>
          </a:xfr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FA308E80-E3CB-301B-3C94-436C3F63743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22185" y="2333037"/>
            <a:ext cx="2836900" cy="24832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9E623EFE-E50C-CE1C-42A4-44D7712EC1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22185" y="4988748"/>
            <a:ext cx="2836900" cy="413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FC02BB33-16F9-1BBB-99D3-892A551E6BE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2439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874BECE0-B6C7-80BA-BD6A-139E5E00F2AD}"/>
              </a:ext>
            </a:extLst>
          </p:cNvPr>
          <p:cNvSpPr/>
          <p:nvPr userDrawn="1"/>
        </p:nvSpPr>
        <p:spPr>
          <a:xfrm>
            <a:off x="677334" y="2160589"/>
            <a:ext cx="2750934" cy="3448973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698AEC24-3D3E-F499-8D06-39C9D27BF579}"/>
              </a:ext>
            </a:extLst>
          </p:cNvPr>
          <p:cNvSpPr/>
          <p:nvPr userDrawn="1"/>
        </p:nvSpPr>
        <p:spPr>
          <a:xfrm>
            <a:off x="3600201" y="2160589"/>
            <a:ext cx="2750934" cy="3448973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C449B6B0-239F-0A8F-63C6-8837864EBD8B}"/>
              </a:ext>
            </a:extLst>
          </p:cNvPr>
          <p:cNvSpPr/>
          <p:nvPr userDrawn="1"/>
        </p:nvSpPr>
        <p:spPr>
          <a:xfrm>
            <a:off x="6523069" y="2160589"/>
            <a:ext cx="2750933" cy="3448973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44042728-7465-6EC3-135A-3F6C4E57A46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49268" y="2298548"/>
            <a:ext cx="2407067" cy="62081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D0399249-BC9C-8EE7-82C4-02BD873058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9268" y="2953852"/>
            <a:ext cx="2407067" cy="251775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item_2_title">
            <a:extLst>
              <a:ext uri="{FF2B5EF4-FFF2-40B4-BE49-F238E27FC236}">
                <a16:creationId xmlns:a16="http://schemas.microsoft.com/office/drawing/2014/main" id="{3A3A134E-927C-EA40-621F-C623F9989B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72135" y="2298549"/>
            <a:ext cx="2407067" cy="620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2" name="item_2">
            <a:extLst>
              <a:ext uri="{FF2B5EF4-FFF2-40B4-BE49-F238E27FC236}">
                <a16:creationId xmlns:a16="http://schemas.microsoft.com/office/drawing/2014/main" id="{2671318B-4323-2A08-79DC-3A20E197A7F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72135" y="2953852"/>
            <a:ext cx="2407067" cy="251775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3" name="item_3_title">
            <a:extLst>
              <a:ext uri="{FF2B5EF4-FFF2-40B4-BE49-F238E27FC236}">
                <a16:creationId xmlns:a16="http://schemas.microsoft.com/office/drawing/2014/main" id="{E0851134-3F88-993A-B214-A36110A584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95002" y="2298549"/>
            <a:ext cx="2407067" cy="620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4" name="item_3">
            <a:extLst>
              <a:ext uri="{FF2B5EF4-FFF2-40B4-BE49-F238E27FC236}">
                <a16:creationId xmlns:a16="http://schemas.microsoft.com/office/drawing/2014/main" id="{9A6F9362-497B-2339-6938-76CC96618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95002" y="2953852"/>
            <a:ext cx="2407067" cy="251775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8F2722EB-3289-BC5B-4E8A-6490EA95AF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09896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CAB5A69A-AF67-0092-AA85-FD98036DDAF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4040434" cy="62081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058CFAB9-544C-C863-D8DF-D268E61CCE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4" y="2815894"/>
            <a:ext cx="4040434" cy="27936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130E682A-6827-FE6E-2787-878FDAB593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33568" y="2160590"/>
            <a:ext cx="4040434" cy="620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6E7EBBAC-5741-6E12-B5BF-968D91688CB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33568" y="2815894"/>
            <a:ext cx="4040434" cy="27936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D34F25BA-FD9E-AA8B-2D24-500E084DE4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962373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hart">
            <a:extLst>
              <a:ext uri="{FF2B5EF4-FFF2-40B4-BE49-F238E27FC236}">
                <a16:creationId xmlns:a16="http://schemas.microsoft.com/office/drawing/2014/main" id="{AE8E2918-2EB1-BDF4-D071-46A10650FD0A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677334" y="2160589"/>
            <a:ext cx="5845734" cy="344897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63E23341-BA8B-B77E-2701-889E82F1D10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6936" y="2333037"/>
            <a:ext cx="2407067" cy="327652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3027E383-C562-5431-C576-3A20A97A56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57604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3E7FA778-D7AE-EDC5-34E2-54A1F6EFA89E}"/>
              </a:ext>
            </a:extLst>
          </p:cNvPr>
          <p:cNvSpPr/>
          <p:nvPr userDrawn="1"/>
        </p:nvSpPr>
        <p:spPr>
          <a:xfrm>
            <a:off x="677334" y="2160589"/>
            <a:ext cx="4212367" cy="1655507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733ADEE4-F5B2-C2B6-4C6B-EEA9AF607112}"/>
              </a:ext>
            </a:extLst>
          </p:cNvPr>
          <p:cNvSpPr/>
          <p:nvPr userDrawn="1"/>
        </p:nvSpPr>
        <p:spPr>
          <a:xfrm>
            <a:off x="5061635" y="2160589"/>
            <a:ext cx="4212367" cy="1655507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228E123E-F3AE-DF58-16AF-8196C2BE96F2}"/>
              </a:ext>
            </a:extLst>
          </p:cNvPr>
          <p:cNvSpPr/>
          <p:nvPr userDrawn="1"/>
        </p:nvSpPr>
        <p:spPr>
          <a:xfrm>
            <a:off x="677334" y="3954055"/>
            <a:ext cx="4212367" cy="1655506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5A937F2A-E727-69DF-B92F-B1A12DD6A0BB}"/>
              </a:ext>
            </a:extLst>
          </p:cNvPr>
          <p:cNvSpPr/>
          <p:nvPr userDrawn="1"/>
        </p:nvSpPr>
        <p:spPr>
          <a:xfrm>
            <a:off x="5061635" y="3954055"/>
            <a:ext cx="4212367" cy="1655506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CFDB0F10-7D64-989C-172D-64A6BE1E238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49268" y="2229568"/>
            <a:ext cx="3868501" cy="62081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EE2DFF75-3008-301C-E6CF-B896AAC52E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9268" y="2850384"/>
            <a:ext cx="3868501" cy="9312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A4F40ABA-7655-1343-B0A5-C9B69D9720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33569" y="2229569"/>
            <a:ext cx="3868501" cy="620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6A17CFBC-DDA7-E2DD-430C-3FAA0B85A1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33569" y="2850384"/>
            <a:ext cx="3868501" cy="9312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D096A258-3F37-9229-C929-68EF28FBE0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9268" y="4023035"/>
            <a:ext cx="3868501" cy="620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8F085DD3-DE82-CBD3-B95F-328EA511E0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9268" y="4643850"/>
            <a:ext cx="3868501" cy="9312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item_4_title">
            <a:extLst>
              <a:ext uri="{FF2B5EF4-FFF2-40B4-BE49-F238E27FC236}">
                <a16:creationId xmlns:a16="http://schemas.microsoft.com/office/drawing/2014/main" id="{CE5DAFF8-8DC3-FF76-9B57-D8583C364B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33569" y="4023035"/>
            <a:ext cx="3868501" cy="620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7" name="item_4">
            <a:extLst>
              <a:ext uri="{FF2B5EF4-FFF2-40B4-BE49-F238E27FC236}">
                <a16:creationId xmlns:a16="http://schemas.microsoft.com/office/drawing/2014/main" id="{8E108240-E035-69B4-328F-953F799723A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33569" y="4643850"/>
            <a:ext cx="3868501" cy="9312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8" name="source">
            <a:extLst>
              <a:ext uri="{FF2B5EF4-FFF2-40B4-BE49-F238E27FC236}">
                <a16:creationId xmlns:a16="http://schemas.microsoft.com/office/drawing/2014/main" id="{66D07E70-6B48-441A-8A27-1B5F5F64D07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58705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BFCA0853-C870-7A98-A0E6-A565EF4D62B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B738E70F-37CE-CA79-8C88-EE249F24B6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999803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90E3404F-3A54-1B06-09CE-D3BC140F881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3072690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B8A19FC6-6D9F-BDD1-9306-F44D1D103DE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2235134" cy="75877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A738F5C9-C541-A950-CDD3-B873BB4745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70368" y="2160589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A6F5A1A0-221D-6990-230B-F8851FF19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7334" y="3057322"/>
            <a:ext cx="22351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C472621E-7438-A467-DCF8-3B82F9D957B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70368" y="3057322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34CCF055-C37E-327F-AD58-E3013D681A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7334" y="3954055"/>
            <a:ext cx="22351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5DC69A1A-2637-568F-C41C-1EF829BF3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70368" y="3954055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0186E0F8-6873-390F-3166-968508B424B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4850788"/>
            <a:ext cx="22351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6EFC84D1-A0ED-7CEC-12F9-6D8C15AAD3E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70368" y="4850788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AC5F3F1-5E54-3B11-D4AD-F9DD72E894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985450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09B7C6D1-89C0-E9D8-12ED-4CB2D4CDA18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E22B42D3-3E29-8D2D-C2AA-2884040212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64451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C6BD92-04EC-40CC-8B0D-3E2FC04BBCB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D02D941-F517-45F5-8A5F-7EB7392311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981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Bahnschrift SemiBold" panose="020B0603020202020204"/>
        <a:ea typeface=""/>
        <a:cs typeface="Segoe UI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3020202020204"/>
        <a:ea typeface=""/>
        <a:cs typeface="Segoe UI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facet-light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 SemiBold</vt:lpstr>
      <vt:lpstr>Segoe UI</vt:lpstr>
      <vt:lpstr>Wingdings 3</vt:lpstr>
      <vt:lpstr>Facet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2026-10-03T09:39:54Z</dcterms:created>
  <dcterms:modified xsi:type="dcterms:W3CDTF">2026-10-03T09:39:59Z</dcterms:modified>
</cp:coreProperties>
</file>