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2192000" cy="6858000"/>
  <p:notesSz cx="6858000" cy="9144000"/>
  <p:defaultTextStyle>
    <a:defPPr lvl="0">
      <a:defRPr lang="en-US"/>
    </a:defPPr>
    <a:lvl1pPr marL="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matn:title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reative_background">
            <a:extLst>
              <a:ext uri="{FF2B5EF4-FFF2-40B4-BE49-F238E27FC236}">
                <a16:creationId xmlns:a16="http://schemas.microsoft.com/office/drawing/2014/main" id="{85ABD7AC-FC1D-13FD-F0C0-441BB3376D92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4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823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12B20DC2-4DC6-7F54-BE2F-2DCB8CD44834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432C7E26-29E4-7050-F6EF-3444AB12D19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2841252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AF39788D-DA24-9695-4682-AF492CA14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9691" y="241902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EB070191-349B-43DA-527B-21AF6DB16B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7483C32B-39FC-747A-C389-5C1BB12658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9691" y="335016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1A22B76E-BA32-CBFE-F787-64FF73B175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0F0F82A4-D63B-C5B9-89F7-14BDB37323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9691" y="428131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AA1A1D65-9539-FF46-28C7-83468AA49D7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6E8F4C00-CE40-901B-0409-CDC9047AE9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9691" y="521245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D080C102-5FE6-167B-0A46-1CA069FFA13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235958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ig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6E1F3975-A5A7-5342-0296-DC01FDA33C9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554DE937-FC23-C9C9-EA20-73F9C04B851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159248"/>
            <a:ext cx="9720073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01261051-C4BB-6F17-B9A9-5E4497C780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472229"/>
            <a:ext cx="4411418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2A9F9FE9-2344-6BB3-BD4A-29F574F7C5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3987526"/>
            <a:ext cx="4411418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0A33CEB5-8256-8CF9-EBC5-ED52BE2875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472229"/>
            <a:ext cx="4411418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9E6A7A8A-8734-401E-529E-FE49DDD4F8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1" y="3987526"/>
            <a:ext cx="4411418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B1AD4A79-160C-CEA6-78EB-348A3DA00F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067058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959F63F6-682A-6CC4-5DFA-67421F8B2BC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44ECE65A-ABCE-7165-1091-732550D8E58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159248"/>
            <a:ext cx="9720073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DA75BB8D-8B03-7C02-88FD-0B6A2F9E40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56B590D8-0413-ADC1-9AF8-2C7A045599E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CF68AFCA-670A-2B99-EA22-8F53137E86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8457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B03F0550-F278-5102-4A1D-9D88E99CDA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78457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D609C15F-87EA-ED4B-23D0-94780F19BB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8322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2072FA68-7EA6-EA28-FCBA-CDC65D39D1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2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BD8201E4-B039-3393-DB1B-6A69BEB488D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8186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B313E422-5A34-A6DF-7711-CF00221AA8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38186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46216A02-2ECE-D666-C421-429CE4862E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46553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plit-60-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65B293AE-25C4-6BAD-BFCF-1A18B755B7B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EAC46A22-3377-AB4B-B3BC-F4D1613CB20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5443241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quote">
            <a:extLst>
              <a:ext uri="{FF2B5EF4-FFF2-40B4-BE49-F238E27FC236}">
                <a16:creationId xmlns:a16="http://schemas.microsoft.com/office/drawing/2014/main" id="{FE7025D2-73AB-F646-EBCB-F4CCC45836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0635" y="2472230"/>
            <a:ext cx="3539104" cy="26870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0" name="attribution">
            <a:extLst>
              <a:ext uri="{FF2B5EF4-FFF2-40B4-BE49-F238E27FC236}">
                <a16:creationId xmlns:a16="http://schemas.microsoft.com/office/drawing/2014/main" id="{205ACFA3-73BD-74CC-FAE6-299F34EC67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30635" y="5159249"/>
            <a:ext cx="3539104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28B9755E-10D4-49D1-762E-C0EEFE4501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396047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D27567AE-E00A-C7E5-6008-6026E98324B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BA2D36BE-1B17-3B5E-17D9-F7F13D5D33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2758175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E31F8D97-7252-9AFF-5C0B-3E26B53A75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4DEE4A27-EB81-8841-6931-FBFF05FEF0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5078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B5F8142D-CA50-5729-4007-6844839F72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5078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07777DED-BEA6-5A12-8ECD-EBF1993893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11565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6494DEBD-2B72-DE11-CCA3-A8C1F6DB68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11565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4A24024B-6583-8B5C-6443-9C9AEB01FA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939894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03B92824-BA83-5666-3686-61BB03A8C48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4495A108-2E96-F92C-C60F-7A55E905C79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8B9ABE5D-FA98-A49B-C52C-433977368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3419025"/>
            <a:ext cx="441141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F4E2A5ED-5953-94BD-D1BC-CC7455692D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063802AB-78E7-348E-C76C-E67831D64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3419025"/>
            <a:ext cx="441141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C9F85CFA-6946-65CC-E440-2C8A2E1EC5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196195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hart: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AA0157AE-BB68-89DF-8FD1-EAF6C8B84B6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hart">
            <a:extLst>
              <a:ext uri="{FF2B5EF4-FFF2-40B4-BE49-F238E27FC236}">
                <a16:creationId xmlns:a16="http://schemas.microsoft.com/office/drawing/2014/main" id="{21DDA81B-49F2-C31F-DF1E-BE580427AAA1}"/>
              </a:ext>
            </a:extLst>
          </p:cNvPr>
          <p:cNvSpPr>
            <a:spLocks noGrp="1"/>
          </p:cNvSpPr>
          <p:nvPr>
            <p:ph type="chart" idx="13"/>
          </p:nvPr>
        </p:nvSpPr>
        <p:spPr>
          <a:xfrm>
            <a:off x="1024128" y="2286000"/>
            <a:ext cx="6804051" cy="35915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7FAA41EB-769A-B278-3F95-74CB221D6C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16983" y="2429663"/>
            <a:ext cx="2527219" cy="330423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148D16E7-47E4-08DC-E178-04D4FB8B45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691165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68E76577-1BBC-7261-6A01-3A449D7660A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430A7AE6-8D8E-7159-0802-53F17BDE74D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0224E3DC-2850-3FB8-3A0B-381C6626AD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E1DB8A88-FA0D-512A-1C92-06803FE425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4891DD7C-7179-4DD1-7BF9-C8A0CCBECC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B8D1787E-6A71-6691-8347-E6B95FCF8A2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B58124A2-B8EC-3516-8644-76466409BC5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7BDB3081-011E-B43D-4FD6-B7C685FA92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A3D3C419-AB32-B4E5-4912-27ADD834AB6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6393625B-F170-CD5A-99F9-D68F19F576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993002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9C4A5C9D-27E6-A40A-F805-8A99271610F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36ABB1B8-40A2-E981-88A4-5A930B1911F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7EEA2D17-EFB3-4A3E-3F1C-EC71C0F577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080287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source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F32B9F22-48A2-14F3-B183-91773F60B8B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9E676C08-994C-0201-BD5B-F937F779D9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1162554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matn:section_divider:default">
    <p:bg>
      <p:bgPr>
        <a:solidFill>
          <a:srgbClr val="042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975360" y="3538728"/>
            <a:ext cx="10241280" cy="1536192"/>
          </a:xfrm>
        </p:spPr>
        <p:txBody>
          <a:bodyPr lIns="0" anchor="t"/>
          <a:lstStyle>
            <a:lvl1pPr>
              <a:defRPr sz="3600">
                <a:solidFill>
                  <a:srgbClr val="E29B1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ection_number">
            <a:extLst>
              <a:ext uri="{FF2B5EF4-FFF2-40B4-BE49-F238E27FC236}">
                <a16:creationId xmlns:a16="http://schemas.microsoft.com/office/drawing/2014/main" id="{4DEA2422-C7C5-5F19-64A1-315E5D8B98A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75360" y="685800"/>
            <a:ext cx="6144768" cy="2743200"/>
          </a:xfrm>
        </p:spPr>
        <p:txBody>
          <a:bodyPr wrap="square" lIns="0" tIns="0" bIns="0" anchor="b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16000" b="1">
                <a:solidFill>
                  <a:srgbClr val="E29B1F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380E5E16-2F20-40D6-FA42-D9023DB405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360" y="5184648"/>
            <a:ext cx="10241280" cy="987552"/>
          </a:xfrm>
          <a:prstGeom prst="rect">
            <a:avLst/>
          </a:prstGeom>
        </p:spPr>
        <p:txBody>
          <a:bodyPr wrap="square" lIns="0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rgbClr val="E29B1F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pattern">
            <a:extLst>
              <a:ext uri="{FF2B5EF4-FFF2-40B4-BE49-F238E27FC236}">
                <a16:creationId xmlns:a16="http://schemas.microsoft.com/office/drawing/2014/main" id="{C7517E46-9273-D9DB-CFF1-9D4C59608C6E}"/>
              </a:ext>
            </a:extLst>
          </p:cNvPr>
          <p:cNvSpPr/>
          <p:nvPr userDrawn="1"/>
        </p:nvSpPr>
        <p:spPr>
          <a:xfrm>
            <a:off x="152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ttern">
            <a:extLst>
              <a:ext uri="{FF2B5EF4-FFF2-40B4-BE49-F238E27FC236}">
                <a16:creationId xmlns:a16="http://schemas.microsoft.com/office/drawing/2014/main" id="{76D6FDA7-A620-C3B0-55A0-C75F70906CFA}"/>
              </a:ext>
            </a:extLst>
          </p:cNvPr>
          <p:cNvSpPr/>
          <p:nvPr userDrawn="1"/>
        </p:nvSpPr>
        <p:spPr>
          <a:xfrm>
            <a:off x="342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ttern">
            <a:extLst>
              <a:ext uri="{FF2B5EF4-FFF2-40B4-BE49-F238E27FC236}">
                <a16:creationId xmlns:a16="http://schemas.microsoft.com/office/drawing/2014/main" id="{69A4AE8D-CE2C-EF4C-3AFF-CD44FB72BCB1}"/>
              </a:ext>
            </a:extLst>
          </p:cNvPr>
          <p:cNvSpPr/>
          <p:nvPr userDrawn="1"/>
        </p:nvSpPr>
        <p:spPr>
          <a:xfrm>
            <a:off x="533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ttern">
            <a:extLst>
              <a:ext uri="{FF2B5EF4-FFF2-40B4-BE49-F238E27FC236}">
                <a16:creationId xmlns:a16="http://schemas.microsoft.com/office/drawing/2014/main" id="{FA9A25EF-EC97-81BC-7B60-782EFE6D581E}"/>
              </a:ext>
            </a:extLst>
          </p:cNvPr>
          <p:cNvSpPr/>
          <p:nvPr userDrawn="1"/>
        </p:nvSpPr>
        <p:spPr>
          <a:xfrm>
            <a:off x="723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ttern">
            <a:extLst>
              <a:ext uri="{FF2B5EF4-FFF2-40B4-BE49-F238E27FC236}">
                <a16:creationId xmlns:a16="http://schemas.microsoft.com/office/drawing/2014/main" id="{B468E825-902F-BCA3-3CE2-121B4690531D}"/>
              </a:ext>
            </a:extLst>
          </p:cNvPr>
          <p:cNvSpPr/>
          <p:nvPr userDrawn="1"/>
        </p:nvSpPr>
        <p:spPr>
          <a:xfrm>
            <a:off x="914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attern">
            <a:extLst>
              <a:ext uri="{FF2B5EF4-FFF2-40B4-BE49-F238E27FC236}">
                <a16:creationId xmlns:a16="http://schemas.microsoft.com/office/drawing/2014/main" id="{CEBC6663-4F9B-CC8A-5BCC-4DA04A0D63B6}"/>
              </a:ext>
            </a:extLst>
          </p:cNvPr>
          <p:cNvSpPr/>
          <p:nvPr userDrawn="1"/>
        </p:nvSpPr>
        <p:spPr>
          <a:xfrm>
            <a:off x="1104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ttern">
            <a:extLst>
              <a:ext uri="{FF2B5EF4-FFF2-40B4-BE49-F238E27FC236}">
                <a16:creationId xmlns:a16="http://schemas.microsoft.com/office/drawing/2014/main" id="{DE35E876-AC17-B096-82B7-2E62A4826D2D}"/>
              </a:ext>
            </a:extLst>
          </p:cNvPr>
          <p:cNvSpPr/>
          <p:nvPr userDrawn="1"/>
        </p:nvSpPr>
        <p:spPr>
          <a:xfrm>
            <a:off x="1295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ttern">
            <a:extLst>
              <a:ext uri="{FF2B5EF4-FFF2-40B4-BE49-F238E27FC236}">
                <a16:creationId xmlns:a16="http://schemas.microsoft.com/office/drawing/2014/main" id="{CF6775EA-4994-596A-003A-9CF8292FA6CA}"/>
              </a:ext>
            </a:extLst>
          </p:cNvPr>
          <p:cNvSpPr/>
          <p:nvPr userDrawn="1"/>
        </p:nvSpPr>
        <p:spPr>
          <a:xfrm>
            <a:off x="1485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attern">
            <a:extLst>
              <a:ext uri="{FF2B5EF4-FFF2-40B4-BE49-F238E27FC236}">
                <a16:creationId xmlns:a16="http://schemas.microsoft.com/office/drawing/2014/main" id="{11BFC489-3DB2-F9C1-6E82-433FC7E6A3D3}"/>
              </a:ext>
            </a:extLst>
          </p:cNvPr>
          <p:cNvSpPr/>
          <p:nvPr userDrawn="1"/>
        </p:nvSpPr>
        <p:spPr>
          <a:xfrm>
            <a:off x="1676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ttern">
            <a:extLst>
              <a:ext uri="{FF2B5EF4-FFF2-40B4-BE49-F238E27FC236}">
                <a16:creationId xmlns:a16="http://schemas.microsoft.com/office/drawing/2014/main" id="{897816F1-7C70-A653-25A1-76B955A153F1}"/>
              </a:ext>
            </a:extLst>
          </p:cNvPr>
          <p:cNvSpPr/>
          <p:nvPr userDrawn="1"/>
        </p:nvSpPr>
        <p:spPr>
          <a:xfrm>
            <a:off x="1866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ttern">
            <a:extLst>
              <a:ext uri="{FF2B5EF4-FFF2-40B4-BE49-F238E27FC236}">
                <a16:creationId xmlns:a16="http://schemas.microsoft.com/office/drawing/2014/main" id="{10B74765-4AAA-3C1A-C99A-9D896C5618EC}"/>
              </a:ext>
            </a:extLst>
          </p:cNvPr>
          <p:cNvSpPr/>
          <p:nvPr userDrawn="1"/>
        </p:nvSpPr>
        <p:spPr>
          <a:xfrm>
            <a:off x="2057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attern">
            <a:extLst>
              <a:ext uri="{FF2B5EF4-FFF2-40B4-BE49-F238E27FC236}">
                <a16:creationId xmlns:a16="http://schemas.microsoft.com/office/drawing/2014/main" id="{EFF83E23-B249-60C9-39BC-3BD0D44FCC69}"/>
              </a:ext>
            </a:extLst>
          </p:cNvPr>
          <p:cNvSpPr/>
          <p:nvPr userDrawn="1"/>
        </p:nvSpPr>
        <p:spPr>
          <a:xfrm>
            <a:off x="2247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attern">
            <a:extLst>
              <a:ext uri="{FF2B5EF4-FFF2-40B4-BE49-F238E27FC236}">
                <a16:creationId xmlns:a16="http://schemas.microsoft.com/office/drawing/2014/main" id="{C57C58E2-80D0-6402-C6B2-D81C3D5A514D}"/>
              </a:ext>
            </a:extLst>
          </p:cNvPr>
          <p:cNvSpPr/>
          <p:nvPr userDrawn="1"/>
        </p:nvSpPr>
        <p:spPr>
          <a:xfrm>
            <a:off x="2438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ttern">
            <a:extLst>
              <a:ext uri="{FF2B5EF4-FFF2-40B4-BE49-F238E27FC236}">
                <a16:creationId xmlns:a16="http://schemas.microsoft.com/office/drawing/2014/main" id="{1F88C7B5-E8E5-D0B4-B00B-A6A14DF1CEA5}"/>
              </a:ext>
            </a:extLst>
          </p:cNvPr>
          <p:cNvSpPr/>
          <p:nvPr userDrawn="1"/>
        </p:nvSpPr>
        <p:spPr>
          <a:xfrm>
            <a:off x="2628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attern">
            <a:extLst>
              <a:ext uri="{FF2B5EF4-FFF2-40B4-BE49-F238E27FC236}">
                <a16:creationId xmlns:a16="http://schemas.microsoft.com/office/drawing/2014/main" id="{5ECB2DE2-2140-0626-3176-55A0D3F60827}"/>
              </a:ext>
            </a:extLst>
          </p:cNvPr>
          <p:cNvSpPr/>
          <p:nvPr userDrawn="1"/>
        </p:nvSpPr>
        <p:spPr>
          <a:xfrm>
            <a:off x="2819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attern">
            <a:extLst>
              <a:ext uri="{FF2B5EF4-FFF2-40B4-BE49-F238E27FC236}">
                <a16:creationId xmlns:a16="http://schemas.microsoft.com/office/drawing/2014/main" id="{A511BAB0-3E9F-F9AC-646E-90284D3B8E60}"/>
              </a:ext>
            </a:extLst>
          </p:cNvPr>
          <p:cNvSpPr/>
          <p:nvPr userDrawn="1"/>
        </p:nvSpPr>
        <p:spPr>
          <a:xfrm>
            <a:off x="3009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attern">
            <a:extLst>
              <a:ext uri="{FF2B5EF4-FFF2-40B4-BE49-F238E27FC236}">
                <a16:creationId xmlns:a16="http://schemas.microsoft.com/office/drawing/2014/main" id="{4DEE65B5-B278-D2D3-EEB6-5FAC7868EE48}"/>
              </a:ext>
            </a:extLst>
          </p:cNvPr>
          <p:cNvSpPr/>
          <p:nvPr userDrawn="1"/>
        </p:nvSpPr>
        <p:spPr>
          <a:xfrm>
            <a:off x="3200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attern">
            <a:extLst>
              <a:ext uri="{FF2B5EF4-FFF2-40B4-BE49-F238E27FC236}">
                <a16:creationId xmlns:a16="http://schemas.microsoft.com/office/drawing/2014/main" id="{946AA293-E341-D3DF-C5E2-8146EB738399}"/>
              </a:ext>
            </a:extLst>
          </p:cNvPr>
          <p:cNvSpPr/>
          <p:nvPr userDrawn="1"/>
        </p:nvSpPr>
        <p:spPr>
          <a:xfrm>
            <a:off x="3390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attern">
            <a:extLst>
              <a:ext uri="{FF2B5EF4-FFF2-40B4-BE49-F238E27FC236}">
                <a16:creationId xmlns:a16="http://schemas.microsoft.com/office/drawing/2014/main" id="{E26166FB-BFA7-0C8F-6F8E-FB8DC761B9A6}"/>
              </a:ext>
            </a:extLst>
          </p:cNvPr>
          <p:cNvSpPr/>
          <p:nvPr userDrawn="1"/>
        </p:nvSpPr>
        <p:spPr>
          <a:xfrm>
            <a:off x="3581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attern">
            <a:extLst>
              <a:ext uri="{FF2B5EF4-FFF2-40B4-BE49-F238E27FC236}">
                <a16:creationId xmlns:a16="http://schemas.microsoft.com/office/drawing/2014/main" id="{A676B391-6707-583E-C7D4-D98E9FBD1A7D}"/>
              </a:ext>
            </a:extLst>
          </p:cNvPr>
          <p:cNvSpPr/>
          <p:nvPr userDrawn="1"/>
        </p:nvSpPr>
        <p:spPr>
          <a:xfrm>
            <a:off x="3771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attern">
            <a:extLst>
              <a:ext uri="{FF2B5EF4-FFF2-40B4-BE49-F238E27FC236}">
                <a16:creationId xmlns:a16="http://schemas.microsoft.com/office/drawing/2014/main" id="{25875C70-CCE9-47FF-9750-8ED2AFFEBC9D}"/>
              </a:ext>
            </a:extLst>
          </p:cNvPr>
          <p:cNvSpPr/>
          <p:nvPr userDrawn="1"/>
        </p:nvSpPr>
        <p:spPr>
          <a:xfrm>
            <a:off x="3962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attern">
            <a:extLst>
              <a:ext uri="{FF2B5EF4-FFF2-40B4-BE49-F238E27FC236}">
                <a16:creationId xmlns:a16="http://schemas.microsoft.com/office/drawing/2014/main" id="{83CEE71C-20C1-AA18-7305-90344233A728}"/>
              </a:ext>
            </a:extLst>
          </p:cNvPr>
          <p:cNvSpPr/>
          <p:nvPr userDrawn="1"/>
        </p:nvSpPr>
        <p:spPr>
          <a:xfrm>
            <a:off x="4152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attern">
            <a:extLst>
              <a:ext uri="{FF2B5EF4-FFF2-40B4-BE49-F238E27FC236}">
                <a16:creationId xmlns:a16="http://schemas.microsoft.com/office/drawing/2014/main" id="{C8037E7D-C6EA-9EEC-EAC7-F17B33418913}"/>
              </a:ext>
            </a:extLst>
          </p:cNvPr>
          <p:cNvSpPr/>
          <p:nvPr userDrawn="1"/>
        </p:nvSpPr>
        <p:spPr>
          <a:xfrm>
            <a:off x="4343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pattern">
            <a:extLst>
              <a:ext uri="{FF2B5EF4-FFF2-40B4-BE49-F238E27FC236}">
                <a16:creationId xmlns:a16="http://schemas.microsoft.com/office/drawing/2014/main" id="{DAE7EEAC-3293-6942-7291-E2F67446BCBF}"/>
              </a:ext>
            </a:extLst>
          </p:cNvPr>
          <p:cNvSpPr/>
          <p:nvPr userDrawn="1"/>
        </p:nvSpPr>
        <p:spPr>
          <a:xfrm>
            <a:off x="4533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attern">
            <a:extLst>
              <a:ext uri="{FF2B5EF4-FFF2-40B4-BE49-F238E27FC236}">
                <a16:creationId xmlns:a16="http://schemas.microsoft.com/office/drawing/2014/main" id="{80209143-2C2D-2FBB-D305-3A96E198039C}"/>
              </a:ext>
            </a:extLst>
          </p:cNvPr>
          <p:cNvSpPr/>
          <p:nvPr userDrawn="1"/>
        </p:nvSpPr>
        <p:spPr>
          <a:xfrm>
            <a:off x="4724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attern">
            <a:extLst>
              <a:ext uri="{FF2B5EF4-FFF2-40B4-BE49-F238E27FC236}">
                <a16:creationId xmlns:a16="http://schemas.microsoft.com/office/drawing/2014/main" id="{38055A49-DDD4-AB69-107D-762BFCB27867}"/>
              </a:ext>
            </a:extLst>
          </p:cNvPr>
          <p:cNvSpPr/>
          <p:nvPr userDrawn="1"/>
        </p:nvSpPr>
        <p:spPr>
          <a:xfrm>
            <a:off x="4914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attern">
            <a:extLst>
              <a:ext uri="{FF2B5EF4-FFF2-40B4-BE49-F238E27FC236}">
                <a16:creationId xmlns:a16="http://schemas.microsoft.com/office/drawing/2014/main" id="{2245F7A5-3F9A-DA19-7317-C80E837C2184}"/>
              </a:ext>
            </a:extLst>
          </p:cNvPr>
          <p:cNvSpPr/>
          <p:nvPr userDrawn="1"/>
        </p:nvSpPr>
        <p:spPr>
          <a:xfrm>
            <a:off x="5105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attern">
            <a:extLst>
              <a:ext uri="{FF2B5EF4-FFF2-40B4-BE49-F238E27FC236}">
                <a16:creationId xmlns:a16="http://schemas.microsoft.com/office/drawing/2014/main" id="{5076BA27-F513-7B53-34D5-7CDF990D8613}"/>
              </a:ext>
            </a:extLst>
          </p:cNvPr>
          <p:cNvSpPr/>
          <p:nvPr userDrawn="1"/>
        </p:nvSpPr>
        <p:spPr>
          <a:xfrm>
            <a:off x="5295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pattern">
            <a:extLst>
              <a:ext uri="{FF2B5EF4-FFF2-40B4-BE49-F238E27FC236}">
                <a16:creationId xmlns:a16="http://schemas.microsoft.com/office/drawing/2014/main" id="{816FEA15-B258-250A-4290-85A127BA531B}"/>
              </a:ext>
            </a:extLst>
          </p:cNvPr>
          <p:cNvSpPr/>
          <p:nvPr userDrawn="1"/>
        </p:nvSpPr>
        <p:spPr>
          <a:xfrm>
            <a:off x="5486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attern">
            <a:extLst>
              <a:ext uri="{FF2B5EF4-FFF2-40B4-BE49-F238E27FC236}">
                <a16:creationId xmlns:a16="http://schemas.microsoft.com/office/drawing/2014/main" id="{B17BEC69-87D7-374E-98ED-4BEB583C0156}"/>
              </a:ext>
            </a:extLst>
          </p:cNvPr>
          <p:cNvSpPr/>
          <p:nvPr userDrawn="1"/>
        </p:nvSpPr>
        <p:spPr>
          <a:xfrm>
            <a:off x="5676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attern">
            <a:extLst>
              <a:ext uri="{FF2B5EF4-FFF2-40B4-BE49-F238E27FC236}">
                <a16:creationId xmlns:a16="http://schemas.microsoft.com/office/drawing/2014/main" id="{245CB689-35F0-DF88-22CA-16C5DC032FAC}"/>
              </a:ext>
            </a:extLst>
          </p:cNvPr>
          <p:cNvSpPr/>
          <p:nvPr userDrawn="1"/>
        </p:nvSpPr>
        <p:spPr>
          <a:xfrm>
            <a:off x="5867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pattern">
            <a:extLst>
              <a:ext uri="{FF2B5EF4-FFF2-40B4-BE49-F238E27FC236}">
                <a16:creationId xmlns:a16="http://schemas.microsoft.com/office/drawing/2014/main" id="{7FBBB865-9553-AFED-44BB-358021F089C3}"/>
              </a:ext>
            </a:extLst>
          </p:cNvPr>
          <p:cNvSpPr/>
          <p:nvPr userDrawn="1"/>
        </p:nvSpPr>
        <p:spPr>
          <a:xfrm>
            <a:off x="6057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pattern">
            <a:extLst>
              <a:ext uri="{FF2B5EF4-FFF2-40B4-BE49-F238E27FC236}">
                <a16:creationId xmlns:a16="http://schemas.microsoft.com/office/drawing/2014/main" id="{5A8E4AA0-07A1-9A81-01C1-3A425C0295C5}"/>
              </a:ext>
            </a:extLst>
          </p:cNvPr>
          <p:cNvSpPr/>
          <p:nvPr userDrawn="1"/>
        </p:nvSpPr>
        <p:spPr>
          <a:xfrm>
            <a:off x="6248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attern">
            <a:extLst>
              <a:ext uri="{FF2B5EF4-FFF2-40B4-BE49-F238E27FC236}">
                <a16:creationId xmlns:a16="http://schemas.microsoft.com/office/drawing/2014/main" id="{631AB0E2-E2A1-DCDF-CD39-CF88D717CD4B}"/>
              </a:ext>
            </a:extLst>
          </p:cNvPr>
          <p:cNvSpPr/>
          <p:nvPr userDrawn="1"/>
        </p:nvSpPr>
        <p:spPr>
          <a:xfrm>
            <a:off x="6438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pattern">
            <a:extLst>
              <a:ext uri="{FF2B5EF4-FFF2-40B4-BE49-F238E27FC236}">
                <a16:creationId xmlns:a16="http://schemas.microsoft.com/office/drawing/2014/main" id="{2C9CEB73-3759-3EDD-B8F7-837F8D6492B3}"/>
              </a:ext>
            </a:extLst>
          </p:cNvPr>
          <p:cNvSpPr/>
          <p:nvPr userDrawn="1"/>
        </p:nvSpPr>
        <p:spPr>
          <a:xfrm>
            <a:off x="6629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pattern">
            <a:extLst>
              <a:ext uri="{FF2B5EF4-FFF2-40B4-BE49-F238E27FC236}">
                <a16:creationId xmlns:a16="http://schemas.microsoft.com/office/drawing/2014/main" id="{EFCF9D68-8FFD-4139-9E0F-2BD516FA0893}"/>
              </a:ext>
            </a:extLst>
          </p:cNvPr>
          <p:cNvSpPr/>
          <p:nvPr userDrawn="1"/>
        </p:nvSpPr>
        <p:spPr>
          <a:xfrm>
            <a:off x="6819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attern">
            <a:extLst>
              <a:ext uri="{FF2B5EF4-FFF2-40B4-BE49-F238E27FC236}">
                <a16:creationId xmlns:a16="http://schemas.microsoft.com/office/drawing/2014/main" id="{933468B6-D1B9-F414-11F2-083B97942484}"/>
              </a:ext>
            </a:extLst>
          </p:cNvPr>
          <p:cNvSpPr/>
          <p:nvPr userDrawn="1"/>
        </p:nvSpPr>
        <p:spPr>
          <a:xfrm>
            <a:off x="7010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pattern">
            <a:extLst>
              <a:ext uri="{FF2B5EF4-FFF2-40B4-BE49-F238E27FC236}">
                <a16:creationId xmlns:a16="http://schemas.microsoft.com/office/drawing/2014/main" id="{5741C3AA-5C11-16E0-A2D1-68B5769B6995}"/>
              </a:ext>
            </a:extLst>
          </p:cNvPr>
          <p:cNvSpPr/>
          <p:nvPr userDrawn="1"/>
        </p:nvSpPr>
        <p:spPr>
          <a:xfrm>
            <a:off x="7200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pattern">
            <a:extLst>
              <a:ext uri="{FF2B5EF4-FFF2-40B4-BE49-F238E27FC236}">
                <a16:creationId xmlns:a16="http://schemas.microsoft.com/office/drawing/2014/main" id="{E51CAFD8-3598-20CB-E14A-0B57981D5F6D}"/>
              </a:ext>
            </a:extLst>
          </p:cNvPr>
          <p:cNvSpPr/>
          <p:nvPr userDrawn="1"/>
        </p:nvSpPr>
        <p:spPr>
          <a:xfrm>
            <a:off x="7391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pattern">
            <a:extLst>
              <a:ext uri="{FF2B5EF4-FFF2-40B4-BE49-F238E27FC236}">
                <a16:creationId xmlns:a16="http://schemas.microsoft.com/office/drawing/2014/main" id="{1860F702-A5B4-652D-1335-97E36D4EF68A}"/>
              </a:ext>
            </a:extLst>
          </p:cNvPr>
          <p:cNvSpPr/>
          <p:nvPr userDrawn="1"/>
        </p:nvSpPr>
        <p:spPr>
          <a:xfrm>
            <a:off x="7581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pattern">
            <a:extLst>
              <a:ext uri="{FF2B5EF4-FFF2-40B4-BE49-F238E27FC236}">
                <a16:creationId xmlns:a16="http://schemas.microsoft.com/office/drawing/2014/main" id="{0E24B88F-CA77-35FA-5C38-A2297E8E2923}"/>
              </a:ext>
            </a:extLst>
          </p:cNvPr>
          <p:cNvSpPr/>
          <p:nvPr userDrawn="1"/>
        </p:nvSpPr>
        <p:spPr>
          <a:xfrm>
            <a:off x="7772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attern">
            <a:extLst>
              <a:ext uri="{FF2B5EF4-FFF2-40B4-BE49-F238E27FC236}">
                <a16:creationId xmlns:a16="http://schemas.microsoft.com/office/drawing/2014/main" id="{8BD1E0BA-886E-E160-50DA-0C0FDC96CA76}"/>
              </a:ext>
            </a:extLst>
          </p:cNvPr>
          <p:cNvSpPr/>
          <p:nvPr userDrawn="1"/>
        </p:nvSpPr>
        <p:spPr>
          <a:xfrm>
            <a:off x="7962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pattern">
            <a:extLst>
              <a:ext uri="{FF2B5EF4-FFF2-40B4-BE49-F238E27FC236}">
                <a16:creationId xmlns:a16="http://schemas.microsoft.com/office/drawing/2014/main" id="{48265992-998C-6EE2-F35A-C256E9CE8F2E}"/>
              </a:ext>
            </a:extLst>
          </p:cNvPr>
          <p:cNvSpPr/>
          <p:nvPr userDrawn="1"/>
        </p:nvSpPr>
        <p:spPr>
          <a:xfrm>
            <a:off x="8153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pattern">
            <a:extLst>
              <a:ext uri="{FF2B5EF4-FFF2-40B4-BE49-F238E27FC236}">
                <a16:creationId xmlns:a16="http://schemas.microsoft.com/office/drawing/2014/main" id="{9A387EBB-489F-B5E7-29D0-CDC368E9AD52}"/>
              </a:ext>
            </a:extLst>
          </p:cNvPr>
          <p:cNvSpPr/>
          <p:nvPr userDrawn="1"/>
        </p:nvSpPr>
        <p:spPr>
          <a:xfrm>
            <a:off x="8343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pattern">
            <a:extLst>
              <a:ext uri="{FF2B5EF4-FFF2-40B4-BE49-F238E27FC236}">
                <a16:creationId xmlns:a16="http://schemas.microsoft.com/office/drawing/2014/main" id="{5E1E7F93-EED8-D1ED-67FC-8A9A2C060721}"/>
              </a:ext>
            </a:extLst>
          </p:cNvPr>
          <p:cNvSpPr/>
          <p:nvPr userDrawn="1"/>
        </p:nvSpPr>
        <p:spPr>
          <a:xfrm>
            <a:off x="8534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pattern">
            <a:extLst>
              <a:ext uri="{FF2B5EF4-FFF2-40B4-BE49-F238E27FC236}">
                <a16:creationId xmlns:a16="http://schemas.microsoft.com/office/drawing/2014/main" id="{CC64C327-3C82-0623-190B-C9B5741527AD}"/>
              </a:ext>
            </a:extLst>
          </p:cNvPr>
          <p:cNvSpPr/>
          <p:nvPr userDrawn="1"/>
        </p:nvSpPr>
        <p:spPr>
          <a:xfrm>
            <a:off x="8724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pattern">
            <a:extLst>
              <a:ext uri="{FF2B5EF4-FFF2-40B4-BE49-F238E27FC236}">
                <a16:creationId xmlns:a16="http://schemas.microsoft.com/office/drawing/2014/main" id="{9C12E610-F6A5-08FC-3023-4710B9D5788C}"/>
              </a:ext>
            </a:extLst>
          </p:cNvPr>
          <p:cNvSpPr/>
          <p:nvPr userDrawn="1"/>
        </p:nvSpPr>
        <p:spPr>
          <a:xfrm>
            <a:off x="8915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pattern">
            <a:extLst>
              <a:ext uri="{FF2B5EF4-FFF2-40B4-BE49-F238E27FC236}">
                <a16:creationId xmlns:a16="http://schemas.microsoft.com/office/drawing/2014/main" id="{C0589F87-F371-88B8-2014-B615417C1B0C}"/>
              </a:ext>
            </a:extLst>
          </p:cNvPr>
          <p:cNvSpPr/>
          <p:nvPr userDrawn="1"/>
        </p:nvSpPr>
        <p:spPr>
          <a:xfrm>
            <a:off x="9105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pattern">
            <a:extLst>
              <a:ext uri="{FF2B5EF4-FFF2-40B4-BE49-F238E27FC236}">
                <a16:creationId xmlns:a16="http://schemas.microsoft.com/office/drawing/2014/main" id="{71650C5F-1509-2380-04E5-7BAD524334CD}"/>
              </a:ext>
            </a:extLst>
          </p:cNvPr>
          <p:cNvSpPr/>
          <p:nvPr userDrawn="1"/>
        </p:nvSpPr>
        <p:spPr>
          <a:xfrm>
            <a:off x="9296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pattern">
            <a:extLst>
              <a:ext uri="{FF2B5EF4-FFF2-40B4-BE49-F238E27FC236}">
                <a16:creationId xmlns:a16="http://schemas.microsoft.com/office/drawing/2014/main" id="{D0A9C94B-85C7-269A-DB49-574BA015538E}"/>
              </a:ext>
            </a:extLst>
          </p:cNvPr>
          <p:cNvSpPr/>
          <p:nvPr userDrawn="1"/>
        </p:nvSpPr>
        <p:spPr>
          <a:xfrm>
            <a:off x="9486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pattern">
            <a:extLst>
              <a:ext uri="{FF2B5EF4-FFF2-40B4-BE49-F238E27FC236}">
                <a16:creationId xmlns:a16="http://schemas.microsoft.com/office/drawing/2014/main" id="{5B06E2E3-F39C-BF69-AB89-6DD3EE7CFA55}"/>
              </a:ext>
            </a:extLst>
          </p:cNvPr>
          <p:cNvSpPr/>
          <p:nvPr userDrawn="1"/>
        </p:nvSpPr>
        <p:spPr>
          <a:xfrm>
            <a:off x="9677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attern">
            <a:extLst>
              <a:ext uri="{FF2B5EF4-FFF2-40B4-BE49-F238E27FC236}">
                <a16:creationId xmlns:a16="http://schemas.microsoft.com/office/drawing/2014/main" id="{AABC0646-952D-393D-D91D-76F1CE5F38ED}"/>
              </a:ext>
            </a:extLst>
          </p:cNvPr>
          <p:cNvSpPr/>
          <p:nvPr userDrawn="1"/>
        </p:nvSpPr>
        <p:spPr>
          <a:xfrm>
            <a:off x="9867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pattern">
            <a:extLst>
              <a:ext uri="{FF2B5EF4-FFF2-40B4-BE49-F238E27FC236}">
                <a16:creationId xmlns:a16="http://schemas.microsoft.com/office/drawing/2014/main" id="{0F9EB55B-6730-3F73-B7FF-C820D5636CCE}"/>
              </a:ext>
            </a:extLst>
          </p:cNvPr>
          <p:cNvSpPr/>
          <p:nvPr userDrawn="1"/>
        </p:nvSpPr>
        <p:spPr>
          <a:xfrm>
            <a:off x="10058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pattern">
            <a:extLst>
              <a:ext uri="{FF2B5EF4-FFF2-40B4-BE49-F238E27FC236}">
                <a16:creationId xmlns:a16="http://schemas.microsoft.com/office/drawing/2014/main" id="{57249DDA-AAA8-4C51-63CE-AF75C2A7CBC7}"/>
              </a:ext>
            </a:extLst>
          </p:cNvPr>
          <p:cNvSpPr/>
          <p:nvPr userDrawn="1"/>
        </p:nvSpPr>
        <p:spPr>
          <a:xfrm>
            <a:off x="10248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pattern">
            <a:extLst>
              <a:ext uri="{FF2B5EF4-FFF2-40B4-BE49-F238E27FC236}">
                <a16:creationId xmlns:a16="http://schemas.microsoft.com/office/drawing/2014/main" id="{113F5D44-B988-184C-9E18-8867CF60A336}"/>
              </a:ext>
            </a:extLst>
          </p:cNvPr>
          <p:cNvSpPr/>
          <p:nvPr userDrawn="1"/>
        </p:nvSpPr>
        <p:spPr>
          <a:xfrm>
            <a:off x="10439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attern">
            <a:extLst>
              <a:ext uri="{FF2B5EF4-FFF2-40B4-BE49-F238E27FC236}">
                <a16:creationId xmlns:a16="http://schemas.microsoft.com/office/drawing/2014/main" id="{DB8DC858-02E5-C693-4341-BE80052F1743}"/>
              </a:ext>
            </a:extLst>
          </p:cNvPr>
          <p:cNvSpPr/>
          <p:nvPr userDrawn="1"/>
        </p:nvSpPr>
        <p:spPr>
          <a:xfrm>
            <a:off x="10629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pattern">
            <a:extLst>
              <a:ext uri="{FF2B5EF4-FFF2-40B4-BE49-F238E27FC236}">
                <a16:creationId xmlns:a16="http://schemas.microsoft.com/office/drawing/2014/main" id="{F25391EF-C2D1-CAAC-6DE3-B51D0A4A0286}"/>
              </a:ext>
            </a:extLst>
          </p:cNvPr>
          <p:cNvSpPr/>
          <p:nvPr userDrawn="1"/>
        </p:nvSpPr>
        <p:spPr>
          <a:xfrm>
            <a:off x="10820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pattern">
            <a:extLst>
              <a:ext uri="{FF2B5EF4-FFF2-40B4-BE49-F238E27FC236}">
                <a16:creationId xmlns:a16="http://schemas.microsoft.com/office/drawing/2014/main" id="{6FCCF12B-F445-6163-CFBC-42A515D16A16}"/>
              </a:ext>
            </a:extLst>
          </p:cNvPr>
          <p:cNvSpPr/>
          <p:nvPr userDrawn="1"/>
        </p:nvSpPr>
        <p:spPr>
          <a:xfrm>
            <a:off x="11010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pattern">
            <a:extLst>
              <a:ext uri="{FF2B5EF4-FFF2-40B4-BE49-F238E27FC236}">
                <a16:creationId xmlns:a16="http://schemas.microsoft.com/office/drawing/2014/main" id="{12A29072-B109-39E5-5090-217F3573CF9D}"/>
              </a:ext>
            </a:extLst>
          </p:cNvPr>
          <p:cNvSpPr/>
          <p:nvPr userDrawn="1"/>
        </p:nvSpPr>
        <p:spPr>
          <a:xfrm>
            <a:off x="11201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pattern">
            <a:extLst>
              <a:ext uri="{FF2B5EF4-FFF2-40B4-BE49-F238E27FC236}">
                <a16:creationId xmlns:a16="http://schemas.microsoft.com/office/drawing/2014/main" id="{EBDC61EB-F2F7-4234-52E2-C6BB7AA509F7}"/>
              </a:ext>
            </a:extLst>
          </p:cNvPr>
          <p:cNvSpPr/>
          <p:nvPr userDrawn="1"/>
        </p:nvSpPr>
        <p:spPr>
          <a:xfrm>
            <a:off x="11391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pattern">
            <a:extLst>
              <a:ext uri="{FF2B5EF4-FFF2-40B4-BE49-F238E27FC236}">
                <a16:creationId xmlns:a16="http://schemas.microsoft.com/office/drawing/2014/main" id="{707102DE-8023-EB32-26D6-7A4B3157CB31}"/>
              </a:ext>
            </a:extLst>
          </p:cNvPr>
          <p:cNvSpPr/>
          <p:nvPr userDrawn="1"/>
        </p:nvSpPr>
        <p:spPr>
          <a:xfrm>
            <a:off x="11582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pattern">
            <a:extLst>
              <a:ext uri="{FF2B5EF4-FFF2-40B4-BE49-F238E27FC236}">
                <a16:creationId xmlns:a16="http://schemas.microsoft.com/office/drawing/2014/main" id="{D19B2942-5C41-BC82-40E6-9A2A392FD13C}"/>
              </a:ext>
            </a:extLst>
          </p:cNvPr>
          <p:cNvSpPr/>
          <p:nvPr userDrawn="1"/>
        </p:nvSpPr>
        <p:spPr>
          <a:xfrm>
            <a:off x="11772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pattern">
            <a:extLst>
              <a:ext uri="{FF2B5EF4-FFF2-40B4-BE49-F238E27FC236}">
                <a16:creationId xmlns:a16="http://schemas.microsoft.com/office/drawing/2014/main" id="{794BF976-303A-4496-9899-667D218BA1A0}"/>
              </a:ext>
            </a:extLst>
          </p:cNvPr>
          <p:cNvSpPr/>
          <p:nvPr userDrawn="1"/>
        </p:nvSpPr>
        <p:spPr>
          <a:xfrm>
            <a:off x="11963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pattern">
            <a:extLst>
              <a:ext uri="{FF2B5EF4-FFF2-40B4-BE49-F238E27FC236}">
                <a16:creationId xmlns:a16="http://schemas.microsoft.com/office/drawing/2014/main" id="{7513BDCC-263E-28AF-60A3-581128BC6045}"/>
              </a:ext>
            </a:extLst>
          </p:cNvPr>
          <p:cNvSpPr/>
          <p:nvPr userDrawn="1"/>
        </p:nvSpPr>
        <p:spPr>
          <a:xfrm>
            <a:off x="12153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pattern">
            <a:extLst>
              <a:ext uri="{FF2B5EF4-FFF2-40B4-BE49-F238E27FC236}">
                <a16:creationId xmlns:a16="http://schemas.microsoft.com/office/drawing/2014/main" id="{BBB39560-B1DF-C9F5-158C-682F995895CA}"/>
              </a:ext>
            </a:extLst>
          </p:cNvPr>
          <p:cNvSpPr/>
          <p:nvPr userDrawn="1"/>
        </p:nvSpPr>
        <p:spPr>
          <a:xfrm>
            <a:off x="247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pattern">
            <a:extLst>
              <a:ext uri="{FF2B5EF4-FFF2-40B4-BE49-F238E27FC236}">
                <a16:creationId xmlns:a16="http://schemas.microsoft.com/office/drawing/2014/main" id="{0BCDF3E9-2069-4FD1-B811-0889CE2BC1B0}"/>
              </a:ext>
            </a:extLst>
          </p:cNvPr>
          <p:cNvSpPr/>
          <p:nvPr userDrawn="1"/>
        </p:nvSpPr>
        <p:spPr>
          <a:xfrm>
            <a:off x="438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pattern">
            <a:extLst>
              <a:ext uri="{FF2B5EF4-FFF2-40B4-BE49-F238E27FC236}">
                <a16:creationId xmlns:a16="http://schemas.microsoft.com/office/drawing/2014/main" id="{2F5A373B-9D3D-630B-366D-36814D3BCD3C}"/>
              </a:ext>
            </a:extLst>
          </p:cNvPr>
          <p:cNvSpPr/>
          <p:nvPr userDrawn="1"/>
        </p:nvSpPr>
        <p:spPr>
          <a:xfrm>
            <a:off x="628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pattern">
            <a:extLst>
              <a:ext uri="{FF2B5EF4-FFF2-40B4-BE49-F238E27FC236}">
                <a16:creationId xmlns:a16="http://schemas.microsoft.com/office/drawing/2014/main" id="{122A97B1-5CFC-2E6B-3B6C-91B1D31C3153}"/>
              </a:ext>
            </a:extLst>
          </p:cNvPr>
          <p:cNvSpPr/>
          <p:nvPr userDrawn="1"/>
        </p:nvSpPr>
        <p:spPr>
          <a:xfrm>
            <a:off x="819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pattern">
            <a:extLst>
              <a:ext uri="{FF2B5EF4-FFF2-40B4-BE49-F238E27FC236}">
                <a16:creationId xmlns:a16="http://schemas.microsoft.com/office/drawing/2014/main" id="{0086E133-734B-671F-971D-4CA1872D4C2D}"/>
              </a:ext>
            </a:extLst>
          </p:cNvPr>
          <p:cNvSpPr/>
          <p:nvPr userDrawn="1"/>
        </p:nvSpPr>
        <p:spPr>
          <a:xfrm>
            <a:off x="1009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pattern">
            <a:extLst>
              <a:ext uri="{FF2B5EF4-FFF2-40B4-BE49-F238E27FC236}">
                <a16:creationId xmlns:a16="http://schemas.microsoft.com/office/drawing/2014/main" id="{64453092-AA62-A2EF-9911-E8BBB6C3B373}"/>
              </a:ext>
            </a:extLst>
          </p:cNvPr>
          <p:cNvSpPr/>
          <p:nvPr userDrawn="1"/>
        </p:nvSpPr>
        <p:spPr>
          <a:xfrm>
            <a:off x="1200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pattern">
            <a:extLst>
              <a:ext uri="{FF2B5EF4-FFF2-40B4-BE49-F238E27FC236}">
                <a16:creationId xmlns:a16="http://schemas.microsoft.com/office/drawing/2014/main" id="{0113EAB0-C1A1-5DA9-C7B7-2CD811D72B83}"/>
              </a:ext>
            </a:extLst>
          </p:cNvPr>
          <p:cNvSpPr/>
          <p:nvPr userDrawn="1"/>
        </p:nvSpPr>
        <p:spPr>
          <a:xfrm>
            <a:off x="1390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pattern">
            <a:extLst>
              <a:ext uri="{FF2B5EF4-FFF2-40B4-BE49-F238E27FC236}">
                <a16:creationId xmlns:a16="http://schemas.microsoft.com/office/drawing/2014/main" id="{62ED959D-7D5D-0611-FE86-8D7A9AD5A9E8}"/>
              </a:ext>
            </a:extLst>
          </p:cNvPr>
          <p:cNvSpPr/>
          <p:nvPr userDrawn="1"/>
        </p:nvSpPr>
        <p:spPr>
          <a:xfrm>
            <a:off x="1581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pattern">
            <a:extLst>
              <a:ext uri="{FF2B5EF4-FFF2-40B4-BE49-F238E27FC236}">
                <a16:creationId xmlns:a16="http://schemas.microsoft.com/office/drawing/2014/main" id="{956E4B95-3977-15B1-0DF9-063BCBA5B162}"/>
              </a:ext>
            </a:extLst>
          </p:cNvPr>
          <p:cNvSpPr/>
          <p:nvPr userDrawn="1"/>
        </p:nvSpPr>
        <p:spPr>
          <a:xfrm>
            <a:off x="1771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pattern">
            <a:extLst>
              <a:ext uri="{FF2B5EF4-FFF2-40B4-BE49-F238E27FC236}">
                <a16:creationId xmlns:a16="http://schemas.microsoft.com/office/drawing/2014/main" id="{739A5919-E708-B515-07C6-EA5C20E0242B}"/>
              </a:ext>
            </a:extLst>
          </p:cNvPr>
          <p:cNvSpPr/>
          <p:nvPr userDrawn="1"/>
        </p:nvSpPr>
        <p:spPr>
          <a:xfrm>
            <a:off x="1962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pattern">
            <a:extLst>
              <a:ext uri="{FF2B5EF4-FFF2-40B4-BE49-F238E27FC236}">
                <a16:creationId xmlns:a16="http://schemas.microsoft.com/office/drawing/2014/main" id="{E2B36642-BF86-5985-7A55-64EC6B339A0F}"/>
              </a:ext>
            </a:extLst>
          </p:cNvPr>
          <p:cNvSpPr/>
          <p:nvPr userDrawn="1"/>
        </p:nvSpPr>
        <p:spPr>
          <a:xfrm>
            <a:off x="2152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pattern">
            <a:extLst>
              <a:ext uri="{FF2B5EF4-FFF2-40B4-BE49-F238E27FC236}">
                <a16:creationId xmlns:a16="http://schemas.microsoft.com/office/drawing/2014/main" id="{8B538289-1182-FE2D-6C37-B6D19867FE1E}"/>
              </a:ext>
            </a:extLst>
          </p:cNvPr>
          <p:cNvSpPr/>
          <p:nvPr userDrawn="1"/>
        </p:nvSpPr>
        <p:spPr>
          <a:xfrm>
            <a:off x="2343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pattern">
            <a:extLst>
              <a:ext uri="{FF2B5EF4-FFF2-40B4-BE49-F238E27FC236}">
                <a16:creationId xmlns:a16="http://schemas.microsoft.com/office/drawing/2014/main" id="{5A771803-05C4-059F-745B-D0F8E480DC84}"/>
              </a:ext>
            </a:extLst>
          </p:cNvPr>
          <p:cNvSpPr/>
          <p:nvPr userDrawn="1"/>
        </p:nvSpPr>
        <p:spPr>
          <a:xfrm>
            <a:off x="2533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pattern">
            <a:extLst>
              <a:ext uri="{FF2B5EF4-FFF2-40B4-BE49-F238E27FC236}">
                <a16:creationId xmlns:a16="http://schemas.microsoft.com/office/drawing/2014/main" id="{B2FA248D-56C2-3813-B26C-089837DADD47}"/>
              </a:ext>
            </a:extLst>
          </p:cNvPr>
          <p:cNvSpPr/>
          <p:nvPr userDrawn="1"/>
        </p:nvSpPr>
        <p:spPr>
          <a:xfrm>
            <a:off x="2724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pattern">
            <a:extLst>
              <a:ext uri="{FF2B5EF4-FFF2-40B4-BE49-F238E27FC236}">
                <a16:creationId xmlns:a16="http://schemas.microsoft.com/office/drawing/2014/main" id="{B86759CC-D626-6D20-88D0-64A749889809}"/>
              </a:ext>
            </a:extLst>
          </p:cNvPr>
          <p:cNvSpPr/>
          <p:nvPr userDrawn="1"/>
        </p:nvSpPr>
        <p:spPr>
          <a:xfrm>
            <a:off x="2914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pattern">
            <a:extLst>
              <a:ext uri="{FF2B5EF4-FFF2-40B4-BE49-F238E27FC236}">
                <a16:creationId xmlns:a16="http://schemas.microsoft.com/office/drawing/2014/main" id="{B9715B82-5C9F-B8FC-6D12-3240BD6E4CB6}"/>
              </a:ext>
            </a:extLst>
          </p:cNvPr>
          <p:cNvSpPr/>
          <p:nvPr userDrawn="1"/>
        </p:nvSpPr>
        <p:spPr>
          <a:xfrm>
            <a:off x="3105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pattern">
            <a:extLst>
              <a:ext uri="{FF2B5EF4-FFF2-40B4-BE49-F238E27FC236}">
                <a16:creationId xmlns:a16="http://schemas.microsoft.com/office/drawing/2014/main" id="{E1137D68-D26F-30F6-9AF5-491079A551E0}"/>
              </a:ext>
            </a:extLst>
          </p:cNvPr>
          <p:cNvSpPr/>
          <p:nvPr userDrawn="1"/>
        </p:nvSpPr>
        <p:spPr>
          <a:xfrm>
            <a:off x="3295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pattern">
            <a:extLst>
              <a:ext uri="{FF2B5EF4-FFF2-40B4-BE49-F238E27FC236}">
                <a16:creationId xmlns:a16="http://schemas.microsoft.com/office/drawing/2014/main" id="{D7ED82AE-1FDD-DD0E-9019-0A5AA9AD64FD}"/>
              </a:ext>
            </a:extLst>
          </p:cNvPr>
          <p:cNvSpPr/>
          <p:nvPr userDrawn="1"/>
        </p:nvSpPr>
        <p:spPr>
          <a:xfrm>
            <a:off x="3486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pattern">
            <a:extLst>
              <a:ext uri="{FF2B5EF4-FFF2-40B4-BE49-F238E27FC236}">
                <a16:creationId xmlns:a16="http://schemas.microsoft.com/office/drawing/2014/main" id="{1C3BCC59-8836-E3C4-8157-57AB50403DF5}"/>
              </a:ext>
            </a:extLst>
          </p:cNvPr>
          <p:cNvSpPr/>
          <p:nvPr userDrawn="1"/>
        </p:nvSpPr>
        <p:spPr>
          <a:xfrm>
            <a:off x="3676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pattern">
            <a:extLst>
              <a:ext uri="{FF2B5EF4-FFF2-40B4-BE49-F238E27FC236}">
                <a16:creationId xmlns:a16="http://schemas.microsoft.com/office/drawing/2014/main" id="{3CE15C91-45EF-BD2F-4283-916881D9866E}"/>
              </a:ext>
            </a:extLst>
          </p:cNvPr>
          <p:cNvSpPr/>
          <p:nvPr userDrawn="1"/>
        </p:nvSpPr>
        <p:spPr>
          <a:xfrm>
            <a:off x="3867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pattern">
            <a:extLst>
              <a:ext uri="{FF2B5EF4-FFF2-40B4-BE49-F238E27FC236}">
                <a16:creationId xmlns:a16="http://schemas.microsoft.com/office/drawing/2014/main" id="{297B2A67-9B9F-6F15-AD22-0E93792031FF}"/>
              </a:ext>
            </a:extLst>
          </p:cNvPr>
          <p:cNvSpPr/>
          <p:nvPr userDrawn="1"/>
        </p:nvSpPr>
        <p:spPr>
          <a:xfrm>
            <a:off x="4057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pattern">
            <a:extLst>
              <a:ext uri="{FF2B5EF4-FFF2-40B4-BE49-F238E27FC236}">
                <a16:creationId xmlns:a16="http://schemas.microsoft.com/office/drawing/2014/main" id="{793A2010-D575-68DE-4C5C-2399FF270CCF}"/>
              </a:ext>
            </a:extLst>
          </p:cNvPr>
          <p:cNvSpPr/>
          <p:nvPr userDrawn="1"/>
        </p:nvSpPr>
        <p:spPr>
          <a:xfrm>
            <a:off x="4248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pattern">
            <a:extLst>
              <a:ext uri="{FF2B5EF4-FFF2-40B4-BE49-F238E27FC236}">
                <a16:creationId xmlns:a16="http://schemas.microsoft.com/office/drawing/2014/main" id="{4499878A-4869-BF05-357D-CB3E4EC7B366}"/>
              </a:ext>
            </a:extLst>
          </p:cNvPr>
          <p:cNvSpPr/>
          <p:nvPr userDrawn="1"/>
        </p:nvSpPr>
        <p:spPr>
          <a:xfrm>
            <a:off x="4438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pattern">
            <a:extLst>
              <a:ext uri="{FF2B5EF4-FFF2-40B4-BE49-F238E27FC236}">
                <a16:creationId xmlns:a16="http://schemas.microsoft.com/office/drawing/2014/main" id="{A49E4780-0DF8-D376-090C-C86A7F9253C8}"/>
              </a:ext>
            </a:extLst>
          </p:cNvPr>
          <p:cNvSpPr/>
          <p:nvPr userDrawn="1"/>
        </p:nvSpPr>
        <p:spPr>
          <a:xfrm>
            <a:off x="4629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pattern">
            <a:extLst>
              <a:ext uri="{FF2B5EF4-FFF2-40B4-BE49-F238E27FC236}">
                <a16:creationId xmlns:a16="http://schemas.microsoft.com/office/drawing/2014/main" id="{326B254D-6FDB-92D9-0E79-95EC1639A15C}"/>
              </a:ext>
            </a:extLst>
          </p:cNvPr>
          <p:cNvSpPr/>
          <p:nvPr userDrawn="1"/>
        </p:nvSpPr>
        <p:spPr>
          <a:xfrm>
            <a:off x="4819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pattern">
            <a:extLst>
              <a:ext uri="{FF2B5EF4-FFF2-40B4-BE49-F238E27FC236}">
                <a16:creationId xmlns:a16="http://schemas.microsoft.com/office/drawing/2014/main" id="{5A7E1AD5-D922-96E5-53F2-CC3DC0940810}"/>
              </a:ext>
            </a:extLst>
          </p:cNvPr>
          <p:cNvSpPr/>
          <p:nvPr userDrawn="1"/>
        </p:nvSpPr>
        <p:spPr>
          <a:xfrm>
            <a:off x="5010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pattern">
            <a:extLst>
              <a:ext uri="{FF2B5EF4-FFF2-40B4-BE49-F238E27FC236}">
                <a16:creationId xmlns:a16="http://schemas.microsoft.com/office/drawing/2014/main" id="{EBF84E29-61CB-05F6-F245-5FB154D2B2CD}"/>
              </a:ext>
            </a:extLst>
          </p:cNvPr>
          <p:cNvSpPr/>
          <p:nvPr userDrawn="1"/>
        </p:nvSpPr>
        <p:spPr>
          <a:xfrm>
            <a:off x="5200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pattern">
            <a:extLst>
              <a:ext uri="{FF2B5EF4-FFF2-40B4-BE49-F238E27FC236}">
                <a16:creationId xmlns:a16="http://schemas.microsoft.com/office/drawing/2014/main" id="{945659D0-0F60-E0F8-943D-8902F3DCD294}"/>
              </a:ext>
            </a:extLst>
          </p:cNvPr>
          <p:cNvSpPr/>
          <p:nvPr userDrawn="1"/>
        </p:nvSpPr>
        <p:spPr>
          <a:xfrm>
            <a:off x="5391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pattern">
            <a:extLst>
              <a:ext uri="{FF2B5EF4-FFF2-40B4-BE49-F238E27FC236}">
                <a16:creationId xmlns:a16="http://schemas.microsoft.com/office/drawing/2014/main" id="{7F71F678-5CCA-74ED-6CE0-857CFB7BE414}"/>
              </a:ext>
            </a:extLst>
          </p:cNvPr>
          <p:cNvSpPr/>
          <p:nvPr userDrawn="1"/>
        </p:nvSpPr>
        <p:spPr>
          <a:xfrm>
            <a:off x="5581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pattern">
            <a:extLst>
              <a:ext uri="{FF2B5EF4-FFF2-40B4-BE49-F238E27FC236}">
                <a16:creationId xmlns:a16="http://schemas.microsoft.com/office/drawing/2014/main" id="{10575DDA-0280-07DC-5395-8CA22F78AB54}"/>
              </a:ext>
            </a:extLst>
          </p:cNvPr>
          <p:cNvSpPr/>
          <p:nvPr userDrawn="1"/>
        </p:nvSpPr>
        <p:spPr>
          <a:xfrm>
            <a:off x="5772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pattern">
            <a:extLst>
              <a:ext uri="{FF2B5EF4-FFF2-40B4-BE49-F238E27FC236}">
                <a16:creationId xmlns:a16="http://schemas.microsoft.com/office/drawing/2014/main" id="{C41E68AD-6791-A6E7-5EC5-29E7DA828CC4}"/>
              </a:ext>
            </a:extLst>
          </p:cNvPr>
          <p:cNvSpPr/>
          <p:nvPr userDrawn="1"/>
        </p:nvSpPr>
        <p:spPr>
          <a:xfrm>
            <a:off x="5962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pattern">
            <a:extLst>
              <a:ext uri="{FF2B5EF4-FFF2-40B4-BE49-F238E27FC236}">
                <a16:creationId xmlns:a16="http://schemas.microsoft.com/office/drawing/2014/main" id="{ED221849-00C9-EF5C-B5A1-C1CB0CB993A8}"/>
              </a:ext>
            </a:extLst>
          </p:cNvPr>
          <p:cNvSpPr/>
          <p:nvPr userDrawn="1"/>
        </p:nvSpPr>
        <p:spPr>
          <a:xfrm>
            <a:off x="6153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pattern">
            <a:extLst>
              <a:ext uri="{FF2B5EF4-FFF2-40B4-BE49-F238E27FC236}">
                <a16:creationId xmlns:a16="http://schemas.microsoft.com/office/drawing/2014/main" id="{37535FBE-264E-E156-2411-4A348C28BB72}"/>
              </a:ext>
            </a:extLst>
          </p:cNvPr>
          <p:cNvSpPr/>
          <p:nvPr userDrawn="1"/>
        </p:nvSpPr>
        <p:spPr>
          <a:xfrm>
            <a:off x="6343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pattern">
            <a:extLst>
              <a:ext uri="{FF2B5EF4-FFF2-40B4-BE49-F238E27FC236}">
                <a16:creationId xmlns:a16="http://schemas.microsoft.com/office/drawing/2014/main" id="{C0C02468-339B-671A-0B3B-2D381760A7E2}"/>
              </a:ext>
            </a:extLst>
          </p:cNvPr>
          <p:cNvSpPr/>
          <p:nvPr userDrawn="1"/>
        </p:nvSpPr>
        <p:spPr>
          <a:xfrm>
            <a:off x="6534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pattern">
            <a:extLst>
              <a:ext uri="{FF2B5EF4-FFF2-40B4-BE49-F238E27FC236}">
                <a16:creationId xmlns:a16="http://schemas.microsoft.com/office/drawing/2014/main" id="{AB739486-14A8-846D-7857-639475D65BEB}"/>
              </a:ext>
            </a:extLst>
          </p:cNvPr>
          <p:cNvSpPr/>
          <p:nvPr userDrawn="1"/>
        </p:nvSpPr>
        <p:spPr>
          <a:xfrm>
            <a:off x="6724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pattern">
            <a:extLst>
              <a:ext uri="{FF2B5EF4-FFF2-40B4-BE49-F238E27FC236}">
                <a16:creationId xmlns:a16="http://schemas.microsoft.com/office/drawing/2014/main" id="{6A58EE7E-F695-6EB3-A4D3-5B66E431E1D2}"/>
              </a:ext>
            </a:extLst>
          </p:cNvPr>
          <p:cNvSpPr/>
          <p:nvPr userDrawn="1"/>
        </p:nvSpPr>
        <p:spPr>
          <a:xfrm>
            <a:off x="6915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pattern">
            <a:extLst>
              <a:ext uri="{FF2B5EF4-FFF2-40B4-BE49-F238E27FC236}">
                <a16:creationId xmlns:a16="http://schemas.microsoft.com/office/drawing/2014/main" id="{87E0285B-FBA7-47FF-742F-9E03DDB7605A}"/>
              </a:ext>
            </a:extLst>
          </p:cNvPr>
          <p:cNvSpPr/>
          <p:nvPr userDrawn="1"/>
        </p:nvSpPr>
        <p:spPr>
          <a:xfrm>
            <a:off x="7105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pattern">
            <a:extLst>
              <a:ext uri="{FF2B5EF4-FFF2-40B4-BE49-F238E27FC236}">
                <a16:creationId xmlns:a16="http://schemas.microsoft.com/office/drawing/2014/main" id="{2CF0F0CE-F07F-4B53-E3BE-13DAB877CB7F}"/>
              </a:ext>
            </a:extLst>
          </p:cNvPr>
          <p:cNvSpPr/>
          <p:nvPr userDrawn="1"/>
        </p:nvSpPr>
        <p:spPr>
          <a:xfrm>
            <a:off x="7296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pattern">
            <a:extLst>
              <a:ext uri="{FF2B5EF4-FFF2-40B4-BE49-F238E27FC236}">
                <a16:creationId xmlns:a16="http://schemas.microsoft.com/office/drawing/2014/main" id="{5D56A12E-F6C0-5F0E-5AF1-482A11D94604}"/>
              </a:ext>
            </a:extLst>
          </p:cNvPr>
          <p:cNvSpPr/>
          <p:nvPr userDrawn="1"/>
        </p:nvSpPr>
        <p:spPr>
          <a:xfrm>
            <a:off x="7486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pattern">
            <a:extLst>
              <a:ext uri="{FF2B5EF4-FFF2-40B4-BE49-F238E27FC236}">
                <a16:creationId xmlns:a16="http://schemas.microsoft.com/office/drawing/2014/main" id="{8D62B0D1-E326-73CF-4348-97F32152B98E}"/>
              </a:ext>
            </a:extLst>
          </p:cNvPr>
          <p:cNvSpPr/>
          <p:nvPr userDrawn="1"/>
        </p:nvSpPr>
        <p:spPr>
          <a:xfrm>
            <a:off x="7677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pattern">
            <a:extLst>
              <a:ext uri="{FF2B5EF4-FFF2-40B4-BE49-F238E27FC236}">
                <a16:creationId xmlns:a16="http://schemas.microsoft.com/office/drawing/2014/main" id="{DA128A90-6FB4-5705-3321-D2762C481951}"/>
              </a:ext>
            </a:extLst>
          </p:cNvPr>
          <p:cNvSpPr/>
          <p:nvPr userDrawn="1"/>
        </p:nvSpPr>
        <p:spPr>
          <a:xfrm>
            <a:off x="7867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pattern">
            <a:extLst>
              <a:ext uri="{FF2B5EF4-FFF2-40B4-BE49-F238E27FC236}">
                <a16:creationId xmlns:a16="http://schemas.microsoft.com/office/drawing/2014/main" id="{F5034E50-697E-EEE9-7384-F224C4A76A17}"/>
              </a:ext>
            </a:extLst>
          </p:cNvPr>
          <p:cNvSpPr/>
          <p:nvPr userDrawn="1"/>
        </p:nvSpPr>
        <p:spPr>
          <a:xfrm>
            <a:off x="8058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pattern">
            <a:extLst>
              <a:ext uri="{FF2B5EF4-FFF2-40B4-BE49-F238E27FC236}">
                <a16:creationId xmlns:a16="http://schemas.microsoft.com/office/drawing/2014/main" id="{030A0937-6E3E-8CA4-8F26-F771E3700711}"/>
              </a:ext>
            </a:extLst>
          </p:cNvPr>
          <p:cNvSpPr/>
          <p:nvPr userDrawn="1"/>
        </p:nvSpPr>
        <p:spPr>
          <a:xfrm>
            <a:off x="8248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pattern">
            <a:extLst>
              <a:ext uri="{FF2B5EF4-FFF2-40B4-BE49-F238E27FC236}">
                <a16:creationId xmlns:a16="http://schemas.microsoft.com/office/drawing/2014/main" id="{946E2598-C6CE-18E6-3285-D2A37C617738}"/>
              </a:ext>
            </a:extLst>
          </p:cNvPr>
          <p:cNvSpPr/>
          <p:nvPr userDrawn="1"/>
        </p:nvSpPr>
        <p:spPr>
          <a:xfrm>
            <a:off x="8439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pattern">
            <a:extLst>
              <a:ext uri="{FF2B5EF4-FFF2-40B4-BE49-F238E27FC236}">
                <a16:creationId xmlns:a16="http://schemas.microsoft.com/office/drawing/2014/main" id="{51C70611-0317-C01C-850A-0A1B04D22790}"/>
              </a:ext>
            </a:extLst>
          </p:cNvPr>
          <p:cNvSpPr/>
          <p:nvPr userDrawn="1"/>
        </p:nvSpPr>
        <p:spPr>
          <a:xfrm>
            <a:off x="8629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pattern">
            <a:extLst>
              <a:ext uri="{FF2B5EF4-FFF2-40B4-BE49-F238E27FC236}">
                <a16:creationId xmlns:a16="http://schemas.microsoft.com/office/drawing/2014/main" id="{5B6A13DC-B403-4922-E38B-95669856FBBE}"/>
              </a:ext>
            </a:extLst>
          </p:cNvPr>
          <p:cNvSpPr/>
          <p:nvPr userDrawn="1"/>
        </p:nvSpPr>
        <p:spPr>
          <a:xfrm>
            <a:off x="8820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pattern">
            <a:extLst>
              <a:ext uri="{FF2B5EF4-FFF2-40B4-BE49-F238E27FC236}">
                <a16:creationId xmlns:a16="http://schemas.microsoft.com/office/drawing/2014/main" id="{6DEEE69E-80F8-9FA6-7848-5138213390E9}"/>
              </a:ext>
            </a:extLst>
          </p:cNvPr>
          <p:cNvSpPr/>
          <p:nvPr userDrawn="1"/>
        </p:nvSpPr>
        <p:spPr>
          <a:xfrm>
            <a:off x="9010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pattern">
            <a:extLst>
              <a:ext uri="{FF2B5EF4-FFF2-40B4-BE49-F238E27FC236}">
                <a16:creationId xmlns:a16="http://schemas.microsoft.com/office/drawing/2014/main" id="{A810CC8C-91A5-1E3E-2416-62623595C8B2}"/>
              </a:ext>
            </a:extLst>
          </p:cNvPr>
          <p:cNvSpPr/>
          <p:nvPr userDrawn="1"/>
        </p:nvSpPr>
        <p:spPr>
          <a:xfrm>
            <a:off x="9201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pattern">
            <a:extLst>
              <a:ext uri="{FF2B5EF4-FFF2-40B4-BE49-F238E27FC236}">
                <a16:creationId xmlns:a16="http://schemas.microsoft.com/office/drawing/2014/main" id="{7E28DCA5-346C-E385-5920-89229699AC81}"/>
              </a:ext>
            </a:extLst>
          </p:cNvPr>
          <p:cNvSpPr/>
          <p:nvPr userDrawn="1"/>
        </p:nvSpPr>
        <p:spPr>
          <a:xfrm>
            <a:off x="9391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pattern">
            <a:extLst>
              <a:ext uri="{FF2B5EF4-FFF2-40B4-BE49-F238E27FC236}">
                <a16:creationId xmlns:a16="http://schemas.microsoft.com/office/drawing/2014/main" id="{4629DB3B-F552-5AAF-623A-DCD3D1996536}"/>
              </a:ext>
            </a:extLst>
          </p:cNvPr>
          <p:cNvSpPr/>
          <p:nvPr userDrawn="1"/>
        </p:nvSpPr>
        <p:spPr>
          <a:xfrm>
            <a:off x="9582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pattern">
            <a:extLst>
              <a:ext uri="{FF2B5EF4-FFF2-40B4-BE49-F238E27FC236}">
                <a16:creationId xmlns:a16="http://schemas.microsoft.com/office/drawing/2014/main" id="{26D2B5A5-DE0C-4F89-04AF-7F6E0416B975}"/>
              </a:ext>
            </a:extLst>
          </p:cNvPr>
          <p:cNvSpPr/>
          <p:nvPr userDrawn="1"/>
        </p:nvSpPr>
        <p:spPr>
          <a:xfrm>
            <a:off x="9772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pattern">
            <a:extLst>
              <a:ext uri="{FF2B5EF4-FFF2-40B4-BE49-F238E27FC236}">
                <a16:creationId xmlns:a16="http://schemas.microsoft.com/office/drawing/2014/main" id="{2770542C-9A46-EAB2-174A-D00F94E9B47C}"/>
              </a:ext>
            </a:extLst>
          </p:cNvPr>
          <p:cNvSpPr/>
          <p:nvPr userDrawn="1"/>
        </p:nvSpPr>
        <p:spPr>
          <a:xfrm>
            <a:off x="9963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pattern">
            <a:extLst>
              <a:ext uri="{FF2B5EF4-FFF2-40B4-BE49-F238E27FC236}">
                <a16:creationId xmlns:a16="http://schemas.microsoft.com/office/drawing/2014/main" id="{87BD3768-6C1A-E477-8A7D-194F7C5C16A5}"/>
              </a:ext>
            </a:extLst>
          </p:cNvPr>
          <p:cNvSpPr/>
          <p:nvPr userDrawn="1"/>
        </p:nvSpPr>
        <p:spPr>
          <a:xfrm>
            <a:off x="10153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pattern">
            <a:extLst>
              <a:ext uri="{FF2B5EF4-FFF2-40B4-BE49-F238E27FC236}">
                <a16:creationId xmlns:a16="http://schemas.microsoft.com/office/drawing/2014/main" id="{135D8236-F74A-5067-0026-66E32BA0FD23}"/>
              </a:ext>
            </a:extLst>
          </p:cNvPr>
          <p:cNvSpPr/>
          <p:nvPr userDrawn="1"/>
        </p:nvSpPr>
        <p:spPr>
          <a:xfrm>
            <a:off x="10344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pattern">
            <a:extLst>
              <a:ext uri="{FF2B5EF4-FFF2-40B4-BE49-F238E27FC236}">
                <a16:creationId xmlns:a16="http://schemas.microsoft.com/office/drawing/2014/main" id="{095D24A6-50BB-E949-23A2-7E42528F61C8}"/>
              </a:ext>
            </a:extLst>
          </p:cNvPr>
          <p:cNvSpPr/>
          <p:nvPr userDrawn="1"/>
        </p:nvSpPr>
        <p:spPr>
          <a:xfrm>
            <a:off x="10534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pattern">
            <a:extLst>
              <a:ext uri="{FF2B5EF4-FFF2-40B4-BE49-F238E27FC236}">
                <a16:creationId xmlns:a16="http://schemas.microsoft.com/office/drawing/2014/main" id="{67B63030-5C8A-2779-CB14-AABEA6AE80A0}"/>
              </a:ext>
            </a:extLst>
          </p:cNvPr>
          <p:cNvSpPr/>
          <p:nvPr userDrawn="1"/>
        </p:nvSpPr>
        <p:spPr>
          <a:xfrm>
            <a:off x="10725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pattern">
            <a:extLst>
              <a:ext uri="{FF2B5EF4-FFF2-40B4-BE49-F238E27FC236}">
                <a16:creationId xmlns:a16="http://schemas.microsoft.com/office/drawing/2014/main" id="{BADA1D1A-7510-4154-80F7-841780957A1E}"/>
              </a:ext>
            </a:extLst>
          </p:cNvPr>
          <p:cNvSpPr/>
          <p:nvPr userDrawn="1"/>
        </p:nvSpPr>
        <p:spPr>
          <a:xfrm>
            <a:off x="10915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pattern">
            <a:extLst>
              <a:ext uri="{FF2B5EF4-FFF2-40B4-BE49-F238E27FC236}">
                <a16:creationId xmlns:a16="http://schemas.microsoft.com/office/drawing/2014/main" id="{3E5A73AC-72ED-6BE0-9098-ACC2F87F58DA}"/>
              </a:ext>
            </a:extLst>
          </p:cNvPr>
          <p:cNvSpPr/>
          <p:nvPr userDrawn="1"/>
        </p:nvSpPr>
        <p:spPr>
          <a:xfrm>
            <a:off x="11106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pattern">
            <a:extLst>
              <a:ext uri="{FF2B5EF4-FFF2-40B4-BE49-F238E27FC236}">
                <a16:creationId xmlns:a16="http://schemas.microsoft.com/office/drawing/2014/main" id="{CEBFB00A-050C-A4EC-C030-FC8037FC4AA7}"/>
              </a:ext>
            </a:extLst>
          </p:cNvPr>
          <p:cNvSpPr/>
          <p:nvPr userDrawn="1"/>
        </p:nvSpPr>
        <p:spPr>
          <a:xfrm>
            <a:off x="11296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pattern">
            <a:extLst>
              <a:ext uri="{FF2B5EF4-FFF2-40B4-BE49-F238E27FC236}">
                <a16:creationId xmlns:a16="http://schemas.microsoft.com/office/drawing/2014/main" id="{1E4DECB5-7F1F-B971-A5CF-68B6905194AD}"/>
              </a:ext>
            </a:extLst>
          </p:cNvPr>
          <p:cNvSpPr/>
          <p:nvPr userDrawn="1"/>
        </p:nvSpPr>
        <p:spPr>
          <a:xfrm>
            <a:off x="11487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pattern">
            <a:extLst>
              <a:ext uri="{FF2B5EF4-FFF2-40B4-BE49-F238E27FC236}">
                <a16:creationId xmlns:a16="http://schemas.microsoft.com/office/drawing/2014/main" id="{D2C21920-C05B-AD16-A754-99C4F8F927CB}"/>
              </a:ext>
            </a:extLst>
          </p:cNvPr>
          <p:cNvSpPr/>
          <p:nvPr userDrawn="1"/>
        </p:nvSpPr>
        <p:spPr>
          <a:xfrm>
            <a:off x="11677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pattern">
            <a:extLst>
              <a:ext uri="{FF2B5EF4-FFF2-40B4-BE49-F238E27FC236}">
                <a16:creationId xmlns:a16="http://schemas.microsoft.com/office/drawing/2014/main" id="{7AB8172E-F102-5B10-32C5-7EA432B07EBC}"/>
              </a:ext>
            </a:extLst>
          </p:cNvPr>
          <p:cNvSpPr/>
          <p:nvPr userDrawn="1"/>
        </p:nvSpPr>
        <p:spPr>
          <a:xfrm>
            <a:off x="11868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pattern">
            <a:extLst>
              <a:ext uri="{FF2B5EF4-FFF2-40B4-BE49-F238E27FC236}">
                <a16:creationId xmlns:a16="http://schemas.microsoft.com/office/drawing/2014/main" id="{D439446F-728A-9116-8487-8FD84C93910B}"/>
              </a:ext>
            </a:extLst>
          </p:cNvPr>
          <p:cNvSpPr/>
          <p:nvPr userDrawn="1"/>
        </p:nvSpPr>
        <p:spPr>
          <a:xfrm>
            <a:off x="12058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pattern">
            <a:extLst>
              <a:ext uri="{FF2B5EF4-FFF2-40B4-BE49-F238E27FC236}">
                <a16:creationId xmlns:a16="http://schemas.microsoft.com/office/drawing/2014/main" id="{658D4551-C295-D8BF-15C6-10D80180B869}"/>
              </a:ext>
            </a:extLst>
          </p:cNvPr>
          <p:cNvSpPr/>
          <p:nvPr userDrawn="1"/>
        </p:nvSpPr>
        <p:spPr>
          <a:xfrm>
            <a:off x="12249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E29B1F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19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E9086D46-E281-FEAE-972C-906A912F91A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311DAAD2-1930-F2BF-E89C-DDDA7C116A4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2841252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918BD65E-F6F9-28D2-A928-FF9829C88D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9691" y="241902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439AF868-7E81-9C58-5B63-777758AF4B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170227A2-5F95-EA0D-1AB9-C0F9BE7FD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9691" y="335016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B28E0AD8-BBD6-5233-5350-B08406E220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4C683631-CCB4-5C72-2537-8E787011FD6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9691" y="428131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2D2A6714-60EF-CEF1-AC8F-70860592B7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44A33660-BA1D-E461-838E-10E25DE3F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9691" y="521245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16950B1F-6752-F5FC-1F7E-AC403D0644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488717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vidence_appendix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13541432-02A3-C304-265D-4208F9758E5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D8235805-E8E8-F15A-E33E-01B196DCC75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94554B87-EAE5-F483-7FE9-4364DE12CC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953044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0FCFD83D-F687-F6DE-5ED1-34B30C4C4CB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8E3879FA-E5E4-FF2A-A710-3A4E65F2842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FA52E9F7-13B0-07F2-01C7-2146E4011E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13B56F5E-9CC9-B834-71CA-34B0DB1D9D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32541611-1337-817A-66AA-5657191EFF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707053E0-F3FC-A758-06EA-2268B11436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1A6E0C27-7829-B736-783D-0E05BBCB4A7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C01F858A-FAA3-11FC-5B31-344BB24831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0D8A60F8-784D-46F0-225A-94149FC3F75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000F5716-E645-0C01-A0B7-4018844D8DC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192191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hero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E265FA1F-BBF8-6DAB-D129-989ED8A21B1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8F3A082B-1EEC-C913-1D3F-429EACECE34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44975" y="2824734"/>
            <a:ext cx="3499226" cy="251409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DEC47F94-FC46-40B0-1395-4C3818F874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2286000"/>
            <a:ext cx="5832044" cy="230886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0B964729-D152-AFC7-70BB-8896C5E452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4128" y="4594860"/>
            <a:ext cx="5832044" cy="128270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C2448067-C2F6-F521-5537-CAFC92BC951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2349518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A9BF52EC-9074-2B12-9BF8-0BFD3C4C6B4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B14A636D-1EA0-AE66-ABE4-5E0844D000C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6FECCD30-9B91-BA85-42DD-6A361597D6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2472230"/>
            <a:ext cx="4511111" cy="156147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FF627D22-6CCC-F659-DFC1-8177CDA1E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4033703"/>
            <a:ext cx="4511111" cy="86748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22A15608-A676-2917-7B49-A980C939DB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8015" y="2472230"/>
            <a:ext cx="4311725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5F18D443-44C0-D55F-90D2-F7AA1EACC0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58015" y="3064836"/>
            <a:ext cx="4311725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DA8E0816-C146-4AB0-7CA0-0E2845EE38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8014" y="3979355"/>
            <a:ext cx="1881706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E06839B7-E3CE-CD17-D4EC-89738626BC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58014" y="4571961"/>
            <a:ext cx="1881706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6BC29F2E-711A-0B2B-020D-5BC67846BD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8032" y="3979355"/>
            <a:ext cx="1881706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1219EFEF-289A-7A61-53E6-54C69C3F2B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8032" y="4571961"/>
            <a:ext cx="1881706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5FA0E090-8674-0A5A-7984-2C0C3739DF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0937737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79169614-5151-D940-C41A-040FF0BAEB6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DD12E4ED-1560-54EB-FD71-8940B5D79BA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9608F334-3666-4566-B89C-632CE1567A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472229"/>
            <a:ext cx="4411418" cy="118165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80D578A3-8DAA-42C7-B287-313280DEFA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3653886"/>
            <a:ext cx="4411418" cy="6564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196B2363-675A-2F92-DC48-F6D2A384B1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472229"/>
            <a:ext cx="4411418" cy="118165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4A068988-0653-FCE7-2A15-A9EFC9D4C9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1" y="3653886"/>
            <a:ext cx="4411418" cy="6564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8FD16521-79CD-8BC8-FF60-FCB1E2CC9C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7951993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A4EBC768-B3AF-CDAA-EA83-007AAFB9D6C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68F439B6-2F89-C788-0197-6AC2B30B67B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0DE89DCE-5377-7C91-8B95-CABAEF5766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8744" y="2419022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FC878AD4-41F5-FEAB-5593-CFBD6C9292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0857" y="2419022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ABD02252-7CA4-09AC-321C-24AC053041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8744" y="3152631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B61AAE56-D318-BCD3-B235-EDD26C0E2B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10857" y="3152631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45AA4B8D-03A6-BD1C-6287-42E061A01E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8744" y="3886241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781B05AF-D135-F2D1-67BD-0FCBA39AA4B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0857" y="3886241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1C6C9A64-E7B3-7E89-C1A4-66D66CDF63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8744" y="4619850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CF7347BD-ADD0-4143-3408-6655C4EDCA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10857" y="4619850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B238A489-11B7-DE96-FCC6-8A55A8BFD7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1167537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296AE22D-7810-CF23-1E17-63C805979BD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CECE151D-5C22-D11B-F173-7164B2F122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_title">
            <a:extLst>
              <a:ext uri="{FF2B5EF4-FFF2-40B4-BE49-F238E27FC236}">
                <a16:creationId xmlns:a16="http://schemas.microsoft.com/office/drawing/2014/main" id="{511E532D-035D-6D29-CFC6-E743172ACA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6597" y="2472230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0" name="item_1">
            <a:extLst>
              <a:ext uri="{FF2B5EF4-FFF2-40B4-BE49-F238E27FC236}">
                <a16:creationId xmlns:a16="http://schemas.microsoft.com/office/drawing/2014/main" id="{17AE9189-4931-879D-CEE3-854615BE14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46597" y="2859554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1" name="marker_2">
            <a:extLst>
              <a:ext uri="{FF2B5EF4-FFF2-40B4-BE49-F238E27FC236}">
                <a16:creationId xmlns:a16="http://schemas.microsoft.com/office/drawing/2014/main" id="{A3E90A54-D4FB-A8C1-B726-8F8A3A7435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437442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7281C2A5-FDF0-28C8-2050-710D099DE0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6597" y="4374427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1EEFE76E-28EC-6E41-3078-5C42E6F1FD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6597" y="4761750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E3E4CAF3-B915-2A73-250C-B28F590A43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6022842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6C7DA0A1-2D0E-3D34-1024-F58BC123D1EB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125DB516-EF37-40CC-A4C1-6545DC62439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2E2F3054-FB42-D392-0ED6-800A980C25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7D9EBF46-028D-9604-6AEA-5F34EE8E15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6753EA65-3116-2E39-1F15-A67EB38BE1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0AF31710-7E29-B5C8-69F0-84152174CA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6B73DA1A-75FB-2A90-5FE8-10E9F4AF25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5B472AE6-899C-AA16-7E7E-59499AFC7E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6852F94C-341E-0D42-E412-E6FCEEA828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F97A77FB-A59D-8936-0813-EF0756C2674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5224323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41182DED-29EB-C0F4-12BF-AC40D90CFE0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CB1E1E0F-DD5E-4BBA-C1A1-D0EB3AADE44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811082"/>
            <a:ext cx="1931553" cy="84713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C19F3D23-8DE8-1908-21DA-831B519CA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E112C3E9-B016-9962-E4E1-D1CDFF9B6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78457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67CC6B3A-26D6-69BC-809E-0B966F0075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8457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E4EBD0CF-E601-9849-3865-92220C48A9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2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08AD20FD-610E-32DF-C968-F0EA0D030E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8322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5C102BFC-6409-00EF-C326-5575A95087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38186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C71C19EC-C611-97EF-109A-451F7D296EC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8186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CFD9646D-8FC8-E6B9-781D-E5164E9D67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9606717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7CB533C6-3A63-CBEA-8826-0315D5492A8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E9D2F4AE-C78C-22A1-29D9-83B9C1D4580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705512" cy="199584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6338DBBA-04F7-71A7-64EF-B69351209A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4532455"/>
            <a:ext cx="4705512" cy="1158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A9AB5823-E8CB-7DA0-3D87-98CD039714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2472230"/>
            <a:ext cx="4705512" cy="25108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800BA744-1CCB-1214-110B-714ED4A00F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5047511"/>
            <a:ext cx="4705512" cy="6438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2" name="item_1_title">
            <a:extLst>
              <a:ext uri="{FF2B5EF4-FFF2-40B4-BE49-F238E27FC236}">
                <a16:creationId xmlns:a16="http://schemas.microsoft.com/office/drawing/2014/main" id="{4D9324B0-E9D5-45A0-F09D-FCDC1A5E7F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7369" y="2286001"/>
            <a:ext cx="4276832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3" name="item_1">
            <a:extLst>
              <a:ext uri="{FF2B5EF4-FFF2-40B4-BE49-F238E27FC236}">
                <a16:creationId xmlns:a16="http://schemas.microsoft.com/office/drawing/2014/main" id="{228592A5-6ADA-3A86-E5C7-256C389D32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7369" y="3342342"/>
            <a:ext cx="4276832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122E0766-E171-825B-52AD-712CF420CCD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9731975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46F0362F-08B1-2401-21A1-7250BD38E0C4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37286A96-00C4-7962-D686-41A62918C95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2758175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B4C161A1-CB6A-1B5F-D907-33E3970C06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147DD36F-2894-ECDA-A215-BFC69F3AE4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5078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02FD8608-9974-F2A7-BC80-DAF16EDB8A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5078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5374D704-58CB-1D32-1790-F775BBE29D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11565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141A04D3-B153-F5A4-4D8E-1F6A69AB38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11565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1BAF2497-8A3E-AAD1-6DB6-967A36EEE68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6254874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4E04F2A4-423D-AFF1-F28F-428D6B05E80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D57948C3-5873-2726-8589-DE4A0454649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_title">
            <a:extLst>
              <a:ext uri="{FF2B5EF4-FFF2-40B4-BE49-F238E27FC236}">
                <a16:creationId xmlns:a16="http://schemas.microsoft.com/office/drawing/2014/main" id="{CFEBF4F1-2F3F-F550-707B-956A4EA3B6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6597" y="2472230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0" name="item_1">
            <a:extLst>
              <a:ext uri="{FF2B5EF4-FFF2-40B4-BE49-F238E27FC236}">
                <a16:creationId xmlns:a16="http://schemas.microsoft.com/office/drawing/2014/main" id="{E43E9EB7-FC8E-9C09-E3E1-A553B109C8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46597" y="2859554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1" name="marker_2">
            <a:extLst>
              <a:ext uri="{FF2B5EF4-FFF2-40B4-BE49-F238E27FC236}">
                <a16:creationId xmlns:a16="http://schemas.microsoft.com/office/drawing/2014/main" id="{8345E8CF-64AF-334F-B528-7C572929BB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437442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89975014-AE96-7690-074F-A5441CC305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6597" y="4374427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DE0F97F7-2A87-C223-CF05-D44DC0452C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6597" y="4761750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B2BC7EA8-D677-945C-7949-8C09376CFCA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1163728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8983BF54-DA30-832C-326E-47E0EF844A0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302C4F8F-F000-5E18-7F34-4129CCE0164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705512" cy="199584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4AD3F80C-F7BA-44F5-B4E5-1E35D06325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4532455"/>
            <a:ext cx="4705512" cy="1158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22D32482-4CC6-4280-66D5-A7C0259E91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2472230"/>
            <a:ext cx="4705512" cy="25108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87F64B6A-3A90-147D-77E4-5C94DEC322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5047511"/>
            <a:ext cx="4705512" cy="6438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2" name="item_1_title">
            <a:extLst>
              <a:ext uri="{FF2B5EF4-FFF2-40B4-BE49-F238E27FC236}">
                <a16:creationId xmlns:a16="http://schemas.microsoft.com/office/drawing/2014/main" id="{FCC8AF53-369D-5D18-624C-A817F8600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7369" y="2286001"/>
            <a:ext cx="4276832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3" name="item_1">
            <a:extLst>
              <a:ext uri="{FF2B5EF4-FFF2-40B4-BE49-F238E27FC236}">
                <a16:creationId xmlns:a16="http://schemas.microsoft.com/office/drawing/2014/main" id="{B0409FB3-8EF9-F39E-5730-446D6F2CFC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7369" y="3342342"/>
            <a:ext cx="4276832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14544576-AB7C-49EC-69B3-33BD85404B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3835331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BE0975A2-3A00-5761-56C8-41A2545418E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6BC383C3-A9EC-8D4F-C385-3C7299505D5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0D725732-58A3-DBD2-9EF5-D85E6A6329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6749" y="2419022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marker_2">
            <a:extLst>
              <a:ext uri="{FF2B5EF4-FFF2-40B4-BE49-F238E27FC236}">
                <a16:creationId xmlns:a16="http://schemas.microsoft.com/office/drawing/2014/main" id="{7F296458-FECE-5400-AB49-40CAA3B0D6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BC4ABE91-3B19-C8C8-9717-609398E39A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6749" y="3350167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marker_3">
            <a:extLst>
              <a:ext uri="{FF2B5EF4-FFF2-40B4-BE49-F238E27FC236}">
                <a16:creationId xmlns:a16="http://schemas.microsoft.com/office/drawing/2014/main" id="{E703E2F5-A7A5-B632-852A-74538DCD8C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marker_3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A2C81848-6609-1690-FA61-B44BE8B358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6749" y="4281312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marker_4">
            <a:extLst>
              <a:ext uri="{FF2B5EF4-FFF2-40B4-BE49-F238E27FC236}">
                <a16:creationId xmlns:a16="http://schemas.microsoft.com/office/drawing/2014/main" id="{D5A6B445-579C-F5C3-0A54-7401E04E5F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marker_4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9A83E54D-FD3D-06E2-E867-7B0F78B336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96749" y="5212457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603DF37E-B79B-D9AD-D6BB-53B79894F4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4758607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76EF87D7-5DF9-1B13-A562-21CCD9B64B3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ecisions_title">
            <a:extLst>
              <a:ext uri="{FF2B5EF4-FFF2-40B4-BE49-F238E27FC236}">
                <a16:creationId xmlns:a16="http://schemas.microsoft.com/office/drawing/2014/main" id="{3084207F-5443-0997-558D-7F80ECD5732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4842659"/>
            <a:ext cx="2352756" cy="84867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decisions_title</a:t>
            </a:r>
          </a:p>
        </p:txBody>
      </p:sp>
      <p:sp>
        <p:nvSpPr>
          <p:cNvPr id="9" name="decisions">
            <a:extLst>
              <a:ext uri="{FF2B5EF4-FFF2-40B4-BE49-F238E27FC236}">
                <a16:creationId xmlns:a16="http://schemas.microsoft.com/office/drawing/2014/main" id="{3F466B0C-0741-9E6D-C7B0-AC99068339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48549" y="4842659"/>
            <a:ext cx="6921191" cy="84867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decisions</a:t>
            </a:r>
          </a:p>
        </p:txBody>
      </p:sp>
      <p:sp>
        <p:nvSpPr>
          <p:cNvPr id="10" name="item_1_title">
            <a:extLst>
              <a:ext uri="{FF2B5EF4-FFF2-40B4-BE49-F238E27FC236}">
                <a16:creationId xmlns:a16="http://schemas.microsoft.com/office/drawing/2014/main" id="{A7A7C1E3-C102-49A4-72D2-432A519985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1" name="item_1">
            <a:extLst>
              <a:ext uri="{FF2B5EF4-FFF2-40B4-BE49-F238E27FC236}">
                <a16:creationId xmlns:a16="http://schemas.microsoft.com/office/drawing/2014/main" id="{B8276ECE-0A85-A5B1-1454-255B10C4FA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2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0D166D31-281C-9AFB-937D-1AAE112373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05078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F9DA3712-93A2-1463-0187-6602021F7B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5078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item_3_title">
            <a:extLst>
              <a:ext uri="{FF2B5EF4-FFF2-40B4-BE49-F238E27FC236}">
                <a16:creationId xmlns:a16="http://schemas.microsoft.com/office/drawing/2014/main" id="{EAD2AF9F-97B1-F3C6-9448-28A7898DEE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11565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5" name="item_3">
            <a:extLst>
              <a:ext uri="{FF2B5EF4-FFF2-40B4-BE49-F238E27FC236}">
                <a16:creationId xmlns:a16="http://schemas.microsoft.com/office/drawing/2014/main" id="{AFEFCE42-0D45-1902-348B-FC77D6C1AAC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11565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D19356CD-9908-980F-7B75-5A390E3E81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045322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reative_background_master">
            <a:extLst>
              <a:ext uri="{FF2B5EF4-FFF2-40B4-BE49-F238E27FC236}">
                <a16:creationId xmlns:a16="http://schemas.microsoft.com/office/drawing/2014/main" id="{4C0AC486-F7F7-5592-703C-ADFE6AC8B164}"/>
              </a:ext>
            </a:extLst>
          </p:cNvPr>
          <p:cNvPicPr>
            <a:picLocks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922C19E-7BE7-43A0-B17C-FD6B34B7514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DF0A140-DE23-4C37-9945-2DD700FC6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56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Segoe UI" panose="020B05020402040202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1555A2"/>
      </a:dk1>
      <a:lt1>
        <a:srgbClr val="F4F5F6"/>
      </a:lt1>
      <a:dk2>
        <a:srgbClr val="455161"/>
      </a:dk2>
      <a:lt2>
        <a:srgbClr val="E7E8E8"/>
      </a:lt2>
      <a:accent1>
        <a:srgbClr val="976716"/>
      </a:accent1>
      <a:accent2>
        <a:srgbClr val="1555A2"/>
      </a:accent2>
      <a:accent3>
        <a:srgbClr val="455161"/>
      </a:accent3>
      <a:accent4>
        <a:srgbClr val="1555A2"/>
      </a:accent4>
      <a:accent5>
        <a:srgbClr val="976716"/>
      </a:accent5>
      <a:accent6>
        <a:srgbClr val="455161"/>
      </a:accent6>
      <a:hlink>
        <a:srgbClr val="1555A2"/>
      </a:hlink>
      <a:folHlink>
        <a:srgbClr val="455161"/>
      </a:folHlink>
    </a:clrScheme>
    <a:fontScheme name="Integral">
      <a:majorFont>
        <a:latin typeface="Bahnschrift" panose="020B06060201040202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UI" panose="020B06020201040206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Bahnschrift</vt:lpstr>
      <vt:lpstr>Segoe UI</vt:lpstr>
      <vt:lpstr>Wingdings 3</vt:lpstr>
      <vt:lpstr>Integral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Asma Sami</dc:creator>
  <cp:lastModifiedBy>Asma Sami</cp:lastModifiedBy>
  <cp:revision>1</cp:revision>
  <dcterms:created xsi:type="dcterms:W3CDTF">2026-10-03T19:30:09Z</dcterms:created>
  <dcterms:modified xsi:type="dcterms:W3CDTF">2026-10-03T19:30:34Z</dcterms:modified>
</cp:coreProperties>
</file>