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9CCEB1B4-2324-497C-F3EF-3C43BBA101A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2194560" y="4960137"/>
            <a:ext cx="60325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>
            <a:lvl1pPr algn="l">
              <a:defRPr/>
            </a:lvl1pPr>
          </a:lstStyle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467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4647722-9D43-0ECF-EE7C-CC48D95D54C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8908365D-F7B8-F5C2-B2CB-0C84A358A58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04171" y="2419022"/>
            <a:ext cx="2499126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05A75C1C-C133-92FD-B928-0214070E4B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90986" y="2419022"/>
            <a:ext cx="574360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8FB53D15-453B-9DE0-1208-2FA03EE780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04171" y="3350167"/>
            <a:ext cx="249912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D09573AF-5FB7-F9D2-C49C-A773F429DE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90986" y="3350167"/>
            <a:ext cx="574360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F5003E55-40E9-CA77-8CD3-69CC3BF2F82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04171" y="4281312"/>
            <a:ext cx="249912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DDF0079B-98FB-AAC9-E352-1E8B375CDA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90986" y="4281312"/>
            <a:ext cx="574360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79C221AB-02B8-8EBF-AF60-32D9AA8DC42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304171" y="5212457"/>
            <a:ext cx="249912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2330AB04-B32A-E287-3D51-85884FCD4F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90986" y="5212457"/>
            <a:ext cx="574360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0B649E16-0A6B-8C87-7680-2E3F68C9D87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57780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A6E5DF8-CBBF-5761-A137-F8662A30B8C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E401829-ABD9-AFE1-0192-81E757F57E4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5159248"/>
            <a:ext cx="8549642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AE8CB48D-27DB-8B7D-3AF6-1017836F48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5" y="2472229"/>
            <a:ext cx="3880222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B6619627-E504-02A2-40A9-0587F9C32D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48015" y="3987526"/>
            <a:ext cx="3880222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21105B70-53E3-015A-C0A8-771DCA6E343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0525" y="2472229"/>
            <a:ext cx="3880222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E4BE7DB4-8458-C5FF-6446-9745E6A6009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10525" y="3987526"/>
            <a:ext cx="3880222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6F56E8F0-E2D1-5F16-AF94-1D91C12B59E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027911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5F0D494-67CC-8188-3346-0472F784969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CC3BAD97-311E-2E9A-C1B9-6BA9337D79C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5159248"/>
            <a:ext cx="8549642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8CF376DF-EA5D-1736-E4D2-02592469A2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6" y="2472229"/>
            <a:ext cx="1698967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30133F40-F75E-5F54-A8D7-070EB5B3082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48016" y="3987526"/>
            <a:ext cx="1698967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CE846D78-B4B1-9D59-453F-7828CC1EB4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29271" y="2472229"/>
            <a:ext cx="1698967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D23D1DB6-F981-4E3A-2A7B-B2924143E28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29271" y="3987526"/>
            <a:ext cx="1698967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C9B12F3D-D71B-C33E-1F5B-6792440DF1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10526" y="2472229"/>
            <a:ext cx="1698967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930484CB-4952-4F74-97F6-BA5E604403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10526" y="3987526"/>
            <a:ext cx="1698967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EBFB26EF-3866-DC6B-F1E6-79B791E5F1C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91780" y="2472229"/>
            <a:ext cx="1698967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BE29E475-D05F-2E6C-2022-AB233F991B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91780" y="3987526"/>
            <a:ext cx="1698967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DCC3E1EE-2ED0-D158-4C0E-5D6940C8774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943510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8F91874-1EE8-AE0F-9730-7EFE2D3DBF0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B1062F2-91D4-C5FC-567B-878962B848B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2286000"/>
            <a:ext cx="4787799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BA15F270-0FF4-59CF-D938-48B2634B79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77800" y="2472230"/>
            <a:ext cx="3112946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D0C72D01-6D59-CC03-C521-71216C61ED0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77800" y="5159249"/>
            <a:ext cx="311294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3A97CCAD-9025-4140-6FE2-1306023952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0695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C987C7C-DC17-26D7-0D0E-2F22DC3765E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97F1100D-6B18-7785-92C4-97FA62CA76E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2426052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4258EA6F-FFAA-8DEA-B1C6-0BA3C245C5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5" y="3419025"/>
            <a:ext cx="2426052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9995D3D1-B88D-F9EF-1ED3-F425916AE4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6355" y="2472230"/>
            <a:ext cx="2426052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57A59C9A-CA45-033D-91CF-0A7CDA5BC03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56355" y="3419025"/>
            <a:ext cx="2426052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59C4438D-E949-516D-9AEF-5492DE9DC7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64694" y="2472230"/>
            <a:ext cx="2426052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C0426524-E52B-9B68-ED94-8533ACA7B81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64694" y="3419025"/>
            <a:ext cx="2426052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3DD54B3B-437E-4E67-3D99-6E99E70B1AC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9924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FE953E2-B28F-6E01-677F-7D035A04E7F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A12324F2-1FB6-101B-7372-B130D78F643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3880222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C23E9021-42E5-C1E2-7657-9B8807BC5A6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5" y="3419025"/>
            <a:ext cx="3880222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CCFB2E86-6F18-F3C2-6286-219FEA7A898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10525" y="2472230"/>
            <a:ext cx="3880222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B5C05CD-C30F-9C17-A40F-06E3A5D4C3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0525" y="3419025"/>
            <a:ext cx="3880222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2F80D207-83B6-D234-1B45-7248E6D899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62557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944CC0A-BE2D-0125-D883-D9F468A2260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3F5A4ADC-8692-DBD3-A336-DD45254BF883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2194560" y="2286000"/>
            <a:ext cx="5984749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ECEF18E4-5639-8D72-C5A7-F90351D8AA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21296" y="2429663"/>
            <a:ext cx="2222907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EA04BC84-9AA8-23F2-6310-E152729DD5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31113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4C1BD5F-7D13-DA17-E757-15D91344EFB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34122AE7-8360-2C22-9FB8-021AF412A1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3880222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FD5EFEB-AD3C-B4CA-C4A3-B3B30895B0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5" y="2859554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90667074-45DB-404B-2560-4652204E58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10525" y="2472230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CD51FA82-2A4D-6094-043B-E6C0D1DB0ED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0525" y="2859554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14CFEE38-A269-538D-6067-A0C98D56C73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8015" y="4374427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DA4BA553-8EF4-A444-1314-6BC3ABDE312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348015" y="4761750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2584A2F2-2411-1E97-989D-7377CA3F104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10525" y="4374427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660D87C9-409D-41FC-6F95-03515B718B7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710525" y="4761750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890280A6-3689-0F02-2AAB-8809715EF29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771250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2510C8D-4F0C-2059-89B8-219693B30A4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9C415C20-8762-F067-EFFA-CC7EED957BA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2286000"/>
            <a:ext cx="8549642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BFBAFA98-32EB-24C9-C86E-5B20559AC8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7811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E85642D-CD3C-EE03-14FA-4905F6C7CF2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4FA0B4A8-4496-00DA-018D-7280C9310DC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2286000"/>
            <a:ext cx="8549642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161295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04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E29B1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CB25494D-7E85-A098-91F5-2C425C12ACD9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E29B1F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A6C583CE-1DC6-1297-4A63-7A1F95CA7BD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E29B1F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pattern">
            <a:extLst>
              <a:ext uri="{FF2B5EF4-FFF2-40B4-BE49-F238E27FC236}">
                <a16:creationId xmlns:a16="http://schemas.microsoft.com/office/drawing/2014/main" id="{F0956D96-653D-3AF6-A1C6-8D0DCA1F946C}"/>
              </a:ext>
            </a:extLst>
          </p:cNvPr>
          <p:cNvSpPr/>
          <p:nvPr userDrawn="1"/>
        </p:nvSpPr>
        <p:spPr>
          <a:xfrm>
            <a:off x="15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ttern">
            <a:extLst>
              <a:ext uri="{FF2B5EF4-FFF2-40B4-BE49-F238E27FC236}">
                <a16:creationId xmlns:a16="http://schemas.microsoft.com/office/drawing/2014/main" id="{7B9C6638-1182-B49C-CF0B-3E25F9392430}"/>
              </a:ext>
            </a:extLst>
          </p:cNvPr>
          <p:cNvSpPr/>
          <p:nvPr userDrawn="1"/>
        </p:nvSpPr>
        <p:spPr>
          <a:xfrm>
            <a:off x="34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ttern">
            <a:extLst>
              <a:ext uri="{FF2B5EF4-FFF2-40B4-BE49-F238E27FC236}">
                <a16:creationId xmlns:a16="http://schemas.microsoft.com/office/drawing/2014/main" id="{1FF70040-3FC0-BA35-4DB4-1566DE3C8EFB}"/>
              </a:ext>
            </a:extLst>
          </p:cNvPr>
          <p:cNvSpPr/>
          <p:nvPr userDrawn="1"/>
        </p:nvSpPr>
        <p:spPr>
          <a:xfrm>
            <a:off x="53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ttern">
            <a:extLst>
              <a:ext uri="{FF2B5EF4-FFF2-40B4-BE49-F238E27FC236}">
                <a16:creationId xmlns:a16="http://schemas.microsoft.com/office/drawing/2014/main" id="{6D2B104E-8B53-EEF3-DE7D-62E2B46FDF01}"/>
              </a:ext>
            </a:extLst>
          </p:cNvPr>
          <p:cNvSpPr/>
          <p:nvPr userDrawn="1"/>
        </p:nvSpPr>
        <p:spPr>
          <a:xfrm>
            <a:off x="72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ttern">
            <a:extLst>
              <a:ext uri="{FF2B5EF4-FFF2-40B4-BE49-F238E27FC236}">
                <a16:creationId xmlns:a16="http://schemas.microsoft.com/office/drawing/2014/main" id="{B90E3832-CC24-7172-E04D-BA821E0C32BF}"/>
              </a:ext>
            </a:extLst>
          </p:cNvPr>
          <p:cNvSpPr/>
          <p:nvPr userDrawn="1"/>
        </p:nvSpPr>
        <p:spPr>
          <a:xfrm>
            <a:off x="91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ttern">
            <a:extLst>
              <a:ext uri="{FF2B5EF4-FFF2-40B4-BE49-F238E27FC236}">
                <a16:creationId xmlns:a16="http://schemas.microsoft.com/office/drawing/2014/main" id="{AC3CC080-CCCC-F1A4-EEBE-0247EE58985A}"/>
              </a:ext>
            </a:extLst>
          </p:cNvPr>
          <p:cNvSpPr/>
          <p:nvPr userDrawn="1"/>
        </p:nvSpPr>
        <p:spPr>
          <a:xfrm>
            <a:off x="110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ttern">
            <a:extLst>
              <a:ext uri="{FF2B5EF4-FFF2-40B4-BE49-F238E27FC236}">
                <a16:creationId xmlns:a16="http://schemas.microsoft.com/office/drawing/2014/main" id="{317A3644-7B94-C3B4-AFE2-EFB1AF047AB2}"/>
              </a:ext>
            </a:extLst>
          </p:cNvPr>
          <p:cNvSpPr/>
          <p:nvPr userDrawn="1"/>
        </p:nvSpPr>
        <p:spPr>
          <a:xfrm>
            <a:off x="129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ttern">
            <a:extLst>
              <a:ext uri="{FF2B5EF4-FFF2-40B4-BE49-F238E27FC236}">
                <a16:creationId xmlns:a16="http://schemas.microsoft.com/office/drawing/2014/main" id="{B6882B37-22C2-679C-8DA8-2BBA6D535B3E}"/>
              </a:ext>
            </a:extLst>
          </p:cNvPr>
          <p:cNvSpPr/>
          <p:nvPr userDrawn="1"/>
        </p:nvSpPr>
        <p:spPr>
          <a:xfrm>
            <a:off x="148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ttern">
            <a:extLst>
              <a:ext uri="{FF2B5EF4-FFF2-40B4-BE49-F238E27FC236}">
                <a16:creationId xmlns:a16="http://schemas.microsoft.com/office/drawing/2014/main" id="{E05706B2-2EAB-A1EB-BB07-BEE2E96F302A}"/>
              </a:ext>
            </a:extLst>
          </p:cNvPr>
          <p:cNvSpPr/>
          <p:nvPr userDrawn="1"/>
        </p:nvSpPr>
        <p:spPr>
          <a:xfrm>
            <a:off x="167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ttern">
            <a:extLst>
              <a:ext uri="{FF2B5EF4-FFF2-40B4-BE49-F238E27FC236}">
                <a16:creationId xmlns:a16="http://schemas.microsoft.com/office/drawing/2014/main" id="{75B9C5FA-BB7F-36C2-E627-54A04BF89B3A}"/>
              </a:ext>
            </a:extLst>
          </p:cNvPr>
          <p:cNvSpPr/>
          <p:nvPr userDrawn="1"/>
        </p:nvSpPr>
        <p:spPr>
          <a:xfrm>
            <a:off x="186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ttern">
            <a:extLst>
              <a:ext uri="{FF2B5EF4-FFF2-40B4-BE49-F238E27FC236}">
                <a16:creationId xmlns:a16="http://schemas.microsoft.com/office/drawing/2014/main" id="{69C1135C-524D-0718-5408-D1672F64377E}"/>
              </a:ext>
            </a:extLst>
          </p:cNvPr>
          <p:cNvSpPr/>
          <p:nvPr userDrawn="1"/>
        </p:nvSpPr>
        <p:spPr>
          <a:xfrm>
            <a:off x="205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ttern">
            <a:extLst>
              <a:ext uri="{FF2B5EF4-FFF2-40B4-BE49-F238E27FC236}">
                <a16:creationId xmlns:a16="http://schemas.microsoft.com/office/drawing/2014/main" id="{8659F860-365F-6143-15FF-D1E8ECD85D75}"/>
              </a:ext>
            </a:extLst>
          </p:cNvPr>
          <p:cNvSpPr/>
          <p:nvPr userDrawn="1"/>
        </p:nvSpPr>
        <p:spPr>
          <a:xfrm>
            <a:off x="224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ttern">
            <a:extLst>
              <a:ext uri="{FF2B5EF4-FFF2-40B4-BE49-F238E27FC236}">
                <a16:creationId xmlns:a16="http://schemas.microsoft.com/office/drawing/2014/main" id="{0A341DBE-2F1C-28D0-00F0-218559AFEFBE}"/>
              </a:ext>
            </a:extLst>
          </p:cNvPr>
          <p:cNvSpPr/>
          <p:nvPr userDrawn="1"/>
        </p:nvSpPr>
        <p:spPr>
          <a:xfrm>
            <a:off x="243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ttern">
            <a:extLst>
              <a:ext uri="{FF2B5EF4-FFF2-40B4-BE49-F238E27FC236}">
                <a16:creationId xmlns:a16="http://schemas.microsoft.com/office/drawing/2014/main" id="{597FD2EA-711E-1D2A-7CE0-B8FD8709DB8F}"/>
              </a:ext>
            </a:extLst>
          </p:cNvPr>
          <p:cNvSpPr/>
          <p:nvPr userDrawn="1"/>
        </p:nvSpPr>
        <p:spPr>
          <a:xfrm>
            <a:off x="262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ttern">
            <a:extLst>
              <a:ext uri="{FF2B5EF4-FFF2-40B4-BE49-F238E27FC236}">
                <a16:creationId xmlns:a16="http://schemas.microsoft.com/office/drawing/2014/main" id="{9853987B-DE71-45F2-A7F2-20593CF5F3DA}"/>
              </a:ext>
            </a:extLst>
          </p:cNvPr>
          <p:cNvSpPr/>
          <p:nvPr userDrawn="1"/>
        </p:nvSpPr>
        <p:spPr>
          <a:xfrm>
            <a:off x="281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pattern">
            <a:extLst>
              <a:ext uri="{FF2B5EF4-FFF2-40B4-BE49-F238E27FC236}">
                <a16:creationId xmlns:a16="http://schemas.microsoft.com/office/drawing/2014/main" id="{1F649203-84BA-801C-EC14-120E56BF91BA}"/>
              </a:ext>
            </a:extLst>
          </p:cNvPr>
          <p:cNvSpPr/>
          <p:nvPr userDrawn="1"/>
        </p:nvSpPr>
        <p:spPr>
          <a:xfrm>
            <a:off x="300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attern">
            <a:extLst>
              <a:ext uri="{FF2B5EF4-FFF2-40B4-BE49-F238E27FC236}">
                <a16:creationId xmlns:a16="http://schemas.microsoft.com/office/drawing/2014/main" id="{02379276-15AC-ACF3-E8C7-B5001948B84A}"/>
              </a:ext>
            </a:extLst>
          </p:cNvPr>
          <p:cNvSpPr/>
          <p:nvPr userDrawn="1"/>
        </p:nvSpPr>
        <p:spPr>
          <a:xfrm>
            <a:off x="320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ttern">
            <a:extLst>
              <a:ext uri="{FF2B5EF4-FFF2-40B4-BE49-F238E27FC236}">
                <a16:creationId xmlns:a16="http://schemas.microsoft.com/office/drawing/2014/main" id="{7B15ADE6-391A-BCAB-E07E-4EF126C2EDB2}"/>
              </a:ext>
            </a:extLst>
          </p:cNvPr>
          <p:cNvSpPr/>
          <p:nvPr userDrawn="1"/>
        </p:nvSpPr>
        <p:spPr>
          <a:xfrm>
            <a:off x="339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attern">
            <a:extLst>
              <a:ext uri="{FF2B5EF4-FFF2-40B4-BE49-F238E27FC236}">
                <a16:creationId xmlns:a16="http://schemas.microsoft.com/office/drawing/2014/main" id="{ED2A16DB-D498-7C7B-4AD2-1FE125C68D03}"/>
              </a:ext>
            </a:extLst>
          </p:cNvPr>
          <p:cNvSpPr/>
          <p:nvPr userDrawn="1"/>
        </p:nvSpPr>
        <p:spPr>
          <a:xfrm>
            <a:off x="358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ttern">
            <a:extLst>
              <a:ext uri="{FF2B5EF4-FFF2-40B4-BE49-F238E27FC236}">
                <a16:creationId xmlns:a16="http://schemas.microsoft.com/office/drawing/2014/main" id="{2E9B1E3C-3AAA-BB82-C6D1-ABC308DCA064}"/>
              </a:ext>
            </a:extLst>
          </p:cNvPr>
          <p:cNvSpPr/>
          <p:nvPr userDrawn="1"/>
        </p:nvSpPr>
        <p:spPr>
          <a:xfrm>
            <a:off x="377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attern">
            <a:extLst>
              <a:ext uri="{FF2B5EF4-FFF2-40B4-BE49-F238E27FC236}">
                <a16:creationId xmlns:a16="http://schemas.microsoft.com/office/drawing/2014/main" id="{10DB8C9D-FC64-1A09-2C50-8197157E7703}"/>
              </a:ext>
            </a:extLst>
          </p:cNvPr>
          <p:cNvSpPr/>
          <p:nvPr userDrawn="1"/>
        </p:nvSpPr>
        <p:spPr>
          <a:xfrm>
            <a:off x="396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ttern">
            <a:extLst>
              <a:ext uri="{FF2B5EF4-FFF2-40B4-BE49-F238E27FC236}">
                <a16:creationId xmlns:a16="http://schemas.microsoft.com/office/drawing/2014/main" id="{D2C8BD4B-CB24-288E-3A1A-AE010C8ADDD9}"/>
              </a:ext>
            </a:extLst>
          </p:cNvPr>
          <p:cNvSpPr/>
          <p:nvPr userDrawn="1"/>
        </p:nvSpPr>
        <p:spPr>
          <a:xfrm>
            <a:off x="415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ttern">
            <a:extLst>
              <a:ext uri="{FF2B5EF4-FFF2-40B4-BE49-F238E27FC236}">
                <a16:creationId xmlns:a16="http://schemas.microsoft.com/office/drawing/2014/main" id="{882D84B7-1F84-3803-AD40-544402848034}"/>
              </a:ext>
            </a:extLst>
          </p:cNvPr>
          <p:cNvSpPr/>
          <p:nvPr userDrawn="1"/>
        </p:nvSpPr>
        <p:spPr>
          <a:xfrm>
            <a:off x="434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pattern">
            <a:extLst>
              <a:ext uri="{FF2B5EF4-FFF2-40B4-BE49-F238E27FC236}">
                <a16:creationId xmlns:a16="http://schemas.microsoft.com/office/drawing/2014/main" id="{8DFD0BE6-70F7-CE9F-45CC-AD7DA0B23673}"/>
              </a:ext>
            </a:extLst>
          </p:cNvPr>
          <p:cNvSpPr/>
          <p:nvPr userDrawn="1"/>
        </p:nvSpPr>
        <p:spPr>
          <a:xfrm>
            <a:off x="453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ttern">
            <a:extLst>
              <a:ext uri="{FF2B5EF4-FFF2-40B4-BE49-F238E27FC236}">
                <a16:creationId xmlns:a16="http://schemas.microsoft.com/office/drawing/2014/main" id="{1314A10A-2F24-7184-87DA-AAF7CF300D7F}"/>
              </a:ext>
            </a:extLst>
          </p:cNvPr>
          <p:cNvSpPr/>
          <p:nvPr userDrawn="1"/>
        </p:nvSpPr>
        <p:spPr>
          <a:xfrm>
            <a:off x="472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ttern">
            <a:extLst>
              <a:ext uri="{FF2B5EF4-FFF2-40B4-BE49-F238E27FC236}">
                <a16:creationId xmlns:a16="http://schemas.microsoft.com/office/drawing/2014/main" id="{DB9FDC61-8D44-82A1-4B68-08B13B7A3837}"/>
              </a:ext>
            </a:extLst>
          </p:cNvPr>
          <p:cNvSpPr/>
          <p:nvPr userDrawn="1"/>
        </p:nvSpPr>
        <p:spPr>
          <a:xfrm>
            <a:off x="491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pattern">
            <a:extLst>
              <a:ext uri="{FF2B5EF4-FFF2-40B4-BE49-F238E27FC236}">
                <a16:creationId xmlns:a16="http://schemas.microsoft.com/office/drawing/2014/main" id="{FC8FD30F-5252-4609-2DA5-F44B2A485BD6}"/>
              </a:ext>
            </a:extLst>
          </p:cNvPr>
          <p:cNvSpPr/>
          <p:nvPr userDrawn="1"/>
        </p:nvSpPr>
        <p:spPr>
          <a:xfrm>
            <a:off x="510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pattern">
            <a:extLst>
              <a:ext uri="{FF2B5EF4-FFF2-40B4-BE49-F238E27FC236}">
                <a16:creationId xmlns:a16="http://schemas.microsoft.com/office/drawing/2014/main" id="{B7B056A4-657B-8196-A85D-65E791237A50}"/>
              </a:ext>
            </a:extLst>
          </p:cNvPr>
          <p:cNvSpPr/>
          <p:nvPr userDrawn="1"/>
        </p:nvSpPr>
        <p:spPr>
          <a:xfrm>
            <a:off x="529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attern">
            <a:extLst>
              <a:ext uri="{FF2B5EF4-FFF2-40B4-BE49-F238E27FC236}">
                <a16:creationId xmlns:a16="http://schemas.microsoft.com/office/drawing/2014/main" id="{1CE3B993-C3F7-ABC8-303B-A72A4FA044D1}"/>
              </a:ext>
            </a:extLst>
          </p:cNvPr>
          <p:cNvSpPr/>
          <p:nvPr userDrawn="1"/>
        </p:nvSpPr>
        <p:spPr>
          <a:xfrm>
            <a:off x="548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pattern">
            <a:extLst>
              <a:ext uri="{FF2B5EF4-FFF2-40B4-BE49-F238E27FC236}">
                <a16:creationId xmlns:a16="http://schemas.microsoft.com/office/drawing/2014/main" id="{FECB7E7A-E901-0805-1154-97A7BECDE35A}"/>
              </a:ext>
            </a:extLst>
          </p:cNvPr>
          <p:cNvSpPr/>
          <p:nvPr userDrawn="1"/>
        </p:nvSpPr>
        <p:spPr>
          <a:xfrm>
            <a:off x="567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ttern">
            <a:extLst>
              <a:ext uri="{FF2B5EF4-FFF2-40B4-BE49-F238E27FC236}">
                <a16:creationId xmlns:a16="http://schemas.microsoft.com/office/drawing/2014/main" id="{2C05E732-99CE-B025-252E-9450D7DD652A}"/>
              </a:ext>
            </a:extLst>
          </p:cNvPr>
          <p:cNvSpPr/>
          <p:nvPr userDrawn="1"/>
        </p:nvSpPr>
        <p:spPr>
          <a:xfrm>
            <a:off x="586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ttern">
            <a:extLst>
              <a:ext uri="{FF2B5EF4-FFF2-40B4-BE49-F238E27FC236}">
                <a16:creationId xmlns:a16="http://schemas.microsoft.com/office/drawing/2014/main" id="{EE14381C-7A05-94E7-AFBE-05A858B6FDE5}"/>
              </a:ext>
            </a:extLst>
          </p:cNvPr>
          <p:cNvSpPr/>
          <p:nvPr userDrawn="1"/>
        </p:nvSpPr>
        <p:spPr>
          <a:xfrm>
            <a:off x="605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ttern">
            <a:extLst>
              <a:ext uri="{FF2B5EF4-FFF2-40B4-BE49-F238E27FC236}">
                <a16:creationId xmlns:a16="http://schemas.microsoft.com/office/drawing/2014/main" id="{4120C912-2FDE-C1D0-CBE7-7799FDAA08AB}"/>
              </a:ext>
            </a:extLst>
          </p:cNvPr>
          <p:cNvSpPr/>
          <p:nvPr userDrawn="1"/>
        </p:nvSpPr>
        <p:spPr>
          <a:xfrm>
            <a:off x="624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ttern">
            <a:extLst>
              <a:ext uri="{FF2B5EF4-FFF2-40B4-BE49-F238E27FC236}">
                <a16:creationId xmlns:a16="http://schemas.microsoft.com/office/drawing/2014/main" id="{52254C1C-5706-020B-E95A-3B0917444709}"/>
              </a:ext>
            </a:extLst>
          </p:cNvPr>
          <p:cNvSpPr/>
          <p:nvPr userDrawn="1"/>
        </p:nvSpPr>
        <p:spPr>
          <a:xfrm>
            <a:off x="643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attern">
            <a:extLst>
              <a:ext uri="{FF2B5EF4-FFF2-40B4-BE49-F238E27FC236}">
                <a16:creationId xmlns:a16="http://schemas.microsoft.com/office/drawing/2014/main" id="{2CEA1EB9-0CA5-CAE0-3AF2-39D81FA44C8B}"/>
              </a:ext>
            </a:extLst>
          </p:cNvPr>
          <p:cNvSpPr/>
          <p:nvPr userDrawn="1"/>
        </p:nvSpPr>
        <p:spPr>
          <a:xfrm>
            <a:off x="662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pattern">
            <a:extLst>
              <a:ext uri="{FF2B5EF4-FFF2-40B4-BE49-F238E27FC236}">
                <a16:creationId xmlns:a16="http://schemas.microsoft.com/office/drawing/2014/main" id="{18F0B68D-6582-5C58-88D3-DD2B79999EAA}"/>
              </a:ext>
            </a:extLst>
          </p:cNvPr>
          <p:cNvSpPr/>
          <p:nvPr userDrawn="1"/>
        </p:nvSpPr>
        <p:spPr>
          <a:xfrm>
            <a:off x="681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attern">
            <a:extLst>
              <a:ext uri="{FF2B5EF4-FFF2-40B4-BE49-F238E27FC236}">
                <a16:creationId xmlns:a16="http://schemas.microsoft.com/office/drawing/2014/main" id="{F01DBE00-5A6A-BA09-8D20-76C8E32AEA75}"/>
              </a:ext>
            </a:extLst>
          </p:cNvPr>
          <p:cNvSpPr/>
          <p:nvPr userDrawn="1"/>
        </p:nvSpPr>
        <p:spPr>
          <a:xfrm>
            <a:off x="701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pattern">
            <a:extLst>
              <a:ext uri="{FF2B5EF4-FFF2-40B4-BE49-F238E27FC236}">
                <a16:creationId xmlns:a16="http://schemas.microsoft.com/office/drawing/2014/main" id="{9D8595AE-FB5C-35A2-63A5-20EB65A6EFC5}"/>
              </a:ext>
            </a:extLst>
          </p:cNvPr>
          <p:cNvSpPr/>
          <p:nvPr userDrawn="1"/>
        </p:nvSpPr>
        <p:spPr>
          <a:xfrm>
            <a:off x="720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pattern">
            <a:extLst>
              <a:ext uri="{FF2B5EF4-FFF2-40B4-BE49-F238E27FC236}">
                <a16:creationId xmlns:a16="http://schemas.microsoft.com/office/drawing/2014/main" id="{00A5F744-3802-2E25-7579-D958E3A026EA}"/>
              </a:ext>
            </a:extLst>
          </p:cNvPr>
          <p:cNvSpPr/>
          <p:nvPr userDrawn="1"/>
        </p:nvSpPr>
        <p:spPr>
          <a:xfrm>
            <a:off x="739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attern">
            <a:extLst>
              <a:ext uri="{FF2B5EF4-FFF2-40B4-BE49-F238E27FC236}">
                <a16:creationId xmlns:a16="http://schemas.microsoft.com/office/drawing/2014/main" id="{45BC44EE-FDAF-76A6-8B58-682208AC863A}"/>
              </a:ext>
            </a:extLst>
          </p:cNvPr>
          <p:cNvSpPr/>
          <p:nvPr userDrawn="1"/>
        </p:nvSpPr>
        <p:spPr>
          <a:xfrm>
            <a:off x="758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attern">
            <a:extLst>
              <a:ext uri="{FF2B5EF4-FFF2-40B4-BE49-F238E27FC236}">
                <a16:creationId xmlns:a16="http://schemas.microsoft.com/office/drawing/2014/main" id="{C3E93FB4-6019-51F0-9B03-0BDE2CB12291}"/>
              </a:ext>
            </a:extLst>
          </p:cNvPr>
          <p:cNvSpPr/>
          <p:nvPr userDrawn="1"/>
        </p:nvSpPr>
        <p:spPr>
          <a:xfrm>
            <a:off x="777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attern">
            <a:extLst>
              <a:ext uri="{FF2B5EF4-FFF2-40B4-BE49-F238E27FC236}">
                <a16:creationId xmlns:a16="http://schemas.microsoft.com/office/drawing/2014/main" id="{AEB83682-CAF2-D62C-745A-7FADCB72CF26}"/>
              </a:ext>
            </a:extLst>
          </p:cNvPr>
          <p:cNvSpPr/>
          <p:nvPr userDrawn="1"/>
        </p:nvSpPr>
        <p:spPr>
          <a:xfrm>
            <a:off x="796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pattern">
            <a:extLst>
              <a:ext uri="{FF2B5EF4-FFF2-40B4-BE49-F238E27FC236}">
                <a16:creationId xmlns:a16="http://schemas.microsoft.com/office/drawing/2014/main" id="{D93CA70F-82B4-1CB8-05B0-C341145F161E}"/>
              </a:ext>
            </a:extLst>
          </p:cNvPr>
          <p:cNvSpPr/>
          <p:nvPr userDrawn="1"/>
        </p:nvSpPr>
        <p:spPr>
          <a:xfrm>
            <a:off x="815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attern">
            <a:extLst>
              <a:ext uri="{FF2B5EF4-FFF2-40B4-BE49-F238E27FC236}">
                <a16:creationId xmlns:a16="http://schemas.microsoft.com/office/drawing/2014/main" id="{1F7B84C8-888C-CF8A-6DCB-A8E85C767934}"/>
              </a:ext>
            </a:extLst>
          </p:cNvPr>
          <p:cNvSpPr/>
          <p:nvPr userDrawn="1"/>
        </p:nvSpPr>
        <p:spPr>
          <a:xfrm>
            <a:off x="834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attern">
            <a:extLst>
              <a:ext uri="{FF2B5EF4-FFF2-40B4-BE49-F238E27FC236}">
                <a16:creationId xmlns:a16="http://schemas.microsoft.com/office/drawing/2014/main" id="{29D21380-9A50-A4DB-2071-71808902F529}"/>
              </a:ext>
            </a:extLst>
          </p:cNvPr>
          <p:cNvSpPr/>
          <p:nvPr userDrawn="1"/>
        </p:nvSpPr>
        <p:spPr>
          <a:xfrm>
            <a:off x="853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attern">
            <a:extLst>
              <a:ext uri="{FF2B5EF4-FFF2-40B4-BE49-F238E27FC236}">
                <a16:creationId xmlns:a16="http://schemas.microsoft.com/office/drawing/2014/main" id="{F3D43444-1B7C-AA13-12BD-762605E30469}"/>
              </a:ext>
            </a:extLst>
          </p:cNvPr>
          <p:cNvSpPr/>
          <p:nvPr userDrawn="1"/>
        </p:nvSpPr>
        <p:spPr>
          <a:xfrm>
            <a:off x="872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pattern">
            <a:extLst>
              <a:ext uri="{FF2B5EF4-FFF2-40B4-BE49-F238E27FC236}">
                <a16:creationId xmlns:a16="http://schemas.microsoft.com/office/drawing/2014/main" id="{6F06C4B1-D5CB-134F-7292-E176395CE1BE}"/>
              </a:ext>
            </a:extLst>
          </p:cNvPr>
          <p:cNvSpPr/>
          <p:nvPr userDrawn="1"/>
        </p:nvSpPr>
        <p:spPr>
          <a:xfrm>
            <a:off x="891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pattern">
            <a:extLst>
              <a:ext uri="{FF2B5EF4-FFF2-40B4-BE49-F238E27FC236}">
                <a16:creationId xmlns:a16="http://schemas.microsoft.com/office/drawing/2014/main" id="{24386562-A051-6E91-9C78-905D22412041}"/>
              </a:ext>
            </a:extLst>
          </p:cNvPr>
          <p:cNvSpPr/>
          <p:nvPr userDrawn="1"/>
        </p:nvSpPr>
        <p:spPr>
          <a:xfrm>
            <a:off x="910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pattern">
            <a:extLst>
              <a:ext uri="{FF2B5EF4-FFF2-40B4-BE49-F238E27FC236}">
                <a16:creationId xmlns:a16="http://schemas.microsoft.com/office/drawing/2014/main" id="{8338B3D1-3373-B5F1-5F3E-989C25F25C34}"/>
              </a:ext>
            </a:extLst>
          </p:cNvPr>
          <p:cNvSpPr/>
          <p:nvPr userDrawn="1"/>
        </p:nvSpPr>
        <p:spPr>
          <a:xfrm>
            <a:off x="929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attern">
            <a:extLst>
              <a:ext uri="{FF2B5EF4-FFF2-40B4-BE49-F238E27FC236}">
                <a16:creationId xmlns:a16="http://schemas.microsoft.com/office/drawing/2014/main" id="{76617938-86D9-BECD-B5BF-F885AC37AED7}"/>
              </a:ext>
            </a:extLst>
          </p:cNvPr>
          <p:cNvSpPr/>
          <p:nvPr userDrawn="1"/>
        </p:nvSpPr>
        <p:spPr>
          <a:xfrm>
            <a:off x="948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pattern">
            <a:extLst>
              <a:ext uri="{FF2B5EF4-FFF2-40B4-BE49-F238E27FC236}">
                <a16:creationId xmlns:a16="http://schemas.microsoft.com/office/drawing/2014/main" id="{B4B2FC1D-FD69-704B-54F1-0FD8FEB7F870}"/>
              </a:ext>
            </a:extLst>
          </p:cNvPr>
          <p:cNvSpPr/>
          <p:nvPr userDrawn="1"/>
        </p:nvSpPr>
        <p:spPr>
          <a:xfrm>
            <a:off x="967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pattern">
            <a:extLst>
              <a:ext uri="{FF2B5EF4-FFF2-40B4-BE49-F238E27FC236}">
                <a16:creationId xmlns:a16="http://schemas.microsoft.com/office/drawing/2014/main" id="{28C8E27C-73BD-2A63-243E-FB5BAB1A59BC}"/>
              </a:ext>
            </a:extLst>
          </p:cNvPr>
          <p:cNvSpPr/>
          <p:nvPr userDrawn="1"/>
        </p:nvSpPr>
        <p:spPr>
          <a:xfrm>
            <a:off x="986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pattern">
            <a:extLst>
              <a:ext uri="{FF2B5EF4-FFF2-40B4-BE49-F238E27FC236}">
                <a16:creationId xmlns:a16="http://schemas.microsoft.com/office/drawing/2014/main" id="{2715CE56-75FD-ACD9-44BB-44308ABD4594}"/>
              </a:ext>
            </a:extLst>
          </p:cNvPr>
          <p:cNvSpPr/>
          <p:nvPr userDrawn="1"/>
        </p:nvSpPr>
        <p:spPr>
          <a:xfrm>
            <a:off x="1005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pattern">
            <a:extLst>
              <a:ext uri="{FF2B5EF4-FFF2-40B4-BE49-F238E27FC236}">
                <a16:creationId xmlns:a16="http://schemas.microsoft.com/office/drawing/2014/main" id="{C46A6C6D-068E-B468-75E0-B5365D41A014}"/>
              </a:ext>
            </a:extLst>
          </p:cNvPr>
          <p:cNvSpPr/>
          <p:nvPr userDrawn="1"/>
        </p:nvSpPr>
        <p:spPr>
          <a:xfrm>
            <a:off x="1024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pattern">
            <a:extLst>
              <a:ext uri="{FF2B5EF4-FFF2-40B4-BE49-F238E27FC236}">
                <a16:creationId xmlns:a16="http://schemas.microsoft.com/office/drawing/2014/main" id="{ABD7232B-8404-2440-AF80-01FF62683A5A}"/>
              </a:ext>
            </a:extLst>
          </p:cNvPr>
          <p:cNvSpPr/>
          <p:nvPr userDrawn="1"/>
        </p:nvSpPr>
        <p:spPr>
          <a:xfrm>
            <a:off x="1043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attern">
            <a:extLst>
              <a:ext uri="{FF2B5EF4-FFF2-40B4-BE49-F238E27FC236}">
                <a16:creationId xmlns:a16="http://schemas.microsoft.com/office/drawing/2014/main" id="{3E94CEE1-0454-8C68-4013-3DF5F8F5DA85}"/>
              </a:ext>
            </a:extLst>
          </p:cNvPr>
          <p:cNvSpPr/>
          <p:nvPr userDrawn="1"/>
        </p:nvSpPr>
        <p:spPr>
          <a:xfrm>
            <a:off x="1062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pattern">
            <a:extLst>
              <a:ext uri="{FF2B5EF4-FFF2-40B4-BE49-F238E27FC236}">
                <a16:creationId xmlns:a16="http://schemas.microsoft.com/office/drawing/2014/main" id="{37223C5C-6E99-0ED6-0A86-EF15D7EDFDF3}"/>
              </a:ext>
            </a:extLst>
          </p:cNvPr>
          <p:cNvSpPr/>
          <p:nvPr userDrawn="1"/>
        </p:nvSpPr>
        <p:spPr>
          <a:xfrm>
            <a:off x="1082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pattern">
            <a:extLst>
              <a:ext uri="{FF2B5EF4-FFF2-40B4-BE49-F238E27FC236}">
                <a16:creationId xmlns:a16="http://schemas.microsoft.com/office/drawing/2014/main" id="{B51E258E-0F83-F779-DFDE-897EFF051795}"/>
              </a:ext>
            </a:extLst>
          </p:cNvPr>
          <p:cNvSpPr/>
          <p:nvPr userDrawn="1"/>
        </p:nvSpPr>
        <p:spPr>
          <a:xfrm>
            <a:off x="1101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pattern">
            <a:extLst>
              <a:ext uri="{FF2B5EF4-FFF2-40B4-BE49-F238E27FC236}">
                <a16:creationId xmlns:a16="http://schemas.microsoft.com/office/drawing/2014/main" id="{FFE9C430-AF68-F120-F040-DAC82245CCF6}"/>
              </a:ext>
            </a:extLst>
          </p:cNvPr>
          <p:cNvSpPr/>
          <p:nvPr userDrawn="1"/>
        </p:nvSpPr>
        <p:spPr>
          <a:xfrm>
            <a:off x="1120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pattern">
            <a:extLst>
              <a:ext uri="{FF2B5EF4-FFF2-40B4-BE49-F238E27FC236}">
                <a16:creationId xmlns:a16="http://schemas.microsoft.com/office/drawing/2014/main" id="{B66C3234-927E-38DC-1FEE-FC427536F154}"/>
              </a:ext>
            </a:extLst>
          </p:cNvPr>
          <p:cNvSpPr/>
          <p:nvPr userDrawn="1"/>
        </p:nvSpPr>
        <p:spPr>
          <a:xfrm>
            <a:off x="1139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pattern">
            <a:extLst>
              <a:ext uri="{FF2B5EF4-FFF2-40B4-BE49-F238E27FC236}">
                <a16:creationId xmlns:a16="http://schemas.microsoft.com/office/drawing/2014/main" id="{3741517F-9055-CAFD-4AB2-1C8AF33E1446}"/>
              </a:ext>
            </a:extLst>
          </p:cNvPr>
          <p:cNvSpPr/>
          <p:nvPr userDrawn="1"/>
        </p:nvSpPr>
        <p:spPr>
          <a:xfrm>
            <a:off x="1158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attern">
            <a:extLst>
              <a:ext uri="{FF2B5EF4-FFF2-40B4-BE49-F238E27FC236}">
                <a16:creationId xmlns:a16="http://schemas.microsoft.com/office/drawing/2014/main" id="{6F6336E2-C7DD-24C5-F573-0830ACF4F327}"/>
              </a:ext>
            </a:extLst>
          </p:cNvPr>
          <p:cNvSpPr/>
          <p:nvPr userDrawn="1"/>
        </p:nvSpPr>
        <p:spPr>
          <a:xfrm>
            <a:off x="1177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attern">
            <a:extLst>
              <a:ext uri="{FF2B5EF4-FFF2-40B4-BE49-F238E27FC236}">
                <a16:creationId xmlns:a16="http://schemas.microsoft.com/office/drawing/2014/main" id="{4E6E2AE4-B7C8-0E40-8026-544B5307E6CA}"/>
              </a:ext>
            </a:extLst>
          </p:cNvPr>
          <p:cNvSpPr/>
          <p:nvPr userDrawn="1"/>
        </p:nvSpPr>
        <p:spPr>
          <a:xfrm>
            <a:off x="1196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pattern">
            <a:extLst>
              <a:ext uri="{FF2B5EF4-FFF2-40B4-BE49-F238E27FC236}">
                <a16:creationId xmlns:a16="http://schemas.microsoft.com/office/drawing/2014/main" id="{11B49B00-2054-99AB-DAE0-AA6FD62A623F}"/>
              </a:ext>
            </a:extLst>
          </p:cNvPr>
          <p:cNvSpPr/>
          <p:nvPr userDrawn="1"/>
        </p:nvSpPr>
        <p:spPr>
          <a:xfrm>
            <a:off x="1215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pattern">
            <a:extLst>
              <a:ext uri="{FF2B5EF4-FFF2-40B4-BE49-F238E27FC236}">
                <a16:creationId xmlns:a16="http://schemas.microsoft.com/office/drawing/2014/main" id="{13E99E3B-A2FA-49DE-436F-FD9BF5A04DD0}"/>
              </a:ext>
            </a:extLst>
          </p:cNvPr>
          <p:cNvSpPr/>
          <p:nvPr userDrawn="1"/>
        </p:nvSpPr>
        <p:spPr>
          <a:xfrm>
            <a:off x="24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pattern">
            <a:extLst>
              <a:ext uri="{FF2B5EF4-FFF2-40B4-BE49-F238E27FC236}">
                <a16:creationId xmlns:a16="http://schemas.microsoft.com/office/drawing/2014/main" id="{44722F59-67B1-40AB-6A24-4E9A6CABB723}"/>
              </a:ext>
            </a:extLst>
          </p:cNvPr>
          <p:cNvSpPr/>
          <p:nvPr userDrawn="1"/>
        </p:nvSpPr>
        <p:spPr>
          <a:xfrm>
            <a:off x="43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pattern">
            <a:extLst>
              <a:ext uri="{FF2B5EF4-FFF2-40B4-BE49-F238E27FC236}">
                <a16:creationId xmlns:a16="http://schemas.microsoft.com/office/drawing/2014/main" id="{8191ACE2-677F-BA9D-6E25-658F3F3188EF}"/>
              </a:ext>
            </a:extLst>
          </p:cNvPr>
          <p:cNvSpPr/>
          <p:nvPr userDrawn="1"/>
        </p:nvSpPr>
        <p:spPr>
          <a:xfrm>
            <a:off x="62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pattern">
            <a:extLst>
              <a:ext uri="{FF2B5EF4-FFF2-40B4-BE49-F238E27FC236}">
                <a16:creationId xmlns:a16="http://schemas.microsoft.com/office/drawing/2014/main" id="{A1C2360B-3584-4FF4-1999-583B9BB46B3B}"/>
              </a:ext>
            </a:extLst>
          </p:cNvPr>
          <p:cNvSpPr/>
          <p:nvPr userDrawn="1"/>
        </p:nvSpPr>
        <p:spPr>
          <a:xfrm>
            <a:off x="81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pattern">
            <a:extLst>
              <a:ext uri="{FF2B5EF4-FFF2-40B4-BE49-F238E27FC236}">
                <a16:creationId xmlns:a16="http://schemas.microsoft.com/office/drawing/2014/main" id="{BD82F634-61FE-4F5D-F4CB-F8187AD53070}"/>
              </a:ext>
            </a:extLst>
          </p:cNvPr>
          <p:cNvSpPr/>
          <p:nvPr userDrawn="1"/>
        </p:nvSpPr>
        <p:spPr>
          <a:xfrm>
            <a:off x="100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pattern">
            <a:extLst>
              <a:ext uri="{FF2B5EF4-FFF2-40B4-BE49-F238E27FC236}">
                <a16:creationId xmlns:a16="http://schemas.microsoft.com/office/drawing/2014/main" id="{CF2742F8-2CCA-FBB8-7A80-E4EDB83DB330}"/>
              </a:ext>
            </a:extLst>
          </p:cNvPr>
          <p:cNvSpPr/>
          <p:nvPr userDrawn="1"/>
        </p:nvSpPr>
        <p:spPr>
          <a:xfrm>
            <a:off x="120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pattern">
            <a:extLst>
              <a:ext uri="{FF2B5EF4-FFF2-40B4-BE49-F238E27FC236}">
                <a16:creationId xmlns:a16="http://schemas.microsoft.com/office/drawing/2014/main" id="{530FDD75-9E31-3BDF-099B-9F17C38CDC40}"/>
              </a:ext>
            </a:extLst>
          </p:cNvPr>
          <p:cNvSpPr/>
          <p:nvPr userDrawn="1"/>
        </p:nvSpPr>
        <p:spPr>
          <a:xfrm>
            <a:off x="139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pattern">
            <a:extLst>
              <a:ext uri="{FF2B5EF4-FFF2-40B4-BE49-F238E27FC236}">
                <a16:creationId xmlns:a16="http://schemas.microsoft.com/office/drawing/2014/main" id="{D500E956-CF98-84D3-7A10-1A7C362E0C40}"/>
              </a:ext>
            </a:extLst>
          </p:cNvPr>
          <p:cNvSpPr/>
          <p:nvPr userDrawn="1"/>
        </p:nvSpPr>
        <p:spPr>
          <a:xfrm>
            <a:off x="158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pattern">
            <a:extLst>
              <a:ext uri="{FF2B5EF4-FFF2-40B4-BE49-F238E27FC236}">
                <a16:creationId xmlns:a16="http://schemas.microsoft.com/office/drawing/2014/main" id="{C8D086D8-BD86-938D-AAB5-EDB42E39A8E3}"/>
              </a:ext>
            </a:extLst>
          </p:cNvPr>
          <p:cNvSpPr/>
          <p:nvPr userDrawn="1"/>
        </p:nvSpPr>
        <p:spPr>
          <a:xfrm>
            <a:off x="177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pattern">
            <a:extLst>
              <a:ext uri="{FF2B5EF4-FFF2-40B4-BE49-F238E27FC236}">
                <a16:creationId xmlns:a16="http://schemas.microsoft.com/office/drawing/2014/main" id="{CB73445C-37A8-514F-B837-00F0A8BE5586}"/>
              </a:ext>
            </a:extLst>
          </p:cNvPr>
          <p:cNvSpPr/>
          <p:nvPr userDrawn="1"/>
        </p:nvSpPr>
        <p:spPr>
          <a:xfrm>
            <a:off x="196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pattern">
            <a:extLst>
              <a:ext uri="{FF2B5EF4-FFF2-40B4-BE49-F238E27FC236}">
                <a16:creationId xmlns:a16="http://schemas.microsoft.com/office/drawing/2014/main" id="{7F1124CF-6B30-7DB5-9193-71855A8A1293}"/>
              </a:ext>
            </a:extLst>
          </p:cNvPr>
          <p:cNvSpPr/>
          <p:nvPr userDrawn="1"/>
        </p:nvSpPr>
        <p:spPr>
          <a:xfrm>
            <a:off x="215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pattern">
            <a:extLst>
              <a:ext uri="{FF2B5EF4-FFF2-40B4-BE49-F238E27FC236}">
                <a16:creationId xmlns:a16="http://schemas.microsoft.com/office/drawing/2014/main" id="{04A87222-B945-6369-F8E3-E1A9360D3395}"/>
              </a:ext>
            </a:extLst>
          </p:cNvPr>
          <p:cNvSpPr/>
          <p:nvPr userDrawn="1"/>
        </p:nvSpPr>
        <p:spPr>
          <a:xfrm>
            <a:off x="234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pattern">
            <a:extLst>
              <a:ext uri="{FF2B5EF4-FFF2-40B4-BE49-F238E27FC236}">
                <a16:creationId xmlns:a16="http://schemas.microsoft.com/office/drawing/2014/main" id="{0F61A51F-3265-0151-1DBC-3A7187705CBA}"/>
              </a:ext>
            </a:extLst>
          </p:cNvPr>
          <p:cNvSpPr/>
          <p:nvPr userDrawn="1"/>
        </p:nvSpPr>
        <p:spPr>
          <a:xfrm>
            <a:off x="253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pattern">
            <a:extLst>
              <a:ext uri="{FF2B5EF4-FFF2-40B4-BE49-F238E27FC236}">
                <a16:creationId xmlns:a16="http://schemas.microsoft.com/office/drawing/2014/main" id="{EB19CD71-F658-1F98-56AC-2B4FE3426D2E}"/>
              </a:ext>
            </a:extLst>
          </p:cNvPr>
          <p:cNvSpPr/>
          <p:nvPr userDrawn="1"/>
        </p:nvSpPr>
        <p:spPr>
          <a:xfrm>
            <a:off x="272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pattern">
            <a:extLst>
              <a:ext uri="{FF2B5EF4-FFF2-40B4-BE49-F238E27FC236}">
                <a16:creationId xmlns:a16="http://schemas.microsoft.com/office/drawing/2014/main" id="{061CA265-F1B4-5B6F-257F-3DE3EBB6F12B}"/>
              </a:ext>
            </a:extLst>
          </p:cNvPr>
          <p:cNvSpPr/>
          <p:nvPr userDrawn="1"/>
        </p:nvSpPr>
        <p:spPr>
          <a:xfrm>
            <a:off x="291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pattern">
            <a:extLst>
              <a:ext uri="{FF2B5EF4-FFF2-40B4-BE49-F238E27FC236}">
                <a16:creationId xmlns:a16="http://schemas.microsoft.com/office/drawing/2014/main" id="{E870F069-7194-EF4E-4C4A-DAC99B25F551}"/>
              </a:ext>
            </a:extLst>
          </p:cNvPr>
          <p:cNvSpPr/>
          <p:nvPr userDrawn="1"/>
        </p:nvSpPr>
        <p:spPr>
          <a:xfrm>
            <a:off x="310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pattern">
            <a:extLst>
              <a:ext uri="{FF2B5EF4-FFF2-40B4-BE49-F238E27FC236}">
                <a16:creationId xmlns:a16="http://schemas.microsoft.com/office/drawing/2014/main" id="{053A3E3F-75E4-42A4-976A-4AA76ECF1752}"/>
              </a:ext>
            </a:extLst>
          </p:cNvPr>
          <p:cNvSpPr/>
          <p:nvPr userDrawn="1"/>
        </p:nvSpPr>
        <p:spPr>
          <a:xfrm>
            <a:off x="329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attern">
            <a:extLst>
              <a:ext uri="{FF2B5EF4-FFF2-40B4-BE49-F238E27FC236}">
                <a16:creationId xmlns:a16="http://schemas.microsoft.com/office/drawing/2014/main" id="{B237D000-B0D5-961E-E2AF-979310A31BAA}"/>
              </a:ext>
            </a:extLst>
          </p:cNvPr>
          <p:cNvSpPr/>
          <p:nvPr userDrawn="1"/>
        </p:nvSpPr>
        <p:spPr>
          <a:xfrm>
            <a:off x="348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pattern">
            <a:extLst>
              <a:ext uri="{FF2B5EF4-FFF2-40B4-BE49-F238E27FC236}">
                <a16:creationId xmlns:a16="http://schemas.microsoft.com/office/drawing/2014/main" id="{95701CDD-F43A-835A-3D5B-C238AE8F9360}"/>
              </a:ext>
            </a:extLst>
          </p:cNvPr>
          <p:cNvSpPr/>
          <p:nvPr userDrawn="1"/>
        </p:nvSpPr>
        <p:spPr>
          <a:xfrm>
            <a:off x="367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pattern">
            <a:extLst>
              <a:ext uri="{FF2B5EF4-FFF2-40B4-BE49-F238E27FC236}">
                <a16:creationId xmlns:a16="http://schemas.microsoft.com/office/drawing/2014/main" id="{46740CFB-DDA3-9768-363B-B77E1A76801B}"/>
              </a:ext>
            </a:extLst>
          </p:cNvPr>
          <p:cNvSpPr/>
          <p:nvPr userDrawn="1"/>
        </p:nvSpPr>
        <p:spPr>
          <a:xfrm>
            <a:off x="386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pattern">
            <a:extLst>
              <a:ext uri="{FF2B5EF4-FFF2-40B4-BE49-F238E27FC236}">
                <a16:creationId xmlns:a16="http://schemas.microsoft.com/office/drawing/2014/main" id="{3E46C41D-FD54-BBEE-2841-C758A4285F84}"/>
              </a:ext>
            </a:extLst>
          </p:cNvPr>
          <p:cNvSpPr/>
          <p:nvPr userDrawn="1"/>
        </p:nvSpPr>
        <p:spPr>
          <a:xfrm>
            <a:off x="405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pattern">
            <a:extLst>
              <a:ext uri="{FF2B5EF4-FFF2-40B4-BE49-F238E27FC236}">
                <a16:creationId xmlns:a16="http://schemas.microsoft.com/office/drawing/2014/main" id="{A5BA5891-62D4-59EA-3049-398AC11575BD}"/>
              </a:ext>
            </a:extLst>
          </p:cNvPr>
          <p:cNvSpPr/>
          <p:nvPr userDrawn="1"/>
        </p:nvSpPr>
        <p:spPr>
          <a:xfrm>
            <a:off x="424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ttern">
            <a:extLst>
              <a:ext uri="{FF2B5EF4-FFF2-40B4-BE49-F238E27FC236}">
                <a16:creationId xmlns:a16="http://schemas.microsoft.com/office/drawing/2014/main" id="{0CF62566-F2AA-A32D-99A8-83359AB20B93}"/>
              </a:ext>
            </a:extLst>
          </p:cNvPr>
          <p:cNvSpPr/>
          <p:nvPr userDrawn="1"/>
        </p:nvSpPr>
        <p:spPr>
          <a:xfrm>
            <a:off x="443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pattern">
            <a:extLst>
              <a:ext uri="{FF2B5EF4-FFF2-40B4-BE49-F238E27FC236}">
                <a16:creationId xmlns:a16="http://schemas.microsoft.com/office/drawing/2014/main" id="{896283AA-DEEE-E38F-56FA-D20D87D92282}"/>
              </a:ext>
            </a:extLst>
          </p:cNvPr>
          <p:cNvSpPr/>
          <p:nvPr userDrawn="1"/>
        </p:nvSpPr>
        <p:spPr>
          <a:xfrm>
            <a:off x="462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pattern">
            <a:extLst>
              <a:ext uri="{FF2B5EF4-FFF2-40B4-BE49-F238E27FC236}">
                <a16:creationId xmlns:a16="http://schemas.microsoft.com/office/drawing/2014/main" id="{04584CA2-2F18-A710-F666-EF7F413372F4}"/>
              </a:ext>
            </a:extLst>
          </p:cNvPr>
          <p:cNvSpPr/>
          <p:nvPr userDrawn="1"/>
        </p:nvSpPr>
        <p:spPr>
          <a:xfrm>
            <a:off x="481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pattern">
            <a:extLst>
              <a:ext uri="{FF2B5EF4-FFF2-40B4-BE49-F238E27FC236}">
                <a16:creationId xmlns:a16="http://schemas.microsoft.com/office/drawing/2014/main" id="{BCACE44A-F953-E4DD-5FFA-0F5906CC2BC7}"/>
              </a:ext>
            </a:extLst>
          </p:cNvPr>
          <p:cNvSpPr/>
          <p:nvPr userDrawn="1"/>
        </p:nvSpPr>
        <p:spPr>
          <a:xfrm>
            <a:off x="501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pattern">
            <a:extLst>
              <a:ext uri="{FF2B5EF4-FFF2-40B4-BE49-F238E27FC236}">
                <a16:creationId xmlns:a16="http://schemas.microsoft.com/office/drawing/2014/main" id="{B9B0E567-2599-6069-701D-53664558CF5D}"/>
              </a:ext>
            </a:extLst>
          </p:cNvPr>
          <p:cNvSpPr/>
          <p:nvPr userDrawn="1"/>
        </p:nvSpPr>
        <p:spPr>
          <a:xfrm>
            <a:off x="520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pattern">
            <a:extLst>
              <a:ext uri="{FF2B5EF4-FFF2-40B4-BE49-F238E27FC236}">
                <a16:creationId xmlns:a16="http://schemas.microsoft.com/office/drawing/2014/main" id="{26ACA44F-5DF3-68D1-F6AC-29008E80077F}"/>
              </a:ext>
            </a:extLst>
          </p:cNvPr>
          <p:cNvSpPr/>
          <p:nvPr userDrawn="1"/>
        </p:nvSpPr>
        <p:spPr>
          <a:xfrm>
            <a:off x="539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pattern">
            <a:extLst>
              <a:ext uri="{FF2B5EF4-FFF2-40B4-BE49-F238E27FC236}">
                <a16:creationId xmlns:a16="http://schemas.microsoft.com/office/drawing/2014/main" id="{11131227-FB45-2E68-C408-27F3A3D7BDA7}"/>
              </a:ext>
            </a:extLst>
          </p:cNvPr>
          <p:cNvSpPr/>
          <p:nvPr userDrawn="1"/>
        </p:nvSpPr>
        <p:spPr>
          <a:xfrm>
            <a:off x="558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pattern">
            <a:extLst>
              <a:ext uri="{FF2B5EF4-FFF2-40B4-BE49-F238E27FC236}">
                <a16:creationId xmlns:a16="http://schemas.microsoft.com/office/drawing/2014/main" id="{5A63D828-3CB5-5EE6-D294-B853ED021D1A}"/>
              </a:ext>
            </a:extLst>
          </p:cNvPr>
          <p:cNvSpPr/>
          <p:nvPr userDrawn="1"/>
        </p:nvSpPr>
        <p:spPr>
          <a:xfrm>
            <a:off x="577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pattern">
            <a:extLst>
              <a:ext uri="{FF2B5EF4-FFF2-40B4-BE49-F238E27FC236}">
                <a16:creationId xmlns:a16="http://schemas.microsoft.com/office/drawing/2014/main" id="{EACA41DC-0DF2-241D-CEDA-EE5000C24239}"/>
              </a:ext>
            </a:extLst>
          </p:cNvPr>
          <p:cNvSpPr/>
          <p:nvPr userDrawn="1"/>
        </p:nvSpPr>
        <p:spPr>
          <a:xfrm>
            <a:off x="596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pattern">
            <a:extLst>
              <a:ext uri="{FF2B5EF4-FFF2-40B4-BE49-F238E27FC236}">
                <a16:creationId xmlns:a16="http://schemas.microsoft.com/office/drawing/2014/main" id="{95A86CA9-4DD6-87A7-3C73-A593AB4336A7}"/>
              </a:ext>
            </a:extLst>
          </p:cNvPr>
          <p:cNvSpPr/>
          <p:nvPr userDrawn="1"/>
        </p:nvSpPr>
        <p:spPr>
          <a:xfrm>
            <a:off x="615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pattern">
            <a:extLst>
              <a:ext uri="{FF2B5EF4-FFF2-40B4-BE49-F238E27FC236}">
                <a16:creationId xmlns:a16="http://schemas.microsoft.com/office/drawing/2014/main" id="{AFAFCAC7-25C9-785C-8399-3EA547A330A6}"/>
              </a:ext>
            </a:extLst>
          </p:cNvPr>
          <p:cNvSpPr/>
          <p:nvPr userDrawn="1"/>
        </p:nvSpPr>
        <p:spPr>
          <a:xfrm>
            <a:off x="634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pattern">
            <a:extLst>
              <a:ext uri="{FF2B5EF4-FFF2-40B4-BE49-F238E27FC236}">
                <a16:creationId xmlns:a16="http://schemas.microsoft.com/office/drawing/2014/main" id="{85CE553F-010A-C6F4-6A42-F5C101956E5F}"/>
              </a:ext>
            </a:extLst>
          </p:cNvPr>
          <p:cNvSpPr/>
          <p:nvPr userDrawn="1"/>
        </p:nvSpPr>
        <p:spPr>
          <a:xfrm>
            <a:off x="653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pattern">
            <a:extLst>
              <a:ext uri="{FF2B5EF4-FFF2-40B4-BE49-F238E27FC236}">
                <a16:creationId xmlns:a16="http://schemas.microsoft.com/office/drawing/2014/main" id="{DBCDFD0C-8757-C314-2F90-309D82BEB9D4}"/>
              </a:ext>
            </a:extLst>
          </p:cNvPr>
          <p:cNvSpPr/>
          <p:nvPr userDrawn="1"/>
        </p:nvSpPr>
        <p:spPr>
          <a:xfrm>
            <a:off x="672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pattern">
            <a:extLst>
              <a:ext uri="{FF2B5EF4-FFF2-40B4-BE49-F238E27FC236}">
                <a16:creationId xmlns:a16="http://schemas.microsoft.com/office/drawing/2014/main" id="{17EF8D34-4807-0F62-2F61-E9AD88766568}"/>
              </a:ext>
            </a:extLst>
          </p:cNvPr>
          <p:cNvSpPr/>
          <p:nvPr userDrawn="1"/>
        </p:nvSpPr>
        <p:spPr>
          <a:xfrm>
            <a:off x="691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pattern">
            <a:extLst>
              <a:ext uri="{FF2B5EF4-FFF2-40B4-BE49-F238E27FC236}">
                <a16:creationId xmlns:a16="http://schemas.microsoft.com/office/drawing/2014/main" id="{6A8B7AFC-5FCC-5413-0436-A14A6B601735}"/>
              </a:ext>
            </a:extLst>
          </p:cNvPr>
          <p:cNvSpPr/>
          <p:nvPr userDrawn="1"/>
        </p:nvSpPr>
        <p:spPr>
          <a:xfrm>
            <a:off x="710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pattern">
            <a:extLst>
              <a:ext uri="{FF2B5EF4-FFF2-40B4-BE49-F238E27FC236}">
                <a16:creationId xmlns:a16="http://schemas.microsoft.com/office/drawing/2014/main" id="{3C9D52CC-A282-0FE6-54E4-5BB82E9245B0}"/>
              </a:ext>
            </a:extLst>
          </p:cNvPr>
          <p:cNvSpPr/>
          <p:nvPr userDrawn="1"/>
        </p:nvSpPr>
        <p:spPr>
          <a:xfrm>
            <a:off x="729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pattern">
            <a:extLst>
              <a:ext uri="{FF2B5EF4-FFF2-40B4-BE49-F238E27FC236}">
                <a16:creationId xmlns:a16="http://schemas.microsoft.com/office/drawing/2014/main" id="{0A03940D-0878-DE52-0CA4-8182A29C60C8}"/>
              </a:ext>
            </a:extLst>
          </p:cNvPr>
          <p:cNvSpPr/>
          <p:nvPr userDrawn="1"/>
        </p:nvSpPr>
        <p:spPr>
          <a:xfrm>
            <a:off x="748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pattern">
            <a:extLst>
              <a:ext uri="{FF2B5EF4-FFF2-40B4-BE49-F238E27FC236}">
                <a16:creationId xmlns:a16="http://schemas.microsoft.com/office/drawing/2014/main" id="{1931DAEE-54DA-2F3E-30C8-BED8874ACED2}"/>
              </a:ext>
            </a:extLst>
          </p:cNvPr>
          <p:cNvSpPr/>
          <p:nvPr userDrawn="1"/>
        </p:nvSpPr>
        <p:spPr>
          <a:xfrm>
            <a:off x="767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pattern">
            <a:extLst>
              <a:ext uri="{FF2B5EF4-FFF2-40B4-BE49-F238E27FC236}">
                <a16:creationId xmlns:a16="http://schemas.microsoft.com/office/drawing/2014/main" id="{8CDC7740-6F09-1998-2372-3B7FEF2DD2C8}"/>
              </a:ext>
            </a:extLst>
          </p:cNvPr>
          <p:cNvSpPr/>
          <p:nvPr userDrawn="1"/>
        </p:nvSpPr>
        <p:spPr>
          <a:xfrm>
            <a:off x="786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pattern">
            <a:extLst>
              <a:ext uri="{FF2B5EF4-FFF2-40B4-BE49-F238E27FC236}">
                <a16:creationId xmlns:a16="http://schemas.microsoft.com/office/drawing/2014/main" id="{C08CE613-E40B-DDDC-030E-F209F7C3180E}"/>
              </a:ext>
            </a:extLst>
          </p:cNvPr>
          <p:cNvSpPr/>
          <p:nvPr userDrawn="1"/>
        </p:nvSpPr>
        <p:spPr>
          <a:xfrm>
            <a:off x="805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pattern">
            <a:extLst>
              <a:ext uri="{FF2B5EF4-FFF2-40B4-BE49-F238E27FC236}">
                <a16:creationId xmlns:a16="http://schemas.microsoft.com/office/drawing/2014/main" id="{E6AC18E0-B25E-40E3-EEDF-BE7B5E0DEB5F}"/>
              </a:ext>
            </a:extLst>
          </p:cNvPr>
          <p:cNvSpPr/>
          <p:nvPr userDrawn="1"/>
        </p:nvSpPr>
        <p:spPr>
          <a:xfrm>
            <a:off x="824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pattern">
            <a:extLst>
              <a:ext uri="{FF2B5EF4-FFF2-40B4-BE49-F238E27FC236}">
                <a16:creationId xmlns:a16="http://schemas.microsoft.com/office/drawing/2014/main" id="{5CAE0109-B00F-FFF2-1485-5149B6A6C63F}"/>
              </a:ext>
            </a:extLst>
          </p:cNvPr>
          <p:cNvSpPr/>
          <p:nvPr userDrawn="1"/>
        </p:nvSpPr>
        <p:spPr>
          <a:xfrm>
            <a:off x="843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pattern">
            <a:extLst>
              <a:ext uri="{FF2B5EF4-FFF2-40B4-BE49-F238E27FC236}">
                <a16:creationId xmlns:a16="http://schemas.microsoft.com/office/drawing/2014/main" id="{1B2588E2-31A6-F55A-6AB1-A440799A982C}"/>
              </a:ext>
            </a:extLst>
          </p:cNvPr>
          <p:cNvSpPr/>
          <p:nvPr userDrawn="1"/>
        </p:nvSpPr>
        <p:spPr>
          <a:xfrm>
            <a:off x="862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pattern">
            <a:extLst>
              <a:ext uri="{FF2B5EF4-FFF2-40B4-BE49-F238E27FC236}">
                <a16:creationId xmlns:a16="http://schemas.microsoft.com/office/drawing/2014/main" id="{B993F8ED-42B4-A35C-3516-489B9DA240D6}"/>
              </a:ext>
            </a:extLst>
          </p:cNvPr>
          <p:cNvSpPr/>
          <p:nvPr userDrawn="1"/>
        </p:nvSpPr>
        <p:spPr>
          <a:xfrm>
            <a:off x="882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pattern">
            <a:extLst>
              <a:ext uri="{FF2B5EF4-FFF2-40B4-BE49-F238E27FC236}">
                <a16:creationId xmlns:a16="http://schemas.microsoft.com/office/drawing/2014/main" id="{651BF5F6-89BD-5FB6-BA43-4FAF60936967}"/>
              </a:ext>
            </a:extLst>
          </p:cNvPr>
          <p:cNvSpPr/>
          <p:nvPr userDrawn="1"/>
        </p:nvSpPr>
        <p:spPr>
          <a:xfrm>
            <a:off x="901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pattern">
            <a:extLst>
              <a:ext uri="{FF2B5EF4-FFF2-40B4-BE49-F238E27FC236}">
                <a16:creationId xmlns:a16="http://schemas.microsoft.com/office/drawing/2014/main" id="{79C07C36-B069-7B13-A7BC-9772DB3F9ED3}"/>
              </a:ext>
            </a:extLst>
          </p:cNvPr>
          <p:cNvSpPr/>
          <p:nvPr userDrawn="1"/>
        </p:nvSpPr>
        <p:spPr>
          <a:xfrm>
            <a:off x="920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pattern">
            <a:extLst>
              <a:ext uri="{FF2B5EF4-FFF2-40B4-BE49-F238E27FC236}">
                <a16:creationId xmlns:a16="http://schemas.microsoft.com/office/drawing/2014/main" id="{D487B95A-DACB-7417-6B90-8B813C45595C}"/>
              </a:ext>
            </a:extLst>
          </p:cNvPr>
          <p:cNvSpPr/>
          <p:nvPr userDrawn="1"/>
        </p:nvSpPr>
        <p:spPr>
          <a:xfrm>
            <a:off x="939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attern">
            <a:extLst>
              <a:ext uri="{FF2B5EF4-FFF2-40B4-BE49-F238E27FC236}">
                <a16:creationId xmlns:a16="http://schemas.microsoft.com/office/drawing/2014/main" id="{1FCC4E99-4F16-E2D2-BBA9-B3749D4AAD3B}"/>
              </a:ext>
            </a:extLst>
          </p:cNvPr>
          <p:cNvSpPr/>
          <p:nvPr userDrawn="1"/>
        </p:nvSpPr>
        <p:spPr>
          <a:xfrm>
            <a:off x="958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pattern">
            <a:extLst>
              <a:ext uri="{FF2B5EF4-FFF2-40B4-BE49-F238E27FC236}">
                <a16:creationId xmlns:a16="http://schemas.microsoft.com/office/drawing/2014/main" id="{00D00FE8-4AAE-8DDA-FDC5-70B0A4AE80DF}"/>
              </a:ext>
            </a:extLst>
          </p:cNvPr>
          <p:cNvSpPr/>
          <p:nvPr userDrawn="1"/>
        </p:nvSpPr>
        <p:spPr>
          <a:xfrm>
            <a:off x="977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pattern">
            <a:extLst>
              <a:ext uri="{FF2B5EF4-FFF2-40B4-BE49-F238E27FC236}">
                <a16:creationId xmlns:a16="http://schemas.microsoft.com/office/drawing/2014/main" id="{3149C6FF-C828-C227-6AB2-B8C44B6C9AD6}"/>
              </a:ext>
            </a:extLst>
          </p:cNvPr>
          <p:cNvSpPr/>
          <p:nvPr userDrawn="1"/>
        </p:nvSpPr>
        <p:spPr>
          <a:xfrm>
            <a:off x="996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pattern">
            <a:extLst>
              <a:ext uri="{FF2B5EF4-FFF2-40B4-BE49-F238E27FC236}">
                <a16:creationId xmlns:a16="http://schemas.microsoft.com/office/drawing/2014/main" id="{DDC54702-A66A-9B63-B585-B1D7482B1F20}"/>
              </a:ext>
            </a:extLst>
          </p:cNvPr>
          <p:cNvSpPr/>
          <p:nvPr userDrawn="1"/>
        </p:nvSpPr>
        <p:spPr>
          <a:xfrm>
            <a:off x="1015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pattern">
            <a:extLst>
              <a:ext uri="{FF2B5EF4-FFF2-40B4-BE49-F238E27FC236}">
                <a16:creationId xmlns:a16="http://schemas.microsoft.com/office/drawing/2014/main" id="{BA15B202-CE6C-B353-8799-52EE89A85A30}"/>
              </a:ext>
            </a:extLst>
          </p:cNvPr>
          <p:cNvSpPr/>
          <p:nvPr userDrawn="1"/>
        </p:nvSpPr>
        <p:spPr>
          <a:xfrm>
            <a:off x="1034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pattern">
            <a:extLst>
              <a:ext uri="{FF2B5EF4-FFF2-40B4-BE49-F238E27FC236}">
                <a16:creationId xmlns:a16="http://schemas.microsoft.com/office/drawing/2014/main" id="{EBF73029-DBF1-ABD8-279F-ACE81B794084}"/>
              </a:ext>
            </a:extLst>
          </p:cNvPr>
          <p:cNvSpPr/>
          <p:nvPr userDrawn="1"/>
        </p:nvSpPr>
        <p:spPr>
          <a:xfrm>
            <a:off x="1053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pattern">
            <a:extLst>
              <a:ext uri="{FF2B5EF4-FFF2-40B4-BE49-F238E27FC236}">
                <a16:creationId xmlns:a16="http://schemas.microsoft.com/office/drawing/2014/main" id="{52DC70A4-A4E4-9DCF-48BE-D2077F6B06C8}"/>
              </a:ext>
            </a:extLst>
          </p:cNvPr>
          <p:cNvSpPr/>
          <p:nvPr userDrawn="1"/>
        </p:nvSpPr>
        <p:spPr>
          <a:xfrm>
            <a:off x="1072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pattern">
            <a:extLst>
              <a:ext uri="{FF2B5EF4-FFF2-40B4-BE49-F238E27FC236}">
                <a16:creationId xmlns:a16="http://schemas.microsoft.com/office/drawing/2014/main" id="{93EF3EA0-EC91-906C-4913-67864F2289D6}"/>
              </a:ext>
            </a:extLst>
          </p:cNvPr>
          <p:cNvSpPr/>
          <p:nvPr userDrawn="1"/>
        </p:nvSpPr>
        <p:spPr>
          <a:xfrm>
            <a:off x="1091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pattern">
            <a:extLst>
              <a:ext uri="{FF2B5EF4-FFF2-40B4-BE49-F238E27FC236}">
                <a16:creationId xmlns:a16="http://schemas.microsoft.com/office/drawing/2014/main" id="{03BB8DF9-3145-38C1-4F02-526F0DF1ECB9}"/>
              </a:ext>
            </a:extLst>
          </p:cNvPr>
          <p:cNvSpPr/>
          <p:nvPr userDrawn="1"/>
        </p:nvSpPr>
        <p:spPr>
          <a:xfrm>
            <a:off x="1110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pattern">
            <a:extLst>
              <a:ext uri="{FF2B5EF4-FFF2-40B4-BE49-F238E27FC236}">
                <a16:creationId xmlns:a16="http://schemas.microsoft.com/office/drawing/2014/main" id="{FC573438-6D1B-B70D-09C5-1382B27DBF0D}"/>
              </a:ext>
            </a:extLst>
          </p:cNvPr>
          <p:cNvSpPr/>
          <p:nvPr userDrawn="1"/>
        </p:nvSpPr>
        <p:spPr>
          <a:xfrm>
            <a:off x="1129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pattern">
            <a:extLst>
              <a:ext uri="{FF2B5EF4-FFF2-40B4-BE49-F238E27FC236}">
                <a16:creationId xmlns:a16="http://schemas.microsoft.com/office/drawing/2014/main" id="{65D78212-CE0A-F036-7FD7-F327F8A1C829}"/>
              </a:ext>
            </a:extLst>
          </p:cNvPr>
          <p:cNvSpPr/>
          <p:nvPr userDrawn="1"/>
        </p:nvSpPr>
        <p:spPr>
          <a:xfrm>
            <a:off x="1148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pattern">
            <a:extLst>
              <a:ext uri="{FF2B5EF4-FFF2-40B4-BE49-F238E27FC236}">
                <a16:creationId xmlns:a16="http://schemas.microsoft.com/office/drawing/2014/main" id="{0782694E-3511-445A-4A30-763B1C2B279E}"/>
              </a:ext>
            </a:extLst>
          </p:cNvPr>
          <p:cNvSpPr/>
          <p:nvPr userDrawn="1"/>
        </p:nvSpPr>
        <p:spPr>
          <a:xfrm>
            <a:off x="1167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pattern">
            <a:extLst>
              <a:ext uri="{FF2B5EF4-FFF2-40B4-BE49-F238E27FC236}">
                <a16:creationId xmlns:a16="http://schemas.microsoft.com/office/drawing/2014/main" id="{82642650-7F74-230C-E9BD-9107C427B953}"/>
              </a:ext>
            </a:extLst>
          </p:cNvPr>
          <p:cNvSpPr/>
          <p:nvPr userDrawn="1"/>
        </p:nvSpPr>
        <p:spPr>
          <a:xfrm>
            <a:off x="1186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pattern">
            <a:extLst>
              <a:ext uri="{FF2B5EF4-FFF2-40B4-BE49-F238E27FC236}">
                <a16:creationId xmlns:a16="http://schemas.microsoft.com/office/drawing/2014/main" id="{5E0BB524-BD93-312B-2A86-129412B9A0BB}"/>
              </a:ext>
            </a:extLst>
          </p:cNvPr>
          <p:cNvSpPr/>
          <p:nvPr userDrawn="1"/>
        </p:nvSpPr>
        <p:spPr>
          <a:xfrm>
            <a:off x="1205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pattern">
            <a:extLst>
              <a:ext uri="{FF2B5EF4-FFF2-40B4-BE49-F238E27FC236}">
                <a16:creationId xmlns:a16="http://schemas.microsoft.com/office/drawing/2014/main" id="{08304906-0056-7961-7EE0-8C1A00F903A0}"/>
              </a:ext>
            </a:extLst>
          </p:cNvPr>
          <p:cNvSpPr/>
          <p:nvPr userDrawn="1"/>
        </p:nvSpPr>
        <p:spPr>
          <a:xfrm>
            <a:off x="1224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6504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E5CBF7E-C315-554E-F454-61AF6CCB814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B55A7DEB-BE55-4A3E-617F-66CC004E0B7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04171" y="2419022"/>
            <a:ext cx="2499126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972C491-685F-8AA0-C456-FBA1ADDFA2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90986" y="2419022"/>
            <a:ext cx="574360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46DA52B1-5908-E6CB-D821-082BBCBE0D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04171" y="3350167"/>
            <a:ext cx="249912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752667A3-910B-AEB3-C739-32A2A7B6827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90986" y="3350167"/>
            <a:ext cx="574360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96751F8B-7DF8-A428-C504-E9E4C172E5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04171" y="4281312"/>
            <a:ext cx="249912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5B4C01AA-3CF5-5942-F327-07AD964EDA7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90986" y="4281312"/>
            <a:ext cx="574360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45568E41-5E85-612C-AF5D-E9E9238746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304171" y="5212457"/>
            <a:ext cx="249912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D0068E56-0819-EDDE-A889-CAB642CB3D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90986" y="5212457"/>
            <a:ext cx="574360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185CD083-5D5C-B23E-1433-14C4CC5400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545325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899E50C-C1CB-AFBD-1FDA-4709F5690EB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2F6FA52-7DF2-9751-1A64-587CD6FE503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2286000"/>
            <a:ext cx="8549642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0D8271BB-B535-467E-8F16-82ECD77D66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383485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3B5E563-29E5-1032-B627-37C9BA7F6D6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236A0303-EED4-8488-81DC-00BEE37547B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3880222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26AF70F-2AC1-F1F5-BF8A-45B4A5FC58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5" y="2859554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9C8FF75B-B5C1-B77E-0582-7FA4A676D53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10525" y="2472230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06D2A5E2-F36B-339F-A19A-E3A28E7877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0525" y="2859554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E1437A7D-37F5-985D-E8CE-A86538FFBF1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8015" y="4374427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4AAB1A57-9747-EB9E-668A-CAA0844CA5D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348015" y="4761750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697AAD27-C4A3-DA25-653D-886D48D213D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10525" y="4374427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F5CD9EBB-46FE-63D7-7595-B3D45E21BF1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710525" y="4761750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51978395-6D32-2C83-2110-8ED50380120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643989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4E86E10-57FE-2E32-A1DC-5A435640BC2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96ADC4D-4880-13CD-90E3-7933A4960E8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66331" y="2824734"/>
            <a:ext cx="3077871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485BFF40-B9B4-4FCA-79EF-3A5AD64AF1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194561" y="2286000"/>
            <a:ext cx="5129785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B0CE5E95-5EA8-C898-69FA-2E37903004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94561" y="4594860"/>
            <a:ext cx="5129785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598253EE-E6AD-499B-3E37-785087016A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279793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79588AD-32A9-DF0F-7160-4BE011FC7D4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C83B8985-F0C6-0753-8B17-6AC963A0C4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5231080"/>
            <a:ext cx="8549642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D798F6E5-70D4-483D-CF6D-F1F28F9A17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6" y="2472230"/>
            <a:ext cx="39679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F79EAAFF-2075-0893-E39C-7B76FB90F08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48016" y="4033703"/>
            <a:ext cx="39679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AC76CE24-49D8-2228-1176-BA09F13A65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8214" y="2472230"/>
            <a:ext cx="3792533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BCB403DD-9807-6DC6-4C86-C5C6AA83991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98214" y="3064836"/>
            <a:ext cx="3792533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7D4F318C-F511-9857-1DEC-2CC1DDE8EB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98214" y="3979355"/>
            <a:ext cx="1655123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CBEEB858-970D-4525-E748-228A318BADD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98214" y="4571961"/>
            <a:ext cx="1655123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C318DE7E-B37A-B4B7-7CA1-105204F526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35625" y="3979355"/>
            <a:ext cx="1655123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F6421513-9A82-2E35-958D-D3C3F04E64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35625" y="4571961"/>
            <a:ext cx="1655123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410E5B5F-57CC-B6E2-E2EC-D36E74A7045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86038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5CD7B65-DD56-FD02-BBCE-6EF2B7F3FF1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2A5D89F9-C745-48C8-AE30-02AF2765B24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5231080"/>
            <a:ext cx="8549642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64D4DEBF-406B-F26F-0DB2-5748AC505C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5" y="2472229"/>
            <a:ext cx="3880222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E56858EB-457C-D7FE-5E79-40E7ED5059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48015" y="3653886"/>
            <a:ext cx="3880222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A6A67EF4-7874-D39F-C35B-568DD65856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0525" y="2472229"/>
            <a:ext cx="3880222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647CD680-2B07-0446-31DE-5D1C82AD560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10525" y="3653886"/>
            <a:ext cx="3880222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B3408117-5AEA-9051-1B98-A0902810D8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1791902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3B56DC2-3C1F-8115-D34F-756505E8912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287A6DEF-45D9-AC2C-1063-68EF1297497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5231080"/>
            <a:ext cx="8549642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AF334F09-CE67-97B0-734C-38110C21E56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04172" y="2419022"/>
            <a:ext cx="2165909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85AA2DE9-9BFC-8825-CFFD-E236F4BBC0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7769" y="2419022"/>
            <a:ext cx="6076822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FD04D8DC-74B5-1F20-8F4E-B4EE146AA7F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04172" y="3152631"/>
            <a:ext cx="2165909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73EF77D5-0352-9296-A431-027D2CE954B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57769" y="3152631"/>
            <a:ext cx="6076822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20920815-AC38-4A8D-A531-BDF2092021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304172" y="3886241"/>
            <a:ext cx="2165909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8DE214DA-F065-6168-2CFA-710158124D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57769" y="3886241"/>
            <a:ext cx="6076822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20AF9AE3-A8D7-2765-C73E-71C6C741EFD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04172" y="4619850"/>
            <a:ext cx="2165909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3AB31F76-1858-2566-7CA1-66ADF1DC534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57769" y="4619850"/>
            <a:ext cx="6076822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21D09CCE-FCD8-FAE3-9A0C-C4A05943A48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576355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04B8878-5D47-F0E0-28DD-4994DD03387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4D471533-FC41-B06F-A886-E542C2EB996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482287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0D2C41C1-AC9A-F879-D786-47AD2A4923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17992" y="2472230"/>
            <a:ext cx="76727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1B0B91E8-A75F-48CA-FD70-AB54A0127F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917992" y="2859554"/>
            <a:ext cx="76727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0E9654A5-474A-2676-053B-508C1402F19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8016" y="4374427"/>
            <a:ext cx="482287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562C4F0A-40EB-BEA4-C632-C8D8BEDD464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17992" y="4374427"/>
            <a:ext cx="76727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3A43C65E-C75A-5F08-306E-F87B156B7FC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17992" y="4761750"/>
            <a:ext cx="76727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9FA24EAA-C8AB-3432-6F49-1FB294ECBD8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875039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E26DD2B-4892-3299-DFBF-F14EADEAB01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A927C2E6-6D21-3E67-4432-D3A9EA7C02D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3880222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F6F8174A-47BC-BB1C-3307-0CC9363FF2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5" y="2859554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C82F2736-1FEB-3675-FB1E-6FF21B5EFA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10525" y="2472230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76B029A-D802-B4D7-DC33-2E64EC2853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0525" y="2859554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6386EF3F-453C-C41E-12F7-7D71F40B25A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8015" y="4374427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6184E99D-B2CE-D207-B924-4EC48766E99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348015" y="4761750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DAFFD9C4-21AE-3AA4-0699-62E4557707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10525" y="4374427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353BE45E-740E-B605-1AD1-3011B4F2863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710525" y="4761750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BECC8CD4-957F-3DBE-7A1C-85982BC1AA3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586441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7C0C41B-E370-5010-6753-99ECD7EBF50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1671401B-47AD-AF0D-A3DA-07B819642AA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811082"/>
            <a:ext cx="1698967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863F0FF-9456-9436-19EF-A3023971AB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6" y="3658215"/>
            <a:ext cx="1698967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7138B50D-C705-5BF7-0C74-C9BA535F1EB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29271" y="2811082"/>
            <a:ext cx="1698967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6C3565CF-57FE-ECB3-3DB1-6A838309FF5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29271" y="3658215"/>
            <a:ext cx="1698967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13FB3452-105A-A6B1-21E6-6A74DAD57A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10526" y="2811082"/>
            <a:ext cx="1698967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58C39E84-4303-6F0C-236D-3FDABEA733F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10526" y="3658215"/>
            <a:ext cx="1698967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1BAFE81B-14AD-3829-32E6-EA4B4BD613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91780" y="2811082"/>
            <a:ext cx="1698967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E05174C9-3ED9-A996-3DF0-2A06500D88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91780" y="3658215"/>
            <a:ext cx="1698967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53E2CF33-C348-2FD9-9309-EFA8B36FB46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268108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DF86414-74E1-2DCE-1944-4B7931071BB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C56CB1C6-EFC6-7F26-07E8-6B661B80E6B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4138903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4F9D988E-5ABC-35E9-4809-69EBADFF6E9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6" y="4532455"/>
            <a:ext cx="4138903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50E7522E-73B9-8435-FC02-DDE773B988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48016" y="2472230"/>
            <a:ext cx="4138903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20A33982-8F7B-2282-6890-0680DCC083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8016" y="5047511"/>
            <a:ext cx="4138903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AC423525-9A0C-2B45-3923-C52F060ACC2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82359" y="2286001"/>
            <a:ext cx="376184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5CEEBD9D-2694-404B-0186-7E3779C6CD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82359" y="3342342"/>
            <a:ext cx="376184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37AD6A6-BBB6-1385-6C37-56F708D9638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8763784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97C632D-F59F-0F26-FD29-5ACE9E1CA88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D1A79952-0BB8-3A36-CB58-25C5B7F1D5B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2426052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75DD2AE6-7D12-4162-B2DA-B05DF70977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5" y="3419025"/>
            <a:ext cx="2426052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88EB1F6A-EE03-2F1A-7B63-C75690E6EB7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6355" y="2472230"/>
            <a:ext cx="2426052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6F12A783-6D6B-31AD-44F9-05E0B75957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56355" y="3419025"/>
            <a:ext cx="2426052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BBB34D49-04ED-7867-39F9-6E715D8B7D2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64694" y="2472230"/>
            <a:ext cx="2426052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15C4E56-EDC7-AC7A-4131-1DE5F7E5F0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64694" y="3419025"/>
            <a:ext cx="2426052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21288281-8EF3-FD98-6C84-7F2EEFD409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801529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FFBEAF0-649E-C106-D32A-21203C57D67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5A8C2A9A-102B-B737-FEF9-0AEBFFBCF13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482287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AE3A7A88-001D-2FAB-6E3A-021E6991BC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17992" y="2472230"/>
            <a:ext cx="76727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D8929006-876D-1512-F483-461C53A642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917992" y="2859554"/>
            <a:ext cx="76727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1B5A8086-74F0-70EB-46E1-BCCB2E472A6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8016" y="4374427"/>
            <a:ext cx="482287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FB813B2C-60C8-DF58-627C-67ABF851BD1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17992" y="4374427"/>
            <a:ext cx="76727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0382F791-BEF1-9DB2-CD0C-86AEF9853C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17992" y="4761750"/>
            <a:ext cx="76727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B54DA5B2-CFDA-D388-D881-7EB71CA81A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462478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4296B9F-17D3-8EC3-767A-A0D41D3FB6C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B9A247BB-9815-6295-02C0-EA898010BEE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4138903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9B9BF415-5EBD-9C0C-8123-2232CB1C5B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6" y="4532455"/>
            <a:ext cx="4138903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A75737CD-1E68-90FB-8F4C-9BE39463D12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48016" y="2472230"/>
            <a:ext cx="4138903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6DA07F3D-2ED7-A5BF-E0C3-A06259D5B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8016" y="5047511"/>
            <a:ext cx="4138903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B0540D34-BDE1-8F5C-557E-85D5CE62CA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82359" y="2286001"/>
            <a:ext cx="376184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949073EA-093D-9D05-5C4A-BDC133D9B8A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82359" y="3342342"/>
            <a:ext cx="376184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56F8CCB-1E5C-AD99-A474-DC10A1197D8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5839806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6A8AC14-8D5E-1860-2FBB-B809AB15157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E0FFA35F-3CE8-F5D0-D2EE-CB32A0DF7AC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04171" y="2419022"/>
            <a:ext cx="482287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1F30BBF-B826-AD2C-EDBD-2A24F797A09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874148" y="2419022"/>
            <a:ext cx="7760443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FDF6EE39-60BE-E893-4E52-E77BA47075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04172" y="3350167"/>
            <a:ext cx="482287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2CD02C72-FE21-14F1-808B-313AD2C5F0C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74148" y="3350167"/>
            <a:ext cx="7760443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94F4B799-3900-0905-E273-D2613563E2C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04172" y="4281312"/>
            <a:ext cx="482287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0BB07331-495F-C4F4-8679-47495691CCC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4148" y="4281312"/>
            <a:ext cx="7760443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756E692C-CDC1-D057-DCD2-8C6B9D8A863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304172" y="5212457"/>
            <a:ext cx="482287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181841EB-8E94-A206-E2E6-F0D68E0F4F4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74148" y="5212457"/>
            <a:ext cx="7760443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35CD7487-3302-A70D-53E0-8BBCC9753F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0461606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0B1424C-FB5E-1244-08ED-02CA052473D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38DFED30-8BA8-2C21-8E6E-907646FAC8D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4842659"/>
            <a:ext cx="2069452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EE0C5E28-DCF6-B7BF-94AC-BB7EADE5D5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2964" y="4842659"/>
            <a:ext cx="6087783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7B6EB532-16D4-9F25-74C4-A83F53C37C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48015" y="2472229"/>
            <a:ext cx="2426052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1BCDB63F-FD06-6C98-F201-D15E94E4E5B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8015" y="2996487"/>
            <a:ext cx="2426052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60E530E2-70FE-FF6C-8976-A341D4AE3C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56355" y="2472229"/>
            <a:ext cx="2426052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9578D522-C60C-9BA7-5E98-DF9AC2D872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56355" y="2996487"/>
            <a:ext cx="2426052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DBC8ECA3-FA64-DFC4-65C2-87082EF0DC2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64694" y="2472229"/>
            <a:ext cx="2426052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25387378-1A2A-2630-5AD2-E494A3280A0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64694" y="2996487"/>
            <a:ext cx="2426052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D968B59E-3E49-D874-7B96-C5C42327DAD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39534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C4851DB9-691F-A709-A044-0F355536F06D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354DB14-F9AE-4C12-8CFE-33ABF7B568C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4A457B9-11F0-4EFD-A461-9DC8C80A1D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617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1555A2"/>
      </a:dk1>
      <a:lt1>
        <a:srgbClr val="F4F5F6"/>
      </a:lt1>
      <a:dk2>
        <a:srgbClr val="455161"/>
      </a:dk2>
      <a:lt2>
        <a:srgbClr val="E7E8E8"/>
      </a:lt2>
      <a:accent1>
        <a:srgbClr val="1555A2"/>
      </a:accent1>
      <a:accent2>
        <a:srgbClr val="BF810F"/>
      </a:accent2>
      <a:accent3>
        <a:srgbClr val="455161"/>
      </a:accent3>
      <a:accent4>
        <a:srgbClr val="1555A2"/>
      </a:accent4>
      <a:accent5>
        <a:srgbClr val="1555A2"/>
      </a:accent5>
      <a:accent6>
        <a:srgbClr val="455161"/>
      </a:accent6>
      <a:hlink>
        <a:srgbClr val="1555A2"/>
      </a:hlink>
      <a:folHlink>
        <a:srgbClr val="455161"/>
      </a:folHlink>
    </a:clrScheme>
    <a:fontScheme name="Integral">
      <a:majorFont>
        <a:latin typeface="Bahnschrift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2026-10-03T19:59:58Z</dcterms:created>
  <dcterms:modified xsi:type="dcterms:W3CDTF">2026-10-03T20:00:15Z</dcterms:modified>
</cp:coreProperties>
</file>