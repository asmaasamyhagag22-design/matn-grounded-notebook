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Sz cx="12192000" cy="6858000"/>
  <p:notesSz cx="6858000" cy="9144000"/>
  <p:defaultTextStyle>
    <a:defPPr lvl="0">
      <a:defRPr lang="en-US"/>
    </a:defPPr>
    <a:lvl1pPr marL="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matn:title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reative_background">
            <a:extLst>
              <a:ext uri="{FF2B5EF4-FFF2-40B4-BE49-F238E27FC236}">
                <a16:creationId xmlns:a16="http://schemas.microsoft.com/office/drawing/2014/main" id="{21B7ADFD-D32C-8F8C-C75E-FB46949A2D7B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2194560" y="4960137"/>
            <a:ext cx="6032500" cy="1463040"/>
          </a:xfrm>
        </p:spPr>
        <p:txBody>
          <a:bodyPr anchor="ctr">
            <a:normAutofit/>
          </a:bodyPr>
          <a:lstStyle>
            <a:lvl1pPr algn="r">
              <a:defRPr sz="4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>
            <a:lvl1pPr algn="l">
              <a:defRPr/>
            </a:lvl1pPr>
          </a:lstStyle>
          <a:p>
            <a:fld id="{69C9F4DC-D411-4651-9AAC-29900672A9A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681015-3E44-49AF-A930-B36E5E8634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3753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B5D9AF3B-2617-43B7-2F3C-66BF57E2A3EF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69C9F4DC-D411-4651-9AAC-29900672A9A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681015-3E44-49AF-A930-B36E5E8634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66041DE0-D1E7-F23E-AD38-53F32BFBD92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04171" y="2419022"/>
            <a:ext cx="2499126" cy="53208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930A5317-695E-A673-AA3C-BC9364566F2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90986" y="2419022"/>
            <a:ext cx="574360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677F1D93-ADF9-55CC-D701-A18811E00E4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04171" y="3350167"/>
            <a:ext cx="249912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1E2290FB-3667-22A0-E18C-DDB89C0C90E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90986" y="3350167"/>
            <a:ext cx="574360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D5DC6D2E-1C37-173A-11DA-6A2928FE308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304171" y="4281312"/>
            <a:ext cx="249912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878F8851-9F23-7903-0EEF-A761E539235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90986" y="4281312"/>
            <a:ext cx="574360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2EC011E2-26CA-1C27-59E9-54039430C5A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304171" y="5212457"/>
            <a:ext cx="249912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92316F90-AB93-0744-29F1-2EDC0468FBB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90986" y="5212457"/>
            <a:ext cx="574360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DDE0B61F-4BAC-82A8-6531-84216400A07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19456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3920703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ig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1D80849E-CE5D-FE8B-6FDE-2B2E2DBC7005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69C9F4DC-D411-4651-9AAC-29900672A9A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681015-3E44-49AF-A930-B36E5E8634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783E907E-DE76-6FF8-1AD0-C2112977894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194560" y="5159248"/>
            <a:ext cx="8549642" cy="71831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6CB74F72-BAE8-BB7A-75F0-32DB38FE467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48015" y="2472229"/>
            <a:ext cx="3880222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ACBA3F38-B19B-7A34-D5FE-E310C51A91D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48015" y="3987526"/>
            <a:ext cx="3880222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48019C77-0C75-EFE5-85E4-98A27F7CA8C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10525" y="2472229"/>
            <a:ext cx="3880222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609AF094-FC62-ED37-1AC1-4E895619CCF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710525" y="3987526"/>
            <a:ext cx="3880222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1EED54E8-47CB-8538-5FEB-6AB0D7BDCFF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19456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6693826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c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8EC0F744-DB33-A847-DE85-B386B32608E7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69C9F4DC-D411-4651-9AAC-29900672A9A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681015-3E44-49AF-A930-B36E5E8634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FC6ED26D-D24E-7A1D-1E73-EC7E54C0EEF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194560" y="5159248"/>
            <a:ext cx="8549642" cy="71831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D13DF17B-B2DF-5EA6-EBBF-FE81BF814C3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48016" y="2472229"/>
            <a:ext cx="1698967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0B919FAF-B661-5932-9072-EAA1C6ECCD8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48016" y="3987526"/>
            <a:ext cx="1698967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C63EF7F4-D239-8534-6966-CDB9168B79A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29271" y="2472229"/>
            <a:ext cx="1698967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D3F44B07-7D96-3CB5-9A10-AACBCFCF3FD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529271" y="3987526"/>
            <a:ext cx="1698967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A0E65E45-56BD-9959-42DE-23E5103C154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10526" y="2472229"/>
            <a:ext cx="1698967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F974B1DE-7EE8-E354-AE1E-B3148215D14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10526" y="3987526"/>
            <a:ext cx="1698967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16C79F3B-B5BA-E711-8BA7-AF1E104ECE9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891780" y="2472229"/>
            <a:ext cx="1698967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1AB50EE4-88AA-736D-5B76-F0027249482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891780" y="3987526"/>
            <a:ext cx="1698967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4E4CA2A1-4234-19C4-AE10-278AFBEB897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19456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5130280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plit-60-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8EA7ED79-30C3-9AB2-8ACC-1E0F856566FD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69C9F4DC-D411-4651-9AAC-29900672A9A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681015-3E44-49AF-A930-B36E5E8634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690A12A3-12E1-62C2-7DCC-22D2DD01AC1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194560" y="2286000"/>
            <a:ext cx="4787799" cy="3591560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quote">
            <a:extLst>
              <a:ext uri="{FF2B5EF4-FFF2-40B4-BE49-F238E27FC236}">
                <a16:creationId xmlns:a16="http://schemas.microsoft.com/office/drawing/2014/main" id="{203844F4-AF7E-8E05-FFFE-F2AC4B9D521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477800" y="2472230"/>
            <a:ext cx="3112946" cy="26870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0" name="attribution">
            <a:extLst>
              <a:ext uri="{FF2B5EF4-FFF2-40B4-BE49-F238E27FC236}">
                <a16:creationId xmlns:a16="http://schemas.microsoft.com/office/drawing/2014/main" id="{1C7D359C-AD7F-EDFA-C80C-CE351463472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77800" y="5159249"/>
            <a:ext cx="311294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4A5ABFA0-4F2F-A7FC-6CAC-BDC0C58539A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19456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5898719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C8E8886E-0948-D88A-1546-7A9591DA8A06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69C9F4DC-D411-4651-9AAC-29900672A9A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681015-3E44-49AF-A930-B36E5E8634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F56634E7-2173-E57E-3E0C-34C125597DF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48015" y="2472230"/>
            <a:ext cx="2426052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573C0158-4DC4-BA70-202E-1FC75C5F471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48015" y="3419025"/>
            <a:ext cx="2426052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E5C28608-7426-4DED-F815-63E868CFDD5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56355" y="2472230"/>
            <a:ext cx="2426052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2DE6A4DB-34F9-8DB2-C31F-FFFADAEC0D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56355" y="3419025"/>
            <a:ext cx="2426052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5B499ACB-E71D-39C6-1ADC-A2CF91E8B33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64694" y="2472230"/>
            <a:ext cx="2426052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892ADCEF-CE41-9454-5648-0CB3A205F0F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164694" y="3419025"/>
            <a:ext cx="2426052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7497F792-A4EE-ECC5-FAD5-9406A9CECBA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9456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4324830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1B6295D7-5DDB-A8F3-7994-33BDA2FC486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69C9F4DC-D411-4651-9AAC-29900672A9A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681015-3E44-49AF-A930-B36E5E8634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1A8675F1-3B52-1233-50EA-715CCC78F58A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48015" y="2472230"/>
            <a:ext cx="3880222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413F7400-91FE-E3BC-3014-DB5041B8A17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48015" y="3419025"/>
            <a:ext cx="3880222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CFFF07C7-AB58-1013-F0EA-DC73F919022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10525" y="2472230"/>
            <a:ext cx="3880222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4D9BAFA5-8566-D583-08A4-E27808CE5C9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10525" y="3419025"/>
            <a:ext cx="3880222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F36C44FA-2D89-12AA-4218-4C493C2325E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19456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3884410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hart: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FA7F70D9-7359-9221-642F-369C196C278E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69C9F4DC-D411-4651-9AAC-29900672A9A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681015-3E44-49AF-A930-B36E5E8634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hart">
            <a:extLst>
              <a:ext uri="{FF2B5EF4-FFF2-40B4-BE49-F238E27FC236}">
                <a16:creationId xmlns:a16="http://schemas.microsoft.com/office/drawing/2014/main" id="{BB8056E6-D962-0C5D-17AE-C44C0D0F9538}"/>
              </a:ext>
            </a:extLst>
          </p:cNvPr>
          <p:cNvSpPr>
            <a:spLocks noGrp="1"/>
          </p:cNvSpPr>
          <p:nvPr>
            <p:ph type="chart" idx="13"/>
          </p:nvPr>
        </p:nvSpPr>
        <p:spPr>
          <a:xfrm>
            <a:off x="2194560" y="2286000"/>
            <a:ext cx="5984749" cy="35915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body">
            <a:extLst>
              <a:ext uri="{FF2B5EF4-FFF2-40B4-BE49-F238E27FC236}">
                <a16:creationId xmlns:a16="http://schemas.microsoft.com/office/drawing/2014/main" id="{3EBD20B3-A94C-72D8-1861-87C75FE88CE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521296" y="2429663"/>
            <a:ext cx="2222907" cy="330423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10" name="source">
            <a:extLst>
              <a:ext uri="{FF2B5EF4-FFF2-40B4-BE49-F238E27FC236}">
                <a16:creationId xmlns:a16="http://schemas.microsoft.com/office/drawing/2014/main" id="{565A8DCD-AEDD-918C-D0E1-988A5D98A5B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19456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624823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5435A0E8-BBB9-253C-B24D-844AF282A2D5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69C9F4DC-D411-4651-9AAC-29900672A9A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681015-3E44-49AF-A930-B36E5E8634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739271E2-FDD0-1B56-01CA-99D66631CB2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48015" y="2472230"/>
            <a:ext cx="3880222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4942B707-561D-4F5A-3C6F-3DD620D4E61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48015" y="2859554"/>
            <a:ext cx="3880222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74F45EE0-AFB1-37EF-0B32-8C4E698D1C5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10525" y="2472230"/>
            <a:ext cx="3880222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7E766131-A5C9-5D2E-7204-B96CDE3B97D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10525" y="2859554"/>
            <a:ext cx="3880222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AF8897B2-FD7A-18A5-6807-5E4285C1E26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348015" y="4374427"/>
            <a:ext cx="3880222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AE58D9E1-DBF8-AB6C-E20F-2CE66F0FF5C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348015" y="4761750"/>
            <a:ext cx="3880222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9C2D32DD-294E-246D-2C3E-CC514E9DAB3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10525" y="4374427"/>
            <a:ext cx="3880222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0D2280C2-A673-0006-53FE-58275FD2BD6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710525" y="4761750"/>
            <a:ext cx="3880222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EB1374BB-797E-2794-216C-260E89D4DA2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19456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2684438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897A2ED8-3FF0-B651-A3BE-6231CC5F47A6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69C9F4DC-D411-4651-9AAC-29900672A9A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681015-3E44-49AF-A930-B36E5E8634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F762C3CE-BC28-A919-D05F-DAFB7A096BC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194560" y="2286000"/>
            <a:ext cx="8549642" cy="3591560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ED3909A3-F642-F5A3-77BB-600E79F9851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19456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175013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source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AB5A65D3-E628-D0D4-50C8-A3F2666809DE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69C9F4DC-D411-4651-9AAC-29900672A9A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681015-3E44-49AF-A930-B36E5E8634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196FAAB2-FB6F-A280-CCE7-D866B49B55D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194560" y="2286000"/>
            <a:ext cx="8549642" cy="359156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14506458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matn:section_divider:default">
    <p:bg>
      <p:bgPr>
        <a:solidFill>
          <a:srgbClr val="042F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975360" y="3538728"/>
            <a:ext cx="10241280" cy="1536192"/>
          </a:xfrm>
        </p:spPr>
        <p:txBody>
          <a:bodyPr lIns="0" anchor="t"/>
          <a:lstStyle>
            <a:lvl1pPr>
              <a:defRPr sz="3600">
                <a:solidFill>
                  <a:srgbClr val="E29B1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ection_number">
            <a:extLst>
              <a:ext uri="{FF2B5EF4-FFF2-40B4-BE49-F238E27FC236}">
                <a16:creationId xmlns:a16="http://schemas.microsoft.com/office/drawing/2014/main" id="{C4DCCE7E-5283-D886-DF95-EDEAD7A23E2E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975360" y="685800"/>
            <a:ext cx="6144768" cy="2743200"/>
          </a:xfrm>
        </p:spPr>
        <p:txBody>
          <a:bodyPr wrap="square" lIns="0" tIns="0" bIns="0" anchor="b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buFontTx/>
              <a:buNone/>
              <a:defRPr sz="16000" b="1">
                <a:solidFill>
                  <a:srgbClr val="E29B1F"/>
                </a:solidFill>
                <a:latin typeface="+mj-lt"/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35E6A0FB-CCD9-351B-8230-8F980E8B0CC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75360" y="5184648"/>
            <a:ext cx="10241280" cy="987552"/>
          </a:xfrm>
          <a:prstGeom prst="rect">
            <a:avLst/>
          </a:prstGeom>
        </p:spPr>
        <p:txBody>
          <a:bodyPr wrap="square" lIns="0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>
                <a:solidFill>
                  <a:srgbClr val="E29B1F"/>
                </a:solidFill>
              </a:defRPr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8" name="pattern">
            <a:extLst>
              <a:ext uri="{FF2B5EF4-FFF2-40B4-BE49-F238E27FC236}">
                <a16:creationId xmlns:a16="http://schemas.microsoft.com/office/drawing/2014/main" id="{1A3244B4-D31F-0236-74E9-5E8A5834E587}"/>
              </a:ext>
            </a:extLst>
          </p:cNvPr>
          <p:cNvSpPr/>
          <p:nvPr userDrawn="1"/>
        </p:nvSpPr>
        <p:spPr>
          <a:xfrm>
            <a:off x="152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attern">
            <a:extLst>
              <a:ext uri="{FF2B5EF4-FFF2-40B4-BE49-F238E27FC236}">
                <a16:creationId xmlns:a16="http://schemas.microsoft.com/office/drawing/2014/main" id="{F6C3FA96-2E54-13CA-980A-2171AD490A50}"/>
              </a:ext>
            </a:extLst>
          </p:cNvPr>
          <p:cNvSpPr/>
          <p:nvPr userDrawn="1"/>
        </p:nvSpPr>
        <p:spPr>
          <a:xfrm>
            <a:off x="342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ttern">
            <a:extLst>
              <a:ext uri="{FF2B5EF4-FFF2-40B4-BE49-F238E27FC236}">
                <a16:creationId xmlns:a16="http://schemas.microsoft.com/office/drawing/2014/main" id="{4D271DD1-3DA0-AC04-B7E1-B6C840E5CD91}"/>
              </a:ext>
            </a:extLst>
          </p:cNvPr>
          <p:cNvSpPr/>
          <p:nvPr userDrawn="1"/>
        </p:nvSpPr>
        <p:spPr>
          <a:xfrm>
            <a:off x="533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pattern">
            <a:extLst>
              <a:ext uri="{FF2B5EF4-FFF2-40B4-BE49-F238E27FC236}">
                <a16:creationId xmlns:a16="http://schemas.microsoft.com/office/drawing/2014/main" id="{2844F128-2F8A-4EA1-61CF-EBF844CF52C5}"/>
              </a:ext>
            </a:extLst>
          </p:cNvPr>
          <p:cNvSpPr/>
          <p:nvPr userDrawn="1"/>
        </p:nvSpPr>
        <p:spPr>
          <a:xfrm>
            <a:off x="723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attern">
            <a:extLst>
              <a:ext uri="{FF2B5EF4-FFF2-40B4-BE49-F238E27FC236}">
                <a16:creationId xmlns:a16="http://schemas.microsoft.com/office/drawing/2014/main" id="{67F42236-AEE3-7283-A15D-492176828A97}"/>
              </a:ext>
            </a:extLst>
          </p:cNvPr>
          <p:cNvSpPr/>
          <p:nvPr userDrawn="1"/>
        </p:nvSpPr>
        <p:spPr>
          <a:xfrm>
            <a:off x="914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pattern">
            <a:extLst>
              <a:ext uri="{FF2B5EF4-FFF2-40B4-BE49-F238E27FC236}">
                <a16:creationId xmlns:a16="http://schemas.microsoft.com/office/drawing/2014/main" id="{BC338243-D19D-5E9B-2782-7CEF75D65854}"/>
              </a:ext>
            </a:extLst>
          </p:cNvPr>
          <p:cNvSpPr/>
          <p:nvPr userDrawn="1"/>
        </p:nvSpPr>
        <p:spPr>
          <a:xfrm>
            <a:off x="1104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attern">
            <a:extLst>
              <a:ext uri="{FF2B5EF4-FFF2-40B4-BE49-F238E27FC236}">
                <a16:creationId xmlns:a16="http://schemas.microsoft.com/office/drawing/2014/main" id="{728AF099-3D66-88E5-550F-794CAE541574}"/>
              </a:ext>
            </a:extLst>
          </p:cNvPr>
          <p:cNvSpPr/>
          <p:nvPr userDrawn="1"/>
        </p:nvSpPr>
        <p:spPr>
          <a:xfrm>
            <a:off x="1295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attern">
            <a:extLst>
              <a:ext uri="{FF2B5EF4-FFF2-40B4-BE49-F238E27FC236}">
                <a16:creationId xmlns:a16="http://schemas.microsoft.com/office/drawing/2014/main" id="{4F61D15D-B4BC-667B-F4CC-2EAA2CB268EC}"/>
              </a:ext>
            </a:extLst>
          </p:cNvPr>
          <p:cNvSpPr/>
          <p:nvPr userDrawn="1"/>
        </p:nvSpPr>
        <p:spPr>
          <a:xfrm>
            <a:off x="1485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pattern">
            <a:extLst>
              <a:ext uri="{FF2B5EF4-FFF2-40B4-BE49-F238E27FC236}">
                <a16:creationId xmlns:a16="http://schemas.microsoft.com/office/drawing/2014/main" id="{00A672ED-D58D-5F21-6435-4732DA003A57}"/>
              </a:ext>
            </a:extLst>
          </p:cNvPr>
          <p:cNvSpPr/>
          <p:nvPr userDrawn="1"/>
        </p:nvSpPr>
        <p:spPr>
          <a:xfrm>
            <a:off x="1676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ttern">
            <a:extLst>
              <a:ext uri="{FF2B5EF4-FFF2-40B4-BE49-F238E27FC236}">
                <a16:creationId xmlns:a16="http://schemas.microsoft.com/office/drawing/2014/main" id="{A630BE0B-259D-78FA-BA5A-BB5E21F4A19B}"/>
              </a:ext>
            </a:extLst>
          </p:cNvPr>
          <p:cNvSpPr/>
          <p:nvPr userDrawn="1"/>
        </p:nvSpPr>
        <p:spPr>
          <a:xfrm>
            <a:off x="1866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attern">
            <a:extLst>
              <a:ext uri="{FF2B5EF4-FFF2-40B4-BE49-F238E27FC236}">
                <a16:creationId xmlns:a16="http://schemas.microsoft.com/office/drawing/2014/main" id="{CC66901D-438C-FFDF-0F1B-81E723411E0D}"/>
              </a:ext>
            </a:extLst>
          </p:cNvPr>
          <p:cNvSpPr/>
          <p:nvPr userDrawn="1"/>
        </p:nvSpPr>
        <p:spPr>
          <a:xfrm>
            <a:off x="2057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attern">
            <a:extLst>
              <a:ext uri="{FF2B5EF4-FFF2-40B4-BE49-F238E27FC236}">
                <a16:creationId xmlns:a16="http://schemas.microsoft.com/office/drawing/2014/main" id="{E81171E4-1FF7-F63D-B1E0-1A5116588DA9}"/>
              </a:ext>
            </a:extLst>
          </p:cNvPr>
          <p:cNvSpPr/>
          <p:nvPr userDrawn="1"/>
        </p:nvSpPr>
        <p:spPr>
          <a:xfrm>
            <a:off x="2247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pattern">
            <a:extLst>
              <a:ext uri="{FF2B5EF4-FFF2-40B4-BE49-F238E27FC236}">
                <a16:creationId xmlns:a16="http://schemas.microsoft.com/office/drawing/2014/main" id="{AEDA6964-38C6-5809-E4F4-721D710155A9}"/>
              </a:ext>
            </a:extLst>
          </p:cNvPr>
          <p:cNvSpPr/>
          <p:nvPr userDrawn="1"/>
        </p:nvSpPr>
        <p:spPr>
          <a:xfrm>
            <a:off x="2438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pattern">
            <a:extLst>
              <a:ext uri="{FF2B5EF4-FFF2-40B4-BE49-F238E27FC236}">
                <a16:creationId xmlns:a16="http://schemas.microsoft.com/office/drawing/2014/main" id="{BDC3AC48-9793-8E3F-FCA5-12C32DA4C696}"/>
              </a:ext>
            </a:extLst>
          </p:cNvPr>
          <p:cNvSpPr/>
          <p:nvPr userDrawn="1"/>
        </p:nvSpPr>
        <p:spPr>
          <a:xfrm>
            <a:off x="2628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pattern">
            <a:extLst>
              <a:ext uri="{FF2B5EF4-FFF2-40B4-BE49-F238E27FC236}">
                <a16:creationId xmlns:a16="http://schemas.microsoft.com/office/drawing/2014/main" id="{1CB68539-A617-03A1-ECBA-03CBC65EF691}"/>
              </a:ext>
            </a:extLst>
          </p:cNvPr>
          <p:cNvSpPr/>
          <p:nvPr userDrawn="1"/>
        </p:nvSpPr>
        <p:spPr>
          <a:xfrm>
            <a:off x="2819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pattern">
            <a:extLst>
              <a:ext uri="{FF2B5EF4-FFF2-40B4-BE49-F238E27FC236}">
                <a16:creationId xmlns:a16="http://schemas.microsoft.com/office/drawing/2014/main" id="{A2A07C8E-94E5-8DD0-42F4-F8BFD8018382}"/>
              </a:ext>
            </a:extLst>
          </p:cNvPr>
          <p:cNvSpPr/>
          <p:nvPr userDrawn="1"/>
        </p:nvSpPr>
        <p:spPr>
          <a:xfrm>
            <a:off x="3009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pattern">
            <a:extLst>
              <a:ext uri="{FF2B5EF4-FFF2-40B4-BE49-F238E27FC236}">
                <a16:creationId xmlns:a16="http://schemas.microsoft.com/office/drawing/2014/main" id="{7932D0B6-3E3C-6BB7-FFED-346CFB9E173E}"/>
              </a:ext>
            </a:extLst>
          </p:cNvPr>
          <p:cNvSpPr/>
          <p:nvPr userDrawn="1"/>
        </p:nvSpPr>
        <p:spPr>
          <a:xfrm>
            <a:off x="3200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pattern">
            <a:extLst>
              <a:ext uri="{FF2B5EF4-FFF2-40B4-BE49-F238E27FC236}">
                <a16:creationId xmlns:a16="http://schemas.microsoft.com/office/drawing/2014/main" id="{327C437A-AA40-1286-F89E-DA649557F0A9}"/>
              </a:ext>
            </a:extLst>
          </p:cNvPr>
          <p:cNvSpPr/>
          <p:nvPr userDrawn="1"/>
        </p:nvSpPr>
        <p:spPr>
          <a:xfrm>
            <a:off x="3390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pattern">
            <a:extLst>
              <a:ext uri="{FF2B5EF4-FFF2-40B4-BE49-F238E27FC236}">
                <a16:creationId xmlns:a16="http://schemas.microsoft.com/office/drawing/2014/main" id="{0AC859CE-526B-8DBA-A1E1-14D1CFBDF9D7}"/>
              </a:ext>
            </a:extLst>
          </p:cNvPr>
          <p:cNvSpPr/>
          <p:nvPr userDrawn="1"/>
        </p:nvSpPr>
        <p:spPr>
          <a:xfrm>
            <a:off x="3581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pattern">
            <a:extLst>
              <a:ext uri="{FF2B5EF4-FFF2-40B4-BE49-F238E27FC236}">
                <a16:creationId xmlns:a16="http://schemas.microsoft.com/office/drawing/2014/main" id="{3415CC1A-F24E-5898-AA3F-4E75E7305CC1}"/>
              </a:ext>
            </a:extLst>
          </p:cNvPr>
          <p:cNvSpPr/>
          <p:nvPr userDrawn="1"/>
        </p:nvSpPr>
        <p:spPr>
          <a:xfrm>
            <a:off x="3771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pattern">
            <a:extLst>
              <a:ext uri="{FF2B5EF4-FFF2-40B4-BE49-F238E27FC236}">
                <a16:creationId xmlns:a16="http://schemas.microsoft.com/office/drawing/2014/main" id="{0485DBEB-C860-4814-1F41-32C033ABAA92}"/>
              </a:ext>
            </a:extLst>
          </p:cNvPr>
          <p:cNvSpPr/>
          <p:nvPr userDrawn="1"/>
        </p:nvSpPr>
        <p:spPr>
          <a:xfrm>
            <a:off x="3962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pattern">
            <a:extLst>
              <a:ext uri="{FF2B5EF4-FFF2-40B4-BE49-F238E27FC236}">
                <a16:creationId xmlns:a16="http://schemas.microsoft.com/office/drawing/2014/main" id="{DFA83C2A-391D-ACD7-89B5-591E88F2EEC5}"/>
              </a:ext>
            </a:extLst>
          </p:cNvPr>
          <p:cNvSpPr/>
          <p:nvPr userDrawn="1"/>
        </p:nvSpPr>
        <p:spPr>
          <a:xfrm>
            <a:off x="4152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pattern">
            <a:extLst>
              <a:ext uri="{FF2B5EF4-FFF2-40B4-BE49-F238E27FC236}">
                <a16:creationId xmlns:a16="http://schemas.microsoft.com/office/drawing/2014/main" id="{93B18772-9848-5A0E-FC37-449B594A1261}"/>
              </a:ext>
            </a:extLst>
          </p:cNvPr>
          <p:cNvSpPr/>
          <p:nvPr userDrawn="1"/>
        </p:nvSpPr>
        <p:spPr>
          <a:xfrm>
            <a:off x="4343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pattern">
            <a:extLst>
              <a:ext uri="{FF2B5EF4-FFF2-40B4-BE49-F238E27FC236}">
                <a16:creationId xmlns:a16="http://schemas.microsoft.com/office/drawing/2014/main" id="{32584153-CD66-4DEF-B05B-C1E43740FC16}"/>
              </a:ext>
            </a:extLst>
          </p:cNvPr>
          <p:cNvSpPr/>
          <p:nvPr userDrawn="1"/>
        </p:nvSpPr>
        <p:spPr>
          <a:xfrm>
            <a:off x="4533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pattern">
            <a:extLst>
              <a:ext uri="{FF2B5EF4-FFF2-40B4-BE49-F238E27FC236}">
                <a16:creationId xmlns:a16="http://schemas.microsoft.com/office/drawing/2014/main" id="{9C9A4A2A-AA4E-4347-B868-AD6272937829}"/>
              </a:ext>
            </a:extLst>
          </p:cNvPr>
          <p:cNvSpPr/>
          <p:nvPr userDrawn="1"/>
        </p:nvSpPr>
        <p:spPr>
          <a:xfrm>
            <a:off x="4724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pattern">
            <a:extLst>
              <a:ext uri="{FF2B5EF4-FFF2-40B4-BE49-F238E27FC236}">
                <a16:creationId xmlns:a16="http://schemas.microsoft.com/office/drawing/2014/main" id="{EACBDE52-342A-EB56-74C8-3128D58990A5}"/>
              </a:ext>
            </a:extLst>
          </p:cNvPr>
          <p:cNvSpPr/>
          <p:nvPr userDrawn="1"/>
        </p:nvSpPr>
        <p:spPr>
          <a:xfrm>
            <a:off x="4914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pattern">
            <a:extLst>
              <a:ext uri="{FF2B5EF4-FFF2-40B4-BE49-F238E27FC236}">
                <a16:creationId xmlns:a16="http://schemas.microsoft.com/office/drawing/2014/main" id="{7096A76F-16DF-244C-E6B6-6F1F1686246F}"/>
              </a:ext>
            </a:extLst>
          </p:cNvPr>
          <p:cNvSpPr/>
          <p:nvPr userDrawn="1"/>
        </p:nvSpPr>
        <p:spPr>
          <a:xfrm>
            <a:off x="5105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pattern">
            <a:extLst>
              <a:ext uri="{FF2B5EF4-FFF2-40B4-BE49-F238E27FC236}">
                <a16:creationId xmlns:a16="http://schemas.microsoft.com/office/drawing/2014/main" id="{6326FD1F-E0CC-4CEC-4E4F-65795109B62F}"/>
              </a:ext>
            </a:extLst>
          </p:cNvPr>
          <p:cNvSpPr/>
          <p:nvPr userDrawn="1"/>
        </p:nvSpPr>
        <p:spPr>
          <a:xfrm>
            <a:off x="5295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pattern">
            <a:extLst>
              <a:ext uri="{FF2B5EF4-FFF2-40B4-BE49-F238E27FC236}">
                <a16:creationId xmlns:a16="http://schemas.microsoft.com/office/drawing/2014/main" id="{2858EEB8-BF47-C5A5-1690-C1A27732D731}"/>
              </a:ext>
            </a:extLst>
          </p:cNvPr>
          <p:cNvSpPr/>
          <p:nvPr userDrawn="1"/>
        </p:nvSpPr>
        <p:spPr>
          <a:xfrm>
            <a:off x="5486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pattern">
            <a:extLst>
              <a:ext uri="{FF2B5EF4-FFF2-40B4-BE49-F238E27FC236}">
                <a16:creationId xmlns:a16="http://schemas.microsoft.com/office/drawing/2014/main" id="{350D6459-E792-D4AB-4367-B3D54B768A42}"/>
              </a:ext>
            </a:extLst>
          </p:cNvPr>
          <p:cNvSpPr/>
          <p:nvPr userDrawn="1"/>
        </p:nvSpPr>
        <p:spPr>
          <a:xfrm>
            <a:off x="5676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pattern">
            <a:extLst>
              <a:ext uri="{FF2B5EF4-FFF2-40B4-BE49-F238E27FC236}">
                <a16:creationId xmlns:a16="http://schemas.microsoft.com/office/drawing/2014/main" id="{D5BC0CA3-4329-9424-6D4B-A820C5F34124}"/>
              </a:ext>
            </a:extLst>
          </p:cNvPr>
          <p:cNvSpPr/>
          <p:nvPr userDrawn="1"/>
        </p:nvSpPr>
        <p:spPr>
          <a:xfrm>
            <a:off x="5867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pattern">
            <a:extLst>
              <a:ext uri="{FF2B5EF4-FFF2-40B4-BE49-F238E27FC236}">
                <a16:creationId xmlns:a16="http://schemas.microsoft.com/office/drawing/2014/main" id="{5498A927-180B-8FEB-F0CA-CED99BD8833C}"/>
              </a:ext>
            </a:extLst>
          </p:cNvPr>
          <p:cNvSpPr/>
          <p:nvPr userDrawn="1"/>
        </p:nvSpPr>
        <p:spPr>
          <a:xfrm>
            <a:off x="6057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pattern">
            <a:extLst>
              <a:ext uri="{FF2B5EF4-FFF2-40B4-BE49-F238E27FC236}">
                <a16:creationId xmlns:a16="http://schemas.microsoft.com/office/drawing/2014/main" id="{0143802C-C6B6-FE40-98AC-4A9D505BA59C}"/>
              </a:ext>
            </a:extLst>
          </p:cNvPr>
          <p:cNvSpPr/>
          <p:nvPr userDrawn="1"/>
        </p:nvSpPr>
        <p:spPr>
          <a:xfrm>
            <a:off x="6248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pattern">
            <a:extLst>
              <a:ext uri="{FF2B5EF4-FFF2-40B4-BE49-F238E27FC236}">
                <a16:creationId xmlns:a16="http://schemas.microsoft.com/office/drawing/2014/main" id="{0D5754C9-F0E5-F5AF-FAEA-AD9AE5690A99}"/>
              </a:ext>
            </a:extLst>
          </p:cNvPr>
          <p:cNvSpPr/>
          <p:nvPr userDrawn="1"/>
        </p:nvSpPr>
        <p:spPr>
          <a:xfrm>
            <a:off x="6438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pattern">
            <a:extLst>
              <a:ext uri="{FF2B5EF4-FFF2-40B4-BE49-F238E27FC236}">
                <a16:creationId xmlns:a16="http://schemas.microsoft.com/office/drawing/2014/main" id="{E42D28D3-5637-82E5-B263-D778B56906A1}"/>
              </a:ext>
            </a:extLst>
          </p:cNvPr>
          <p:cNvSpPr/>
          <p:nvPr userDrawn="1"/>
        </p:nvSpPr>
        <p:spPr>
          <a:xfrm>
            <a:off x="6629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pattern">
            <a:extLst>
              <a:ext uri="{FF2B5EF4-FFF2-40B4-BE49-F238E27FC236}">
                <a16:creationId xmlns:a16="http://schemas.microsoft.com/office/drawing/2014/main" id="{DB50A20D-4FFE-A811-8CE3-6E1751949F6F}"/>
              </a:ext>
            </a:extLst>
          </p:cNvPr>
          <p:cNvSpPr/>
          <p:nvPr userDrawn="1"/>
        </p:nvSpPr>
        <p:spPr>
          <a:xfrm>
            <a:off x="6819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pattern">
            <a:extLst>
              <a:ext uri="{FF2B5EF4-FFF2-40B4-BE49-F238E27FC236}">
                <a16:creationId xmlns:a16="http://schemas.microsoft.com/office/drawing/2014/main" id="{9B635CCF-917F-DD20-4869-F3F184FA5BCC}"/>
              </a:ext>
            </a:extLst>
          </p:cNvPr>
          <p:cNvSpPr/>
          <p:nvPr userDrawn="1"/>
        </p:nvSpPr>
        <p:spPr>
          <a:xfrm>
            <a:off x="7010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pattern">
            <a:extLst>
              <a:ext uri="{FF2B5EF4-FFF2-40B4-BE49-F238E27FC236}">
                <a16:creationId xmlns:a16="http://schemas.microsoft.com/office/drawing/2014/main" id="{24CCEAAF-BCA2-F3D6-A362-4A03CB7C75A9}"/>
              </a:ext>
            </a:extLst>
          </p:cNvPr>
          <p:cNvSpPr/>
          <p:nvPr userDrawn="1"/>
        </p:nvSpPr>
        <p:spPr>
          <a:xfrm>
            <a:off x="7200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pattern">
            <a:extLst>
              <a:ext uri="{FF2B5EF4-FFF2-40B4-BE49-F238E27FC236}">
                <a16:creationId xmlns:a16="http://schemas.microsoft.com/office/drawing/2014/main" id="{5F2188FD-EDEF-0317-977F-055A14AB0EF5}"/>
              </a:ext>
            </a:extLst>
          </p:cNvPr>
          <p:cNvSpPr/>
          <p:nvPr userDrawn="1"/>
        </p:nvSpPr>
        <p:spPr>
          <a:xfrm>
            <a:off x="7391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pattern">
            <a:extLst>
              <a:ext uri="{FF2B5EF4-FFF2-40B4-BE49-F238E27FC236}">
                <a16:creationId xmlns:a16="http://schemas.microsoft.com/office/drawing/2014/main" id="{A969BF6F-177E-A592-1D6D-46DFE4F08418}"/>
              </a:ext>
            </a:extLst>
          </p:cNvPr>
          <p:cNvSpPr/>
          <p:nvPr userDrawn="1"/>
        </p:nvSpPr>
        <p:spPr>
          <a:xfrm>
            <a:off x="7581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pattern">
            <a:extLst>
              <a:ext uri="{FF2B5EF4-FFF2-40B4-BE49-F238E27FC236}">
                <a16:creationId xmlns:a16="http://schemas.microsoft.com/office/drawing/2014/main" id="{9CD022C9-B079-C47D-101F-A8C76F8C5EFD}"/>
              </a:ext>
            </a:extLst>
          </p:cNvPr>
          <p:cNvSpPr/>
          <p:nvPr userDrawn="1"/>
        </p:nvSpPr>
        <p:spPr>
          <a:xfrm>
            <a:off x="7772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pattern">
            <a:extLst>
              <a:ext uri="{FF2B5EF4-FFF2-40B4-BE49-F238E27FC236}">
                <a16:creationId xmlns:a16="http://schemas.microsoft.com/office/drawing/2014/main" id="{CDA8C1E9-95AD-9415-4195-BE6CF59CB3A1}"/>
              </a:ext>
            </a:extLst>
          </p:cNvPr>
          <p:cNvSpPr/>
          <p:nvPr userDrawn="1"/>
        </p:nvSpPr>
        <p:spPr>
          <a:xfrm>
            <a:off x="7962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pattern">
            <a:extLst>
              <a:ext uri="{FF2B5EF4-FFF2-40B4-BE49-F238E27FC236}">
                <a16:creationId xmlns:a16="http://schemas.microsoft.com/office/drawing/2014/main" id="{E5438CCE-F5E1-4E51-74A7-D0A36AC6C041}"/>
              </a:ext>
            </a:extLst>
          </p:cNvPr>
          <p:cNvSpPr/>
          <p:nvPr userDrawn="1"/>
        </p:nvSpPr>
        <p:spPr>
          <a:xfrm>
            <a:off x="8153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pattern">
            <a:extLst>
              <a:ext uri="{FF2B5EF4-FFF2-40B4-BE49-F238E27FC236}">
                <a16:creationId xmlns:a16="http://schemas.microsoft.com/office/drawing/2014/main" id="{637461D7-4055-863A-DDDE-D42228006E1A}"/>
              </a:ext>
            </a:extLst>
          </p:cNvPr>
          <p:cNvSpPr/>
          <p:nvPr userDrawn="1"/>
        </p:nvSpPr>
        <p:spPr>
          <a:xfrm>
            <a:off x="8343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pattern">
            <a:extLst>
              <a:ext uri="{FF2B5EF4-FFF2-40B4-BE49-F238E27FC236}">
                <a16:creationId xmlns:a16="http://schemas.microsoft.com/office/drawing/2014/main" id="{98630E02-D0D7-2B0F-BB6A-4AB0CFD46488}"/>
              </a:ext>
            </a:extLst>
          </p:cNvPr>
          <p:cNvSpPr/>
          <p:nvPr userDrawn="1"/>
        </p:nvSpPr>
        <p:spPr>
          <a:xfrm>
            <a:off x="8534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pattern">
            <a:extLst>
              <a:ext uri="{FF2B5EF4-FFF2-40B4-BE49-F238E27FC236}">
                <a16:creationId xmlns:a16="http://schemas.microsoft.com/office/drawing/2014/main" id="{817E2743-22D3-CC19-445D-91690391613B}"/>
              </a:ext>
            </a:extLst>
          </p:cNvPr>
          <p:cNvSpPr/>
          <p:nvPr userDrawn="1"/>
        </p:nvSpPr>
        <p:spPr>
          <a:xfrm>
            <a:off x="8724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pattern">
            <a:extLst>
              <a:ext uri="{FF2B5EF4-FFF2-40B4-BE49-F238E27FC236}">
                <a16:creationId xmlns:a16="http://schemas.microsoft.com/office/drawing/2014/main" id="{A6D2FCD4-F2C1-3B9A-A02B-62E896338653}"/>
              </a:ext>
            </a:extLst>
          </p:cNvPr>
          <p:cNvSpPr/>
          <p:nvPr userDrawn="1"/>
        </p:nvSpPr>
        <p:spPr>
          <a:xfrm>
            <a:off x="8915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pattern">
            <a:extLst>
              <a:ext uri="{FF2B5EF4-FFF2-40B4-BE49-F238E27FC236}">
                <a16:creationId xmlns:a16="http://schemas.microsoft.com/office/drawing/2014/main" id="{602E68C7-388A-85CB-934C-B633B0E9FB6E}"/>
              </a:ext>
            </a:extLst>
          </p:cNvPr>
          <p:cNvSpPr/>
          <p:nvPr userDrawn="1"/>
        </p:nvSpPr>
        <p:spPr>
          <a:xfrm>
            <a:off x="9105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pattern">
            <a:extLst>
              <a:ext uri="{FF2B5EF4-FFF2-40B4-BE49-F238E27FC236}">
                <a16:creationId xmlns:a16="http://schemas.microsoft.com/office/drawing/2014/main" id="{D2D6E397-1C03-A0AD-5BBA-4C5CFE13EC8D}"/>
              </a:ext>
            </a:extLst>
          </p:cNvPr>
          <p:cNvSpPr/>
          <p:nvPr userDrawn="1"/>
        </p:nvSpPr>
        <p:spPr>
          <a:xfrm>
            <a:off x="9296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pattern">
            <a:extLst>
              <a:ext uri="{FF2B5EF4-FFF2-40B4-BE49-F238E27FC236}">
                <a16:creationId xmlns:a16="http://schemas.microsoft.com/office/drawing/2014/main" id="{28066273-D1E1-9367-E8A0-07E7E5DB1623}"/>
              </a:ext>
            </a:extLst>
          </p:cNvPr>
          <p:cNvSpPr/>
          <p:nvPr userDrawn="1"/>
        </p:nvSpPr>
        <p:spPr>
          <a:xfrm>
            <a:off x="9486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pattern">
            <a:extLst>
              <a:ext uri="{FF2B5EF4-FFF2-40B4-BE49-F238E27FC236}">
                <a16:creationId xmlns:a16="http://schemas.microsoft.com/office/drawing/2014/main" id="{5D2BA953-AFB8-E591-5AA0-F2F4B0586EBB}"/>
              </a:ext>
            </a:extLst>
          </p:cNvPr>
          <p:cNvSpPr/>
          <p:nvPr userDrawn="1"/>
        </p:nvSpPr>
        <p:spPr>
          <a:xfrm>
            <a:off x="9677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pattern">
            <a:extLst>
              <a:ext uri="{FF2B5EF4-FFF2-40B4-BE49-F238E27FC236}">
                <a16:creationId xmlns:a16="http://schemas.microsoft.com/office/drawing/2014/main" id="{5185AEE3-3581-D8EC-1072-5AEB55C15825}"/>
              </a:ext>
            </a:extLst>
          </p:cNvPr>
          <p:cNvSpPr/>
          <p:nvPr userDrawn="1"/>
        </p:nvSpPr>
        <p:spPr>
          <a:xfrm>
            <a:off x="9867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pattern">
            <a:extLst>
              <a:ext uri="{FF2B5EF4-FFF2-40B4-BE49-F238E27FC236}">
                <a16:creationId xmlns:a16="http://schemas.microsoft.com/office/drawing/2014/main" id="{623D754D-B388-E575-BAC3-ACEB996FF097}"/>
              </a:ext>
            </a:extLst>
          </p:cNvPr>
          <p:cNvSpPr/>
          <p:nvPr userDrawn="1"/>
        </p:nvSpPr>
        <p:spPr>
          <a:xfrm>
            <a:off x="10058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pattern">
            <a:extLst>
              <a:ext uri="{FF2B5EF4-FFF2-40B4-BE49-F238E27FC236}">
                <a16:creationId xmlns:a16="http://schemas.microsoft.com/office/drawing/2014/main" id="{C43397E9-77F2-BD45-0E0B-9632E98095A5}"/>
              </a:ext>
            </a:extLst>
          </p:cNvPr>
          <p:cNvSpPr/>
          <p:nvPr userDrawn="1"/>
        </p:nvSpPr>
        <p:spPr>
          <a:xfrm>
            <a:off x="10248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pattern">
            <a:extLst>
              <a:ext uri="{FF2B5EF4-FFF2-40B4-BE49-F238E27FC236}">
                <a16:creationId xmlns:a16="http://schemas.microsoft.com/office/drawing/2014/main" id="{231E82ED-DB40-1424-238F-1F4ACE00165C}"/>
              </a:ext>
            </a:extLst>
          </p:cNvPr>
          <p:cNvSpPr/>
          <p:nvPr userDrawn="1"/>
        </p:nvSpPr>
        <p:spPr>
          <a:xfrm>
            <a:off x="10439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pattern">
            <a:extLst>
              <a:ext uri="{FF2B5EF4-FFF2-40B4-BE49-F238E27FC236}">
                <a16:creationId xmlns:a16="http://schemas.microsoft.com/office/drawing/2014/main" id="{4B26601C-94C7-2BA4-5EF2-4AA818DC72CE}"/>
              </a:ext>
            </a:extLst>
          </p:cNvPr>
          <p:cNvSpPr/>
          <p:nvPr userDrawn="1"/>
        </p:nvSpPr>
        <p:spPr>
          <a:xfrm>
            <a:off x="10629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pattern">
            <a:extLst>
              <a:ext uri="{FF2B5EF4-FFF2-40B4-BE49-F238E27FC236}">
                <a16:creationId xmlns:a16="http://schemas.microsoft.com/office/drawing/2014/main" id="{D8588648-AE0D-E302-AD72-15098071DBC2}"/>
              </a:ext>
            </a:extLst>
          </p:cNvPr>
          <p:cNvSpPr/>
          <p:nvPr userDrawn="1"/>
        </p:nvSpPr>
        <p:spPr>
          <a:xfrm>
            <a:off x="10820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pattern">
            <a:extLst>
              <a:ext uri="{FF2B5EF4-FFF2-40B4-BE49-F238E27FC236}">
                <a16:creationId xmlns:a16="http://schemas.microsoft.com/office/drawing/2014/main" id="{FC830ECF-98AD-2D3C-14CB-9524E3A0ECA8}"/>
              </a:ext>
            </a:extLst>
          </p:cNvPr>
          <p:cNvSpPr/>
          <p:nvPr userDrawn="1"/>
        </p:nvSpPr>
        <p:spPr>
          <a:xfrm>
            <a:off x="11010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pattern">
            <a:extLst>
              <a:ext uri="{FF2B5EF4-FFF2-40B4-BE49-F238E27FC236}">
                <a16:creationId xmlns:a16="http://schemas.microsoft.com/office/drawing/2014/main" id="{65BF8DE2-4B73-70A0-656F-4E564CE9B359}"/>
              </a:ext>
            </a:extLst>
          </p:cNvPr>
          <p:cNvSpPr/>
          <p:nvPr userDrawn="1"/>
        </p:nvSpPr>
        <p:spPr>
          <a:xfrm>
            <a:off x="11201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pattern">
            <a:extLst>
              <a:ext uri="{FF2B5EF4-FFF2-40B4-BE49-F238E27FC236}">
                <a16:creationId xmlns:a16="http://schemas.microsoft.com/office/drawing/2014/main" id="{D227D8E1-85E1-F6D8-12A7-81C45FBC58EF}"/>
              </a:ext>
            </a:extLst>
          </p:cNvPr>
          <p:cNvSpPr/>
          <p:nvPr userDrawn="1"/>
        </p:nvSpPr>
        <p:spPr>
          <a:xfrm>
            <a:off x="11391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pattern">
            <a:extLst>
              <a:ext uri="{FF2B5EF4-FFF2-40B4-BE49-F238E27FC236}">
                <a16:creationId xmlns:a16="http://schemas.microsoft.com/office/drawing/2014/main" id="{A92C59C4-18CE-39F7-D2F0-B865244CD4EC}"/>
              </a:ext>
            </a:extLst>
          </p:cNvPr>
          <p:cNvSpPr/>
          <p:nvPr userDrawn="1"/>
        </p:nvSpPr>
        <p:spPr>
          <a:xfrm>
            <a:off x="11582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pattern">
            <a:extLst>
              <a:ext uri="{FF2B5EF4-FFF2-40B4-BE49-F238E27FC236}">
                <a16:creationId xmlns:a16="http://schemas.microsoft.com/office/drawing/2014/main" id="{BE6FE573-20EA-3388-AFA1-4AD5D31D3498}"/>
              </a:ext>
            </a:extLst>
          </p:cNvPr>
          <p:cNvSpPr/>
          <p:nvPr userDrawn="1"/>
        </p:nvSpPr>
        <p:spPr>
          <a:xfrm>
            <a:off x="11772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pattern">
            <a:extLst>
              <a:ext uri="{FF2B5EF4-FFF2-40B4-BE49-F238E27FC236}">
                <a16:creationId xmlns:a16="http://schemas.microsoft.com/office/drawing/2014/main" id="{CAE4B185-A8C5-4714-A879-08CAECF21145}"/>
              </a:ext>
            </a:extLst>
          </p:cNvPr>
          <p:cNvSpPr/>
          <p:nvPr userDrawn="1"/>
        </p:nvSpPr>
        <p:spPr>
          <a:xfrm>
            <a:off x="11963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pattern">
            <a:extLst>
              <a:ext uri="{FF2B5EF4-FFF2-40B4-BE49-F238E27FC236}">
                <a16:creationId xmlns:a16="http://schemas.microsoft.com/office/drawing/2014/main" id="{69F5BF0A-EAAD-FAAE-07C5-1BDED97240A8}"/>
              </a:ext>
            </a:extLst>
          </p:cNvPr>
          <p:cNvSpPr/>
          <p:nvPr userDrawn="1"/>
        </p:nvSpPr>
        <p:spPr>
          <a:xfrm>
            <a:off x="12153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pattern">
            <a:extLst>
              <a:ext uri="{FF2B5EF4-FFF2-40B4-BE49-F238E27FC236}">
                <a16:creationId xmlns:a16="http://schemas.microsoft.com/office/drawing/2014/main" id="{32B78EA5-67D5-2CDE-E4B2-8854B0A5E95A}"/>
              </a:ext>
            </a:extLst>
          </p:cNvPr>
          <p:cNvSpPr/>
          <p:nvPr userDrawn="1"/>
        </p:nvSpPr>
        <p:spPr>
          <a:xfrm>
            <a:off x="247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pattern">
            <a:extLst>
              <a:ext uri="{FF2B5EF4-FFF2-40B4-BE49-F238E27FC236}">
                <a16:creationId xmlns:a16="http://schemas.microsoft.com/office/drawing/2014/main" id="{C118AB15-2D7F-1DC0-0588-5AA1B66E3576}"/>
              </a:ext>
            </a:extLst>
          </p:cNvPr>
          <p:cNvSpPr/>
          <p:nvPr userDrawn="1"/>
        </p:nvSpPr>
        <p:spPr>
          <a:xfrm>
            <a:off x="438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pattern">
            <a:extLst>
              <a:ext uri="{FF2B5EF4-FFF2-40B4-BE49-F238E27FC236}">
                <a16:creationId xmlns:a16="http://schemas.microsoft.com/office/drawing/2014/main" id="{4A8236E4-83C8-DF45-F4D7-4245529A4758}"/>
              </a:ext>
            </a:extLst>
          </p:cNvPr>
          <p:cNvSpPr/>
          <p:nvPr userDrawn="1"/>
        </p:nvSpPr>
        <p:spPr>
          <a:xfrm>
            <a:off x="628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pattern">
            <a:extLst>
              <a:ext uri="{FF2B5EF4-FFF2-40B4-BE49-F238E27FC236}">
                <a16:creationId xmlns:a16="http://schemas.microsoft.com/office/drawing/2014/main" id="{2CC2CCF1-EA16-8101-4D20-3A5B407F110A}"/>
              </a:ext>
            </a:extLst>
          </p:cNvPr>
          <p:cNvSpPr/>
          <p:nvPr userDrawn="1"/>
        </p:nvSpPr>
        <p:spPr>
          <a:xfrm>
            <a:off x="819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pattern">
            <a:extLst>
              <a:ext uri="{FF2B5EF4-FFF2-40B4-BE49-F238E27FC236}">
                <a16:creationId xmlns:a16="http://schemas.microsoft.com/office/drawing/2014/main" id="{4CFD7BC5-3177-39A2-FC9A-60248B8EB5FA}"/>
              </a:ext>
            </a:extLst>
          </p:cNvPr>
          <p:cNvSpPr/>
          <p:nvPr userDrawn="1"/>
        </p:nvSpPr>
        <p:spPr>
          <a:xfrm>
            <a:off x="1009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pattern">
            <a:extLst>
              <a:ext uri="{FF2B5EF4-FFF2-40B4-BE49-F238E27FC236}">
                <a16:creationId xmlns:a16="http://schemas.microsoft.com/office/drawing/2014/main" id="{BD585557-79AC-7730-F77D-C2661ABA5981}"/>
              </a:ext>
            </a:extLst>
          </p:cNvPr>
          <p:cNvSpPr/>
          <p:nvPr userDrawn="1"/>
        </p:nvSpPr>
        <p:spPr>
          <a:xfrm>
            <a:off x="1200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pattern">
            <a:extLst>
              <a:ext uri="{FF2B5EF4-FFF2-40B4-BE49-F238E27FC236}">
                <a16:creationId xmlns:a16="http://schemas.microsoft.com/office/drawing/2014/main" id="{E56D60D2-630B-EE67-334C-13A273E1311E}"/>
              </a:ext>
            </a:extLst>
          </p:cNvPr>
          <p:cNvSpPr/>
          <p:nvPr userDrawn="1"/>
        </p:nvSpPr>
        <p:spPr>
          <a:xfrm>
            <a:off x="1390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pattern">
            <a:extLst>
              <a:ext uri="{FF2B5EF4-FFF2-40B4-BE49-F238E27FC236}">
                <a16:creationId xmlns:a16="http://schemas.microsoft.com/office/drawing/2014/main" id="{8B85AFE5-B98B-B192-1D61-698A1AF9270D}"/>
              </a:ext>
            </a:extLst>
          </p:cNvPr>
          <p:cNvSpPr/>
          <p:nvPr userDrawn="1"/>
        </p:nvSpPr>
        <p:spPr>
          <a:xfrm>
            <a:off x="1581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pattern">
            <a:extLst>
              <a:ext uri="{FF2B5EF4-FFF2-40B4-BE49-F238E27FC236}">
                <a16:creationId xmlns:a16="http://schemas.microsoft.com/office/drawing/2014/main" id="{150FD099-5AB3-CDAF-AD81-B2592E9F10B1}"/>
              </a:ext>
            </a:extLst>
          </p:cNvPr>
          <p:cNvSpPr/>
          <p:nvPr userDrawn="1"/>
        </p:nvSpPr>
        <p:spPr>
          <a:xfrm>
            <a:off x="1771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pattern">
            <a:extLst>
              <a:ext uri="{FF2B5EF4-FFF2-40B4-BE49-F238E27FC236}">
                <a16:creationId xmlns:a16="http://schemas.microsoft.com/office/drawing/2014/main" id="{932F295A-C400-8221-DD11-1D2A64846924}"/>
              </a:ext>
            </a:extLst>
          </p:cNvPr>
          <p:cNvSpPr/>
          <p:nvPr userDrawn="1"/>
        </p:nvSpPr>
        <p:spPr>
          <a:xfrm>
            <a:off x="1962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pattern">
            <a:extLst>
              <a:ext uri="{FF2B5EF4-FFF2-40B4-BE49-F238E27FC236}">
                <a16:creationId xmlns:a16="http://schemas.microsoft.com/office/drawing/2014/main" id="{2FDA4660-5776-B98A-06DD-DE4E87BBD454}"/>
              </a:ext>
            </a:extLst>
          </p:cNvPr>
          <p:cNvSpPr/>
          <p:nvPr userDrawn="1"/>
        </p:nvSpPr>
        <p:spPr>
          <a:xfrm>
            <a:off x="2152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pattern">
            <a:extLst>
              <a:ext uri="{FF2B5EF4-FFF2-40B4-BE49-F238E27FC236}">
                <a16:creationId xmlns:a16="http://schemas.microsoft.com/office/drawing/2014/main" id="{C2487C3C-AF3B-6D23-7EDB-4D77784036FD}"/>
              </a:ext>
            </a:extLst>
          </p:cNvPr>
          <p:cNvSpPr/>
          <p:nvPr userDrawn="1"/>
        </p:nvSpPr>
        <p:spPr>
          <a:xfrm>
            <a:off x="2343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pattern">
            <a:extLst>
              <a:ext uri="{FF2B5EF4-FFF2-40B4-BE49-F238E27FC236}">
                <a16:creationId xmlns:a16="http://schemas.microsoft.com/office/drawing/2014/main" id="{862D6D4A-6353-24E5-9B0A-849A85609317}"/>
              </a:ext>
            </a:extLst>
          </p:cNvPr>
          <p:cNvSpPr/>
          <p:nvPr userDrawn="1"/>
        </p:nvSpPr>
        <p:spPr>
          <a:xfrm>
            <a:off x="2533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pattern">
            <a:extLst>
              <a:ext uri="{FF2B5EF4-FFF2-40B4-BE49-F238E27FC236}">
                <a16:creationId xmlns:a16="http://schemas.microsoft.com/office/drawing/2014/main" id="{BDE0E1F0-AA79-9772-8D99-BD75FFF4D37D}"/>
              </a:ext>
            </a:extLst>
          </p:cNvPr>
          <p:cNvSpPr/>
          <p:nvPr userDrawn="1"/>
        </p:nvSpPr>
        <p:spPr>
          <a:xfrm>
            <a:off x="2724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pattern">
            <a:extLst>
              <a:ext uri="{FF2B5EF4-FFF2-40B4-BE49-F238E27FC236}">
                <a16:creationId xmlns:a16="http://schemas.microsoft.com/office/drawing/2014/main" id="{1CB9F99D-6CD8-90D6-AB4C-E6762ADAC3A6}"/>
              </a:ext>
            </a:extLst>
          </p:cNvPr>
          <p:cNvSpPr/>
          <p:nvPr userDrawn="1"/>
        </p:nvSpPr>
        <p:spPr>
          <a:xfrm>
            <a:off x="2914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pattern">
            <a:extLst>
              <a:ext uri="{FF2B5EF4-FFF2-40B4-BE49-F238E27FC236}">
                <a16:creationId xmlns:a16="http://schemas.microsoft.com/office/drawing/2014/main" id="{11846CC8-05B8-A01A-2265-27E6F27378F0}"/>
              </a:ext>
            </a:extLst>
          </p:cNvPr>
          <p:cNvSpPr/>
          <p:nvPr userDrawn="1"/>
        </p:nvSpPr>
        <p:spPr>
          <a:xfrm>
            <a:off x="3105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pattern">
            <a:extLst>
              <a:ext uri="{FF2B5EF4-FFF2-40B4-BE49-F238E27FC236}">
                <a16:creationId xmlns:a16="http://schemas.microsoft.com/office/drawing/2014/main" id="{FF46B181-8074-76C0-7982-B579688924A3}"/>
              </a:ext>
            </a:extLst>
          </p:cNvPr>
          <p:cNvSpPr/>
          <p:nvPr userDrawn="1"/>
        </p:nvSpPr>
        <p:spPr>
          <a:xfrm>
            <a:off x="3295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pattern">
            <a:extLst>
              <a:ext uri="{FF2B5EF4-FFF2-40B4-BE49-F238E27FC236}">
                <a16:creationId xmlns:a16="http://schemas.microsoft.com/office/drawing/2014/main" id="{20E4E6F7-497C-AB32-26BB-DE93FDABFD9A}"/>
              </a:ext>
            </a:extLst>
          </p:cNvPr>
          <p:cNvSpPr/>
          <p:nvPr userDrawn="1"/>
        </p:nvSpPr>
        <p:spPr>
          <a:xfrm>
            <a:off x="3486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pattern">
            <a:extLst>
              <a:ext uri="{FF2B5EF4-FFF2-40B4-BE49-F238E27FC236}">
                <a16:creationId xmlns:a16="http://schemas.microsoft.com/office/drawing/2014/main" id="{032DC292-1D0E-3F92-8772-2ABD84EBFA68}"/>
              </a:ext>
            </a:extLst>
          </p:cNvPr>
          <p:cNvSpPr/>
          <p:nvPr userDrawn="1"/>
        </p:nvSpPr>
        <p:spPr>
          <a:xfrm>
            <a:off x="3676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pattern">
            <a:extLst>
              <a:ext uri="{FF2B5EF4-FFF2-40B4-BE49-F238E27FC236}">
                <a16:creationId xmlns:a16="http://schemas.microsoft.com/office/drawing/2014/main" id="{2CAEE577-1434-B64F-4B5A-331157303DC5}"/>
              </a:ext>
            </a:extLst>
          </p:cNvPr>
          <p:cNvSpPr/>
          <p:nvPr userDrawn="1"/>
        </p:nvSpPr>
        <p:spPr>
          <a:xfrm>
            <a:off x="3867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pattern">
            <a:extLst>
              <a:ext uri="{FF2B5EF4-FFF2-40B4-BE49-F238E27FC236}">
                <a16:creationId xmlns:a16="http://schemas.microsoft.com/office/drawing/2014/main" id="{D38B6C22-5AF9-58AD-432F-28D5D12C3C9D}"/>
              </a:ext>
            </a:extLst>
          </p:cNvPr>
          <p:cNvSpPr/>
          <p:nvPr userDrawn="1"/>
        </p:nvSpPr>
        <p:spPr>
          <a:xfrm>
            <a:off x="4057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pattern">
            <a:extLst>
              <a:ext uri="{FF2B5EF4-FFF2-40B4-BE49-F238E27FC236}">
                <a16:creationId xmlns:a16="http://schemas.microsoft.com/office/drawing/2014/main" id="{D8C26FBE-9BC7-D4CC-DE53-BAE0EAECEB42}"/>
              </a:ext>
            </a:extLst>
          </p:cNvPr>
          <p:cNvSpPr/>
          <p:nvPr userDrawn="1"/>
        </p:nvSpPr>
        <p:spPr>
          <a:xfrm>
            <a:off x="4248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pattern">
            <a:extLst>
              <a:ext uri="{FF2B5EF4-FFF2-40B4-BE49-F238E27FC236}">
                <a16:creationId xmlns:a16="http://schemas.microsoft.com/office/drawing/2014/main" id="{636B9337-6360-D8DF-1D71-A7D8635FDDC7}"/>
              </a:ext>
            </a:extLst>
          </p:cNvPr>
          <p:cNvSpPr/>
          <p:nvPr userDrawn="1"/>
        </p:nvSpPr>
        <p:spPr>
          <a:xfrm>
            <a:off x="4438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pattern">
            <a:extLst>
              <a:ext uri="{FF2B5EF4-FFF2-40B4-BE49-F238E27FC236}">
                <a16:creationId xmlns:a16="http://schemas.microsoft.com/office/drawing/2014/main" id="{D448773E-B702-1667-5153-737B43FE8333}"/>
              </a:ext>
            </a:extLst>
          </p:cNvPr>
          <p:cNvSpPr/>
          <p:nvPr userDrawn="1"/>
        </p:nvSpPr>
        <p:spPr>
          <a:xfrm>
            <a:off x="4629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pattern">
            <a:extLst>
              <a:ext uri="{FF2B5EF4-FFF2-40B4-BE49-F238E27FC236}">
                <a16:creationId xmlns:a16="http://schemas.microsoft.com/office/drawing/2014/main" id="{167C941F-900E-F7EB-124C-065792439A65}"/>
              </a:ext>
            </a:extLst>
          </p:cNvPr>
          <p:cNvSpPr/>
          <p:nvPr userDrawn="1"/>
        </p:nvSpPr>
        <p:spPr>
          <a:xfrm>
            <a:off x="4819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pattern">
            <a:extLst>
              <a:ext uri="{FF2B5EF4-FFF2-40B4-BE49-F238E27FC236}">
                <a16:creationId xmlns:a16="http://schemas.microsoft.com/office/drawing/2014/main" id="{F82C1155-4DE6-B505-B55E-E70ED05D5948}"/>
              </a:ext>
            </a:extLst>
          </p:cNvPr>
          <p:cNvSpPr/>
          <p:nvPr userDrawn="1"/>
        </p:nvSpPr>
        <p:spPr>
          <a:xfrm>
            <a:off x="5010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pattern">
            <a:extLst>
              <a:ext uri="{FF2B5EF4-FFF2-40B4-BE49-F238E27FC236}">
                <a16:creationId xmlns:a16="http://schemas.microsoft.com/office/drawing/2014/main" id="{C95AFFEF-E350-F49C-46D6-31DAAE609A98}"/>
              </a:ext>
            </a:extLst>
          </p:cNvPr>
          <p:cNvSpPr/>
          <p:nvPr userDrawn="1"/>
        </p:nvSpPr>
        <p:spPr>
          <a:xfrm>
            <a:off x="5200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pattern">
            <a:extLst>
              <a:ext uri="{FF2B5EF4-FFF2-40B4-BE49-F238E27FC236}">
                <a16:creationId xmlns:a16="http://schemas.microsoft.com/office/drawing/2014/main" id="{8FD79F3E-B162-6935-C476-120BCE38CD0B}"/>
              </a:ext>
            </a:extLst>
          </p:cNvPr>
          <p:cNvSpPr/>
          <p:nvPr userDrawn="1"/>
        </p:nvSpPr>
        <p:spPr>
          <a:xfrm>
            <a:off x="5391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pattern">
            <a:extLst>
              <a:ext uri="{FF2B5EF4-FFF2-40B4-BE49-F238E27FC236}">
                <a16:creationId xmlns:a16="http://schemas.microsoft.com/office/drawing/2014/main" id="{E71365FE-CFD2-4E9D-CC97-9F0EFA4470A2}"/>
              </a:ext>
            </a:extLst>
          </p:cNvPr>
          <p:cNvSpPr/>
          <p:nvPr userDrawn="1"/>
        </p:nvSpPr>
        <p:spPr>
          <a:xfrm>
            <a:off x="5581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pattern">
            <a:extLst>
              <a:ext uri="{FF2B5EF4-FFF2-40B4-BE49-F238E27FC236}">
                <a16:creationId xmlns:a16="http://schemas.microsoft.com/office/drawing/2014/main" id="{8CBA3B1B-514C-6F66-054E-7BA0BE391622}"/>
              </a:ext>
            </a:extLst>
          </p:cNvPr>
          <p:cNvSpPr/>
          <p:nvPr userDrawn="1"/>
        </p:nvSpPr>
        <p:spPr>
          <a:xfrm>
            <a:off x="5772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pattern">
            <a:extLst>
              <a:ext uri="{FF2B5EF4-FFF2-40B4-BE49-F238E27FC236}">
                <a16:creationId xmlns:a16="http://schemas.microsoft.com/office/drawing/2014/main" id="{3D1FBD9B-42DD-2341-7D70-4D206781E847}"/>
              </a:ext>
            </a:extLst>
          </p:cNvPr>
          <p:cNvSpPr/>
          <p:nvPr userDrawn="1"/>
        </p:nvSpPr>
        <p:spPr>
          <a:xfrm>
            <a:off x="5962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pattern">
            <a:extLst>
              <a:ext uri="{FF2B5EF4-FFF2-40B4-BE49-F238E27FC236}">
                <a16:creationId xmlns:a16="http://schemas.microsoft.com/office/drawing/2014/main" id="{AADA1E54-7FE9-9AB1-C4D1-80BE7312CADD}"/>
              </a:ext>
            </a:extLst>
          </p:cNvPr>
          <p:cNvSpPr/>
          <p:nvPr userDrawn="1"/>
        </p:nvSpPr>
        <p:spPr>
          <a:xfrm>
            <a:off x="6153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pattern">
            <a:extLst>
              <a:ext uri="{FF2B5EF4-FFF2-40B4-BE49-F238E27FC236}">
                <a16:creationId xmlns:a16="http://schemas.microsoft.com/office/drawing/2014/main" id="{71D754A8-E2AA-1726-299B-101BE1AAFBE9}"/>
              </a:ext>
            </a:extLst>
          </p:cNvPr>
          <p:cNvSpPr/>
          <p:nvPr userDrawn="1"/>
        </p:nvSpPr>
        <p:spPr>
          <a:xfrm>
            <a:off x="6343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pattern">
            <a:extLst>
              <a:ext uri="{FF2B5EF4-FFF2-40B4-BE49-F238E27FC236}">
                <a16:creationId xmlns:a16="http://schemas.microsoft.com/office/drawing/2014/main" id="{97389248-B720-CD8B-355D-34BE5274A14F}"/>
              </a:ext>
            </a:extLst>
          </p:cNvPr>
          <p:cNvSpPr/>
          <p:nvPr userDrawn="1"/>
        </p:nvSpPr>
        <p:spPr>
          <a:xfrm>
            <a:off x="6534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pattern">
            <a:extLst>
              <a:ext uri="{FF2B5EF4-FFF2-40B4-BE49-F238E27FC236}">
                <a16:creationId xmlns:a16="http://schemas.microsoft.com/office/drawing/2014/main" id="{C06912C2-A3E2-A485-D103-5BF72781F8CF}"/>
              </a:ext>
            </a:extLst>
          </p:cNvPr>
          <p:cNvSpPr/>
          <p:nvPr userDrawn="1"/>
        </p:nvSpPr>
        <p:spPr>
          <a:xfrm>
            <a:off x="6724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pattern">
            <a:extLst>
              <a:ext uri="{FF2B5EF4-FFF2-40B4-BE49-F238E27FC236}">
                <a16:creationId xmlns:a16="http://schemas.microsoft.com/office/drawing/2014/main" id="{4AEB9DB2-1693-DA4A-72CD-7A396EA34F0E}"/>
              </a:ext>
            </a:extLst>
          </p:cNvPr>
          <p:cNvSpPr/>
          <p:nvPr userDrawn="1"/>
        </p:nvSpPr>
        <p:spPr>
          <a:xfrm>
            <a:off x="6915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pattern">
            <a:extLst>
              <a:ext uri="{FF2B5EF4-FFF2-40B4-BE49-F238E27FC236}">
                <a16:creationId xmlns:a16="http://schemas.microsoft.com/office/drawing/2014/main" id="{D2DF27A7-5BD0-27F0-2CB6-E3218F39B4F4}"/>
              </a:ext>
            </a:extLst>
          </p:cNvPr>
          <p:cNvSpPr/>
          <p:nvPr userDrawn="1"/>
        </p:nvSpPr>
        <p:spPr>
          <a:xfrm>
            <a:off x="7105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pattern">
            <a:extLst>
              <a:ext uri="{FF2B5EF4-FFF2-40B4-BE49-F238E27FC236}">
                <a16:creationId xmlns:a16="http://schemas.microsoft.com/office/drawing/2014/main" id="{5DFDA868-0BC1-3419-B025-DD23D985D65F}"/>
              </a:ext>
            </a:extLst>
          </p:cNvPr>
          <p:cNvSpPr/>
          <p:nvPr userDrawn="1"/>
        </p:nvSpPr>
        <p:spPr>
          <a:xfrm>
            <a:off x="7296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pattern">
            <a:extLst>
              <a:ext uri="{FF2B5EF4-FFF2-40B4-BE49-F238E27FC236}">
                <a16:creationId xmlns:a16="http://schemas.microsoft.com/office/drawing/2014/main" id="{858FB580-E8B9-74C0-E931-2474A0EAE253}"/>
              </a:ext>
            </a:extLst>
          </p:cNvPr>
          <p:cNvSpPr/>
          <p:nvPr userDrawn="1"/>
        </p:nvSpPr>
        <p:spPr>
          <a:xfrm>
            <a:off x="7486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pattern">
            <a:extLst>
              <a:ext uri="{FF2B5EF4-FFF2-40B4-BE49-F238E27FC236}">
                <a16:creationId xmlns:a16="http://schemas.microsoft.com/office/drawing/2014/main" id="{4A54C76C-B216-8ED8-921A-85C73432D49A}"/>
              </a:ext>
            </a:extLst>
          </p:cNvPr>
          <p:cNvSpPr/>
          <p:nvPr userDrawn="1"/>
        </p:nvSpPr>
        <p:spPr>
          <a:xfrm>
            <a:off x="7677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pattern">
            <a:extLst>
              <a:ext uri="{FF2B5EF4-FFF2-40B4-BE49-F238E27FC236}">
                <a16:creationId xmlns:a16="http://schemas.microsoft.com/office/drawing/2014/main" id="{5D1EA242-2328-F700-E412-322D7F411DB0}"/>
              </a:ext>
            </a:extLst>
          </p:cNvPr>
          <p:cNvSpPr/>
          <p:nvPr userDrawn="1"/>
        </p:nvSpPr>
        <p:spPr>
          <a:xfrm>
            <a:off x="7867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pattern">
            <a:extLst>
              <a:ext uri="{FF2B5EF4-FFF2-40B4-BE49-F238E27FC236}">
                <a16:creationId xmlns:a16="http://schemas.microsoft.com/office/drawing/2014/main" id="{2704BBCB-8E15-62C0-B1FD-04FA022CABFD}"/>
              </a:ext>
            </a:extLst>
          </p:cNvPr>
          <p:cNvSpPr/>
          <p:nvPr userDrawn="1"/>
        </p:nvSpPr>
        <p:spPr>
          <a:xfrm>
            <a:off x="8058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pattern">
            <a:extLst>
              <a:ext uri="{FF2B5EF4-FFF2-40B4-BE49-F238E27FC236}">
                <a16:creationId xmlns:a16="http://schemas.microsoft.com/office/drawing/2014/main" id="{EF0EFCEC-749B-47A7-E449-613E1F3E6669}"/>
              </a:ext>
            </a:extLst>
          </p:cNvPr>
          <p:cNvSpPr/>
          <p:nvPr userDrawn="1"/>
        </p:nvSpPr>
        <p:spPr>
          <a:xfrm>
            <a:off x="8248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pattern">
            <a:extLst>
              <a:ext uri="{FF2B5EF4-FFF2-40B4-BE49-F238E27FC236}">
                <a16:creationId xmlns:a16="http://schemas.microsoft.com/office/drawing/2014/main" id="{BF06EDE9-B535-C1F1-362B-1EC98B2FDD17}"/>
              </a:ext>
            </a:extLst>
          </p:cNvPr>
          <p:cNvSpPr/>
          <p:nvPr userDrawn="1"/>
        </p:nvSpPr>
        <p:spPr>
          <a:xfrm>
            <a:off x="8439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pattern">
            <a:extLst>
              <a:ext uri="{FF2B5EF4-FFF2-40B4-BE49-F238E27FC236}">
                <a16:creationId xmlns:a16="http://schemas.microsoft.com/office/drawing/2014/main" id="{3F163119-5FE7-FF63-1C25-56A00EF699A6}"/>
              </a:ext>
            </a:extLst>
          </p:cNvPr>
          <p:cNvSpPr/>
          <p:nvPr userDrawn="1"/>
        </p:nvSpPr>
        <p:spPr>
          <a:xfrm>
            <a:off x="8629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pattern">
            <a:extLst>
              <a:ext uri="{FF2B5EF4-FFF2-40B4-BE49-F238E27FC236}">
                <a16:creationId xmlns:a16="http://schemas.microsoft.com/office/drawing/2014/main" id="{64E00300-D914-9672-0A58-E902F0EA52B4}"/>
              </a:ext>
            </a:extLst>
          </p:cNvPr>
          <p:cNvSpPr/>
          <p:nvPr userDrawn="1"/>
        </p:nvSpPr>
        <p:spPr>
          <a:xfrm>
            <a:off x="8820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pattern">
            <a:extLst>
              <a:ext uri="{FF2B5EF4-FFF2-40B4-BE49-F238E27FC236}">
                <a16:creationId xmlns:a16="http://schemas.microsoft.com/office/drawing/2014/main" id="{9C7621F5-448B-F7D4-8854-63B27E102344}"/>
              </a:ext>
            </a:extLst>
          </p:cNvPr>
          <p:cNvSpPr/>
          <p:nvPr userDrawn="1"/>
        </p:nvSpPr>
        <p:spPr>
          <a:xfrm>
            <a:off x="9010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pattern">
            <a:extLst>
              <a:ext uri="{FF2B5EF4-FFF2-40B4-BE49-F238E27FC236}">
                <a16:creationId xmlns:a16="http://schemas.microsoft.com/office/drawing/2014/main" id="{77C059CD-AD8A-DB4B-D46A-8568AF8B3CD4}"/>
              </a:ext>
            </a:extLst>
          </p:cNvPr>
          <p:cNvSpPr/>
          <p:nvPr userDrawn="1"/>
        </p:nvSpPr>
        <p:spPr>
          <a:xfrm>
            <a:off x="9201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pattern">
            <a:extLst>
              <a:ext uri="{FF2B5EF4-FFF2-40B4-BE49-F238E27FC236}">
                <a16:creationId xmlns:a16="http://schemas.microsoft.com/office/drawing/2014/main" id="{D42069A2-521A-89DE-76E5-034707DB9392}"/>
              </a:ext>
            </a:extLst>
          </p:cNvPr>
          <p:cNvSpPr/>
          <p:nvPr userDrawn="1"/>
        </p:nvSpPr>
        <p:spPr>
          <a:xfrm>
            <a:off x="9391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pattern">
            <a:extLst>
              <a:ext uri="{FF2B5EF4-FFF2-40B4-BE49-F238E27FC236}">
                <a16:creationId xmlns:a16="http://schemas.microsoft.com/office/drawing/2014/main" id="{6716FEFC-C598-F549-78DF-4CE0B40ABB11}"/>
              </a:ext>
            </a:extLst>
          </p:cNvPr>
          <p:cNvSpPr/>
          <p:nvPr userDrawn="1"/>
        </p:nvSpPr>
        <p:spPr>
          <a:xfrm>
            <a:off x="9582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pattern">
            <a:extLst>
              <a:ext uri="{FF2B5EF4-FFF2-40B4-BE49-F238E27FC236}">
                <a16:creationId xmlns:a16="http://schemas.microsoft.com/office/drawing/2014/main" id="{572D3609-1FA0-0039-B742-F287DEE66CC2}"/>
              </a:ext>
            </a:extLst>
          </p:cNvPr>
          <p:cNvSpPr/>
          <p:nvPr userDrawn="1"/>
        </p:nvSpPr>
        <p:spPr>
          <a:xfrm>
            <a:off x="9772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pattern">
            <a:extLst>
              <a:ext uri="{FF2B5EF4-FFF2-40B4-BE49-F238E27FC236}">
                <a16:creationId xmlns:a16="http://schemas.microsoft.com/office/drawing/2014/main" id="{BF2E7FE1-7202-FF30-9721-1777B8F7E613}"/>
              </a:ext>
            </a:extLst>
          </p:cNvPr>
          <p:cNvSpPr/>
          <p:nvPr userDrawn="1"/>
        </p:nvSpPr>
        <p:spPr>
          <a:xfrm>
            <a:off x="9963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pattern">
            <a:extLst>
              <a:ext uri="{FF2B5EF4-FFF2-40B4-BE49-F238E27FC236}">
                <a16:creationId xmlns:a16="http://schemas.microsoft.com/office/drawing/2014/main" id="{11170847-A9D8-47E5-3929-DA2742B3DEDA}"/>
              </a:ext>
            </a:extLst>
          </p:cNvPr>
          <p:cNvSpPr/>
          <p:nvPr userDrawn="1"/>
        </p:nvSpPr>
        <p:spPr>
          <a:xfrm>
            <a:off x="10153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pattern">
            <a:extLst>
              <a:ext uri="{FF2B5EF4-FFF2-40B4-BE49-F238E27FC236}">
                <a16:creationId xmlns:a16="http://schemas.microsoft.com/office/drawing/2014/main" id="{7FE87AC3-4F8D-81BC-E973-299E4455BCC3}"/>
              </a:ext>
            </a:extLst>
          </p:cNvPr>
          <p:cNvSpPr/>
          <p:nvPr userDrawn="1"/>
        </p:nvSpPr>
        <p:spPr>
          <a:xfrm>
            <a:off x="10344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pattern">
            <a:extLst>
              <a:ext uri="{FF2B5EF4-FFF2-40B4-BE49-F238E27FC236}">
                <a16:creationId xmlns:a16="http://schemas.microsoft.com/office/drawing/2014/main" id="{A2BA79E4-08D5-0830-CD9C-FD6EAF59DCAB}"/>
              </a:ext>
            </a:extLst>
          </p:cNvPr>
          <p:cNvSpPr/>
          <p:nvPr userDrawn="1"/>
        </p:nvSpPr>
        <p:spPr>
          <a:xfrm>
            <a:off x="10534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pattern">
            <a:extLst>
              <a:ext uri="{FF2B5EF4-FFF2-40B4-BE49-F238E27FC236}">
                <a16:creationId xmlns:a16="http://schemas.microsoft.com/office/drawing/2014/main" id="{0EA040E1-2BD0-B791-880D-F3F976764067}"/>
              </a:ext>
            </a:extLst>
          </p:cNvPr>
          <p:cNvSpPr/>
          <p:nvPr userDrawn="1"/>
        </p:nvSpPr>
        <p:spPr>
          <a:xfrm>
            <a:off x="10725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pattern">
            <a:extLst>
              <a:ext uri="{FF2B5EF4-FFF2-40B4-BE49-F238E27FC236}">
                <a16:creationId xmlns:a16="http://schemas.microsoft.com/office/drawing/2014/main" id="{A01B7E2D-480D-0678-0ECE-5D378BBB9700}"/>
              </a:ext>
            </a:extLst>
          </p:cNvPr>
          <p:cNvSpPr/>
          <p:nvPr userDrawn="1"/>
        </p:nvSpPr>
        <p:spPr>
          <a:xfrm>
            <a:off x="10915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pattern">
            <a:extLst>
              <a:ext uri="{FF2B5EF4-FFF2-40B4-BE49-F238E27FC236}">
                <a16:creationId xmlns:a16="http://schemas.microsoft.com/office/drawing/2014/main" id="{F988B447-1847-2677-DEB1-27E2F0C36290}"/>
              </a:ext>
            </a:extLst>
          </p:cNvPr>
          <p:cNvSpPr/>
          <p:nvPr userDrawn="1"/>
        </p:nvSpPr>
        <p:spPr>
          <a:xfrm>
            <a:off x="11106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pattern">
            <a:extLst>
              <a:ext uri="{FF2B5EF4-FFF2-40B4-BE49-F238E27FC236}">
                <a16:creationId xmlns:a16="http://schemas.microsoft.com/office/drawing/2014/main" id="{E99D41E0-BB11-84B9-9D52-596F73C3F513}"/>
              </a:ext>
            </a:extLst>
          </p:cNvPr>
          <p:cNvSpPr/>
          <p:nvPr userDrawn="1"/>
        </p:nvSpPr>
        <p:spPr>
          <a:xfrm>
            <a:off x="11296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pattern">
            <a:extLst>
              <a:ext uri="{FF2B5EF4-FFF2-40B4-BE49-F238E27FC236}">
                <a16:creationId xmlns:a16="http://schemas.microsoft.com/office/drawing/2014/main" id="{6744E2EF-65F8-7F84-F016-347F0FD6102B}"/>
              </a:ext>
            </a:extLst>
          </p:cNvPr>
          <p:cNvSpPr/>
          <p:nvPr userDrawn="1"/>
        </p:nvSpPr>
        <p:spPr>
          <a:xfrm>
            <a:off x="11487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pattern">
            <a:extLst>
              <a:ext uri="{FF2B5EF4-FFF2-40B4-BE49-F238E27FC236}">
                <a16:creationId xmlns:a16="http://schemas.microsoft.com/office/drawing/2014/main" id="{91E0D4DF-3C4F-0CF1-3AD5-EB8D1AD2EEFF}"/>
              </a:ext>
            </a:extLst>
          </p:cNvPr>
          <p:cNvSpPr/>
          <p:nvPr userDrawn="1"/>
        </p:nvSpPr>
        <p:spPr>
          <a:xfrm>
            <a:off x="11677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pattern">
            <a:extLst>
              <a:ext uri="{FF2B5EF4-FFF2-40B4-BE49-F238E27FC236}">
                <a16:creationId xmlns:a16="http://schemas.microsoft.com/office/drawing/2014/main" id="{5D4DA2B1-2C38-1E8C-440A-F156F16DF994}"/>
              </a:ext>
            </a:extLst>
          </p:cNvPr>
          <p:cNvSpPr/>
          <p:nvPr userDrawn="1"/>
        </p:nvSpPr>
        <p:spPr>
          <a:xfrm>
            <a:off x="11868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pattern">
            <a:extLst>
              <a:ext uri="{FF2B5EF4-FFF2-40B4-BE49-F238E27FC236}">
                <a16:creationId xmlns:a16="http://schemas.microsoft.com/office/drawing/2014/main" id="{2EFC9EC0-B81C-DC59-ACF9-A92FD2C8E526}"/>
              </a:ext>
            </a:extLst>
          </p:cNvPr>
          <p:cNvSpPr/>
          <p:nvPr userDrawn="1"/>
        </p:nvSpPr>
        <p:spPr>
          <a:xfrm>
            <a:off x="12058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pattern">
            <a:extLst>
              <a:ext uri="{FF2B5EF4-FFF2-40B4-BE49-F238E27FC236}">
                <a16:creationId xmlns:a16="http://schemas.microsoft.com/office/drawing/2014/main" id="{E929E580-C149-60F4-9B11-6E427C8485D3}"/>
              </a:ext>
            </a:extLst>
          </p:cNvPr>
          <p:cNvSpPr/>
          <p:nvPr userDrawn="1"/>
        </p:nvSpPr>
        <p:spPr>
          <a:xfrm>
            <a:off x="12249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29B1F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4193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22B3ACFC-3F8C-86B3-1C5A-EB051997E852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69C9F4DC-D411-4651-9AAC-29900672A9A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681015-3E44-49AF-A930-B36E5E8634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502E1599-CDA9-18A9-D75C-39E37BEE220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04171" y="2419022"/>
            <a:ext cx="2499126" cy="53208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5A26642D-7AF7-5227-E272-9693155A7B2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90986" y="2419022"/>
            <a:ext cx="574360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1FF45BE1-8B46-0718-061D-830FE8C62DB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04171" y="3350167"/>
            <a:ext cx="249912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9A3CD508-7ACC-531F-81EB-8388EEB2BAF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90986" y="3350167"/>
            <a:ext cx="574360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5676C660-2AAB-C262-7A33-B7BCD747813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304171" y="4281312"/>
            <a:ext cx="249912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25F45645-39D5-007A-ABBB-98DE1D08579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90986" y="4281312"/>
            <a:ext cx="574360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3AEFA24C-F356-FB78-B597-F79EAD7E579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304171" y="5212457"/>
            <a:ext cx="249912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616F7E8A-8AF2-4A67-45EF-06FA91653AD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90986" y="5212457"/>
            <a:ext cx="574360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1458E376-AB48-32FE-3415-0C63D2C36C3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19456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8458692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vidence_appendix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C54ADB46-1801-65C9-8566-AAC5B257E9D6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69C9F4DC-D411-4651-9AAC-29900672A9A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681015-3E44-49AF-A930-B36E5E8634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CB962192-F955-2BB9-6762-7F2E3023172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194560" y="2286000"/>
            <a:ext cx="8549642" cy="359156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1BFAE2CB-4E82-64D4-C9D7-03411A3AADE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19456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1905758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37BACC34-0A07-B393-728F-D127EFAB48F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69C9F4DC-D411-4651-9AAC-29900672A9A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681015-3E44-49AF-A930-B36E5E8634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B5243D71-2D92-ADD8-DA6F-F7F404F4686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48015" y="2472230"/>
            <a:ext cx="3880222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ED005AD7-7B51-A3C8-AD2F-65A2D5D3D7A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48015" y="2859554"/>
            <a:ext cx="3880222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7FB07077-39EE-8B86-8831-935FDEBDBA0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10525" y="2472230"/>
            <a:ext cx="3880222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86727523-FCB1-14C9-4663-2B9B466B867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10525" y="2859554"/>
            <a:ext cx="3880222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EA2E927A-5B33-E9C8-4976-A798F0231C4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348015" y="4374427"/>
            <a:ext cx="3880222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E9FDE0D4-E84E-77C9-EDCB-AA7F7FDAEE8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348015" y="4761750"/>
            <a:ext cx="3880222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053CBEA2-1768-BED5-2769-45A388A7CBE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10525" y="4374427"/>
            <a:ext cx="3880222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4716E4FF-ABF0-C2F7-2036-E9D8E032B13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710525" y="4761750"/>
            <a:ext cx="3880222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D750A9FC-67B6-A5E9-AAB3-230FA8BB8DF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19456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40131568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hero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0530EFBF-601F-1A8D-B414-14963A0E6AFD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69C9F4DC-D411-4651-9AAC-29900672A9A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681015-3E44-49AF-A930-B36E5E8634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90F43D17-F69A-557B-7183-89F5CF0A0DA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666331" y="2824734"/>
            <a:ext cx="3077871" cy="251409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C5CF6B89-5EA8-4B59-EEF7-283208F242B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194561" y="2286000"/>
            <a:ext cx="5129785" cy="230886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829A56C9-5BC7-4113-1B6D-0F3C3CC598D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194561" y="4594860"/>
            <a:ext cx="5129785" cy="128270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048E4964-6A4F-6836-65AE-014D7475842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19456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0037915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e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2A9EC343-837E-6AB8-C6D3-6B69C0843EA1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69C9F4DC-D411-4651-9AAC-29900672A9A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681015-3E44-49AF-A930-B36E5E8634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B7F9592C-CE70-C2A2-483B-343DF632353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194560" y="5231080"/>
            <a:ext cx="8549642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DE3646B9-7EAB-46F5-EEC6-077FA88B7AD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48016" y="2472230"/>
            <a:ext cx="3967911" cy="156147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9E3BFB1D-2E96-3511-3F74-3965298208A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48016" y="4033703"/>
            <a:ext cx="3967911" cy="8674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28FEAE7C-9B86-D36D-ECEA-F6BB47014ED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98214" y="2472230"/>
            <a:ext cx="3792533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146D2D22-1EB3-AB8B-24C8-E3F118190FC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798214" y="3064836"/>
            <a:ext cx="3792533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D72E868F-0256-4DAD-0FE2-DCBE667EB80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98214" y="3979355"/>
            <a:ext cx="1655123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51D2B8C9-4A27-A0E0-60A0-FE77CA1F6AE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98214" y="4571961"/>
            <a:ext cx="1655123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7B97BFE5-94A0-4795-FEC6-4B246B71ACA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935625" y="3979355"/>
            <a:ext cx="1655123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6C9F02A0-6F98-F203-3940-E7B94B46CF6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935625" y="4571961"/>
            <a:ext cx="1655123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F3A14B2B-AFB9-215F-A305-5DECE12FD48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19456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9631286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icto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70DC40BC-5B99-E141-7C48-504D431A2117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69C9F4DC-D411-4651-9AAC-29900672A9A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681015-3E44-49AF-A930-B36E5E8634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8B69FBB4-A580-0934-80B8-B149BB5314E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194560" y="5231080"/>
            <a:ext cx="8549642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95565CE4-D889-AA50-85E6-4E6C7498B3B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48015" y="2472229"/>
            <a:ext cx="3880222" cy="11816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39BD0C2B-B5D5-725C-C3BD-0A968473B6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48015" y="3653886"/>
            <a:ext cx="3880222" cy="6564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C581D3B1-874B-E544-C307-7FEDE7970FF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10525" y="2472229"/>
            <a:ext cx="3880222" cy="11816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D9E76976-4B98-6BFB-C300-6B07C01E5EB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710525" y="3653886"/>
            <a:ext cx="3880222" cy="6564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CDAC9D10-EF4F-C76D-C16A-43BD27AC1C7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19456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164467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rogr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75D53AE1-492D-0ADB-7A8A-10212989BD97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69C9F4DC-D411-4651-9AAC-29900672A9A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681015-3E44-49AF-A930-B36E5E8634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F644F742-BE1C-1331-BCA3-576E14A4527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194560" y="5231080"/>
            <a:ext cx="8549642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61FA7B2B-8FD4-AB0A-540E-0F40BDEC77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04172" y="2419022"/>
            <a:ext cx="2165909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E3FD171E-23A3-A945-598F-13DDE20AE8C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57769" y="2419022"/>
            <a:ext cx="6076822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CAC2B370-68CC-5865-BC91-4517814F6AF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304172" y="3152631"/>
            <a:ext cx="2165909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21B10F7D-355D-3A41-2B90-584FDFAB063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557769" y="3152631"/>
            <a:ext cx="6076822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2CB3073C-EDFD-B29E-366C-5D7DD9C97F4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304172" y="3886241"/>
            <a:ext cx="2165909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9AC5246D-8A3E-A995-0E16-55F2439005F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557769" y="3886241"/>
            <a:ext cx="6076822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105EE407-1A4C-D1F1-9853-3D0D8115CF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304172" y="4619850"/>
            <a:ext cx="2165909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F1D4B7AE-54C0-3DDB-EC02-3868E8FC3C5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557769" y="4619850"/>
            <a:ext cx="6076822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0EBD378F-DFC4-8C56-29DE-5AD291CE7C1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19456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32892047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472DE8A4-FCA9-A57E-1257-E7D33B13CD2C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69C9F4DC-D411-4651-9AAC-29900672A9A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681015-3E44-49AF-A930-B36E5E8634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7375D8B0-6217-259C-E656-30B8286FE93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48015" y="2472230"/>
            <a:ext cx="482287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_title">
            <a:extLst>
              <a:ext uri="{FF2B5EF4-FFF2-40B4-BE49-F238E27FC236}">
                <a16:creationId xmlns:a16="http://schemas.microsoft.com/office/drawing/2014/main" id="{1A1B58B7-584D-017F-9173-7DE1317893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17992" y="2472230"/>
            <a:ext cx="7672755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0" name="item_1">
            <a:extLst>
              <a:ext uri="{FF2B5EF4-FFF2-40B4-BE49-F238E27FC236}">
                <a16:creationId xmlns:a16="http://schemas.microsoft.com/office/drawing/2014/main" id="{36EF4B00-BF3F-C00A-4ED6-2E95D6CEB08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917992" y="2859554"/>
            <a:ext cx="7672755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1" name="marker_2">
            <a:extLst>
              <a:ext uri="{FF2B5EF4-FFF2-40B4-BE49-F238E27FC236}">
                <a16:creationId xmlns:a16="http://schemas.microsoft.com/office/drawing/2014/main" id="{7829196C-680F-2D93-0E2E-B5E16FF1BB2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348016" y="4374427"/>
            <a:ext cx="482287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63F31D3A-8984-1C30-CD68-868C127F453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917992" y="4374427"/>
            <a:ext cx="7672755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3B19F3E1-860B-AF20-9CF7-A9381943C9C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917992" y="4761750"/>
            <a:ext cx="7672755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824F038E-5E09-1C99-7F72-4A6FEF97CD3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9456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78434558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3A837E9A-D930-47FC-7D58-71D7D4699612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69C9F4DC-D411-4651-9AAC-29900672A9A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681015-3E44-49AF-A930-B36E5E8634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902F8341-EE63-9BB5-ABFB-56C5C4AF69C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48015" y="2472230"/>
            <a:ext cx="3880222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7B91B22B-2485-980D-C28E-233FD54D704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48015" y="2859554"/>
            <a:ext cx="3880222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3EF3B5AD-DB94-C95A-3B5F-AE5E733681E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10525" y="2472230"/>
            <a:ext cx="3880222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96192D1D-EDB9-1219-EE4D-5C9D1E49AA0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10525" y="2859554"/>
            <a:ext cx="3880222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2B969407-E910-F143-06D5-382D1D8E993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348015" y="4374427"/>
            <a:ext cx="3880222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F0F86E79-3324-41E5-8025-DF031679D0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348015" y="4761750"/>
            <a:ext cx="3880222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EDB4870A-1F13-97DB-5D7E-31E82DF046A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10525" y="4374427"/>
            <a:ext cx="3880222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660E58C2-DB6F-F0D2-3BC4-132A90DA0FA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710525" y="4761750"/>
            <a:ext cx="3880222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F9E0155E-9436-25A5-C9CA-33C9CFBBC98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19456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31948796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9FC563A9-87BB-D2AD-7DAE-4F28F079E99C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69C9F4DC-D411-4651-9AAC-29900672A9A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681015-3E44-49AF-A930-B36E5E8634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9937044A-8515-938C-E1EF-4611AADCE41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48015" y="2811082"/>
            <a:ext cx="1698967" cy="847132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A1A9F627-1132-32AE-CE35-BB351A8D8D3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48016" y="3658215"/>
            <a:ext cx="1698967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F90CA0AF-B186-ECB0-8387-BD48F934451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29271" y="2811082"/>
            <a:ext cx="1698967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C86C6E5D-BE2B-94BF-6E67-BD6AA139D61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29271" y="3658215"/>
            <a:ext cx="1698967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D0191CEE-0491-C59F-8E38-13C5E879268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710526" y="2811082"/>
            <a:ext cx="1698967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F2F6844F-B062-12AF-3D92-D25BD449D5B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10526" y="3658215"/>
            <a:ext cx="1698967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3CC71B5E-5B7C-587A-C26F-2A58C031E76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891780" y="2811082"/>
            <a:ext cx="1698967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B27F6F34-F142-2946-32E0-DF2A0E2F344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891780" y="3658215"/>
            <a:ext cx="1698967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8E99AE74-6A77-E930-CB56-037934D32C3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19456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89694312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21CDFBC4-9C1B-896F-1098-00173D5E755A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69C9F4DC-D411-4651-9AAC-29900672A9A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681015-3E44-49AF-A930-B36E5E8634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15B3E8AA-76C6-F5A1-3309-FEBAE2F5A69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48015" y="2472230"/>
            <a:ext cx="4138903" cy="199584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AAD9C322-B846-DFF0-05CB-633B74C23B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48016" y="4532455"/>
            <a:ext cx="4138903" cy="115887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9C533C8E-0841-CB9F-4C14-108079C8FF9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48016" y="2472230"/>
            <a:ext cx="4138903" cy="25108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1" name="attribution">
            <a:extLst>
              <a:ext uri="{FF2B5EF4-FFF2-40B4-BE49-F238E27FC236}">
                <a16:creationId xmlns:a16="http://schemas.microsoft.com/office/drawing/2014/main" id="{2FE778C1-E279-12AE-5211-9940F4455A7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348016" y="5047511"/>
            <a:ext cx="4138903" cy="6438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2" name="item_1_title">
            <a:extLst>
              <a:ext uri="{FF2B5EF4-FFF2-40B4-BE49-F238E27FC236}">
                <a16:creationId xmlns:a16="http://schemas.microsoft.com/office/drawing/2014/main" id="{347910C0-AB59-AD42-0167-4C0ECC0DB50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82359" y="2286001"/>
            <a:ext cx="3761842" cy="105634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3" name="item_1">
            <a:extLst>
              <a:ext uri="{FF2B5EF4-FFF2-40B4-BE49-F238E27FC236}">
                <a16:creationId xmlns:a16="http://schemas.microsoft.com/office/drawing/2014/main" id="{25700284-7C8F-F72D-5843-1E3B4C512F4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982359" y="3342342"/>
            <a:ext cx="3761842" cy="25352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A1A0A49D-A088-68C5-AC4A-82E2E3C3E58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9456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68367238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BAE10C85-B49B-F6F5-FD75-4F82532F140C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69C9F4DC-D411-4651-9AAC-29900672A9A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681015-3E44-49AF-A930-B36E5E8634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AAAB6EC8-D803-C9AD-D1EC-49F4A5178DE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48015" y="2472230"/>
            <a:ext cx="2426052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459278D1-2F93-E268-9C58-9A45B33AEE8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48015" y="3419025"/>
            <a:ext cx="2426052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8C420F1A-5B31-052F-CE5C-BFF4F266B6E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56355" y="2472230"/>
            <a:ext cx="2426052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722F9303-D24E-77A7-8497-A0B9D1E17FD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56355" y="3419025"/>
            <a:ext cx="2426052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C8A97A94-20BF-BC86-AB68-7095C64C032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64694" y="2472230"/>
            <a:ext cx="2426052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AAE68E6D-AAAE-79C5-10DD-BEB8A22C2E4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164694" y="3419025"/>
            <a:ext cx="2426052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431174F2-D382-A906-92F1-82C77698795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9456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67728424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1097F2F9-2C58-3FF2-A5F2-EE70B06EBB84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69C9F4DC-D411-4651-9AAC-29900672A9A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681015-3E44-49AF-A930-B36E5E8634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BF29EB1F-1822-D924-9209-76EDAA98C8C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48015" y="2472230"/>
            <a:ext cx="482287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_title">
            <a:extLst>
              <a:ext uri="{FF2B5EF4-FFF2-40B4-BE49-F238E27FC236}">
                <a16:creationId xmlns:a16="http://schemas.microsoft.com/office/drawing/2014/main" id="{68A40E54-8D83-BFBB-E0B0-A49CCE9A435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17992" y="2472230"/>
            <a:ext cx="7672755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0" name="item_1">
            <a:extLst>
              <a:ext uri="{FF2B5EF4-FFF2-40B4-BE49-F238E27FC236}">
                <a16:creationId xmlns:a16="http://schemas.microsoft.com/office/drawing/2014/main" id="{9D6D375A-7B1D-F067-DB34-446A365C01E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917992" y="2859554"/>
            <a:ext cx="7672755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1" name="marker_2">
            <a:extLst>
              <a:ext uri="{FF2B5EF4-FFF2-40B4-BE49-F238E27FC236}">
                <a16:creationId xmlns:a16="http://schemas.microsoft.com/office/drawing/2014/main" id="{11F82786-9032-AB1A-293A-4C3C5D763F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348016" y="4374427"/>
            <a:ext cx="482287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8E23DA28-4C29-D0E4-9A29-F225CD1D15C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917992" y="4374427"/>
            <a:ext cx="7672755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75AE1CD8-281B-DD81-CFD1-C773F28BBE6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917992" y="4761750"/>
            <a:ext cx="7672755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58A81014-D001-7D81-EC01-C3597CEA011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9456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83383478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A10EF303-48A4-201E-7E1C-918C74F4C7B9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69C9F4DC-D411-4651-9AAC-29900672A9A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681015-3E44-49AF-A930-B36E5E8634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83105D9C-8CF4-8D16-8AAF-F943FD00E9F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48015" y="2472230"/>
            <a:ext cx="4138903" cy="199584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D62531D8-B67D-5D60-920C-8587D25F8C3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48016" y="4532455"/>
            <a:ext cx="4138903" cy="115887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E7DCFE3B-35A0-02C7-CDB0-D336F9B3EB9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48016" y="2472230"/>
            <a:ext cx="4138903" cy="25108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1" name="attribution">
            <a:extLst>
              <a:ext uri="{FF2B5EF4-FFF2-40B4-BE49-F238E27FC236}">
                <a16:creationId xmlns:a16="http://schemas.microsoft.com/office/drawing/2014/main" id="{05E1A6AE-AA58-EF21-1A89-196C6D02AA8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348016" y="5047511"/>
            <a:ext cx="4138903" cy="6438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2" name="item_1_title">
            <a:extLst>
              <a:ext uri="{FF2B5EF4-FFF2-40B4-BE49-F238E27FC236}">
                <a16:creationId xmlns:a16="http://schemas.microsoft.com/office/drawing/2014/main" id="{4FB92602-C2D6-6196-4C67-0C2949B0A68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82359" y="2286001"/>
            <a:ext cx="3761842" cy="105634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3" name="item_1">
            <a:extLst>
              <a:ext uri="{FF2B5EF4-FFF2-40B4-BE49-F238E27FC236}">
                <a16:creationId xmlns:a16="http://schemas.microsoft.com/office/drawing/2014/main" id="{5E0B9FB1-3369-ED28-9B99-72DDA8864BC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982359" y="3342342"/>
            <a:ext cx="3761842" cy="25352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30957357-BCB6-923E-0993-2A84FA1D8F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9456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91489000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numb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394A756E-6AA1-02F3-4DAB-C54632B27E79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69C9F4DC-D411-4651-9AAC-29900672A9A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681015-3E44-49AF-A930-B36E5E8634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79FA4C4B-7373-8F1D-A4FF-8BE0D54CBF2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04171" y="2419022"/>
            <a:ext cx="482287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17F902F7-DC93-751E-1001-E3E76ECF281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874148" y="2419022"/>
            <a:ext cx="7760443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marker_2">
            <a:extLst>
              <a:ext uri="{FF2B5EF4-FFF2-40B4-BE49-F238E27FC236}">
                <a16:creationId xmlns:a16="http://schemas.microsoft.com/office/drawing/2014/main" id="{2B1A3770-9AF6-AA93-209A-907C8A56686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04172" y="3350167"/>
            <a:ext cx="482287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A0406F40-C513-6962-E7CF-C63E01BB8B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874148" y="3350167"/>
            <a:ext cx="7760443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marker_3">
            <a:extLst>
              <a:ext uri="{FF2B5EF4-FFF2-40B4-BE49-F238E27FC236}">
                <a16:creationId xmlns:a16="http://schemas.microsoft.com/office/drawing/2014/main" id="{94D7DEDF-E8CF-0C0F-7C24-DD01E841B90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304172" y="4281312"/>
            <a:ext cx="482287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marker_3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687CE094-43EC-6F7E-C27D-3E74CEF4383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874148" y="4281312"/>
            <a:ext cx="7760443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marker_4">
            <a:extLst>
              <a:ext uri="{FF2B5EF4-FFF2-40B4-BE49-F238E27FC236}">
                <a16:creationId xmlns:a16="http://schemas.microsoft.com/office/drawing/2014/main" id="{A0CE1D33-C61B-93C6-9D3E-EE94DA8AA25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304172" y="5212457"/>
            <a:ext cx="482287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marker_4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368BE036-8F26-CFFC-DF7A-225F5EF0B60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874148" y="5212457"/>
            <a:ext cx="7760443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DFAC811A-9C7B-F6DA-55E8-9982EC5CF8A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19456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17191816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takeaway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6ED757D8-CDB1-F537-E09F-7D2EA293BC6B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0" y="585216"/>
            <a:ext cx="8547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194560" y="6470704"/>
            <a:ext cx="977900" cy="274320"/>
          </a:xfrm>
        </p:spPr>
        <p:txBody>
          <a:bodyPr/>
          <a:lstStyle/>
          <a:p>
            <a:fld id="{69C9F4DC-D411-4651-9AAC-29900672A9A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681015-3E44-49AF-A930-B36E5E8634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decisions_title">
            <a:extLst>
              <a:ext uri="{FF2B5EF4-FFF2-40B4-BE49-F238E27FC236}">
                <a16:creationId xmlns:a16="http://schemas.microsoft.com/office/drawing/2014/main" id="{6E0A3EF9-CF53-45C9-376A-1556BAAE520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48015" y="4842659"/>
            <a:ext cx="2069452" cy="848672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decisions_title</a:t>
            </a:r>
          </a:p>
        </p:txBody>
      </p:sp>
      <p:sp>
        <p:nvSpPr>
          <p:cNvPr id="9" name="decisions">
            <a:extLst>
              <a:ext uri="{FF2B5EF4-FFF2-40B4-BE49-F238E27FC236}">
                <a16:creationId xmlns:a16="http://schemas.microsoft.com/office/drawing/2014/main" id="{A0EAA228-FB07-2627-375A-FAA874EEA3D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02964" y="4842659"/>
            <a:ext cx="6087783" cy="84867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decisions</a:t>
            </a:r>
          </a:p>
        </p:txBody>
      </p:sp>
      <p:sp>
        <p:nvSpPr>
          <p:cNvPr id="10" name="item_1_title">
            <a:extLst>
              <a:ext uri="{FF2B5EF4-FFF2-40B4-BE49-F238E27FC236}">
                <a16:creationId xmlns:a16="http://schemas.microsoft.com/office/drawing/2014/main" id="{6EE52E75-DEA6-78C2-F29E-641A96BDF5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48015" y="2472229"/>
            <a:ext cx="2426052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1" name="item_1">
            <a:extLst>
              <a:ext uri="{FF2B5EF4-FFF2-40B4-BE49-F238E27FC236}">
                <a16:creationId xmlns:a16="http://schemas.microsoft.com/office/drawing/2014/main" id="{8ABECA17-E497-CDFA-41A1-A3D1B76CFE1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348015" y="2996487"/>
            <a:ext cx="2426052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09941E52-B991-3840-50D3-3EFEA9FD4D9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256355" y="2472229"/>
            <a:ext cx="2426052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427C1B63-F9FE-EF6A-58D4-3FE7D1988D5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256355" y="2996487"/>
            <a:ext cx="2426052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item_3_title">
            <a:extLst>
              <a:ext uri="{FF2B5EF4-FFF2-40B4-BE49-F238E27FC236}">
                <a16:creationId xmlns:a16="http://schemas.microsoft.com/office/drawing/2014/main" id="{53349D09-A0F7-90A5-F4C0-C9EB7B5EE9A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164694" y="2472229"/>
            <a:ext cx="2426052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5" name="item_3">
            <a:extLst>
              <a:ext uri="{FF2B5EF4-FFF2-40B4-BE49-F238E27FC236}">
                <a16:creationId xmlns:a16="http://schemas.microsoft.com/office/drawing/2014/main" id="{302ACDA3-2DAA-2388-882F-728E4E8CCB8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64694" y="2996487"/>
            <a:ext cx="2426052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1D8514BC-F6F3-0442-C15A-A54FC07B461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19456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1415517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reative_background_master">
            <a:extLst>
              <a:ext uri="{FF2B5EF4-FFF2-40B4-BE49-F238E27FC236}">
                <a16:creationId xmlns:a16="http://schemas.microsoft.com/office/drawing/2014/main" id="{390F9727-32E0-D674-8FC1-EAC88F85E91F}"/>
              </a:ext>
            </a:extLst>
          </p:cNvPr>
          <p:cNvPicPr>
            <a:picLocks/>
          </p:cNvPicPr>
          <p:nvPr userDrawn="1"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69C9F4DC-D411-4651-9AAC-29900672A9A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B2681015-3E44-49AF-A930-B36E5E8634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2458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  <p:sldLayoutId id="2147483687" r:id="rId16"/>
    <p:sldLayoutId id="2147483688" r:id="rId17"/>
    <p:sldLayoutId id="2147483689" r:id="rId18"/>
    <p:sldLayoutId id="2147483690" r:id="rId19"/>
    <p:sldLayoutId id="2147483691" r:id="rId20"/>
    <p:sldLayoutId id="2147483692" r:id="rId21"/>
    <p:sldLayoutId id="2147483693" r:id="rId22"/>
    <p:sldLayoutId id="2147483694" r:id="rId23"/>
    <p:sldLayoutId id="2147483695" r:id="rId24"/>
    <p:sldLayoutId id="2147483696" r:id="rId25"/>
    <p:sldLayoutId id="2147483697" r:id="rId26"/>
    <p:sldLayoutId id="2147483698" r:id="rId27"/>
    <p:sldLayoutId id="2147483699" r:id="rId28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Segoe UI" panose="020B05020402040202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rgbClr val="1555A2"/>
      </a:dk1>
      <a:lt1>
        <a:srgbClr val="F4F5F6"/>
      </a:lt1>
      <a:dk2>
        <a:srgbClr val="455161"/>
      </a:dk2>
      <a:lt2>
        <a:srgbClr val="E7E8E8"/>
      </a:lt2>
      <a:accent1>
        <a:srgbClr val="1555A2"/>
      </a:accent1>
      <a:accent2>
        <a:srgbClr val="BF810F"/>
      </a:accent2>
      <a:accent3>
        <a:srgbClr val="455161"/>
      </a:accent3>
      <a:accent4>
        <a:srgbClr val="1555A2"/>
      </a:accent4>
      <a:accent5>
        <a:srgbClr val="1555A2"/>
      </a:accent5>
      <a:accent6>
        <a:srgbClr val="455161"/>
      </a:accent6>
      <a:hlink>
        <a:srgbClr val="1555A2"/>
      </a:hlink>
      <a:folHlink>
        <a:srgbClr val="455161"/>
      </a:folHlink>
    </a:clrScheme>
    <a:fontScheme name="Integral">
      <a:majorFont>
        <a:latin typeface="Bahnschrift" panose="020B0606020104020203"/>
        <a:ea typeface=""/>
        <a:cs typeface="Segoe UI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Segoe UI" panose="020B0602020104020603"/>
        <a:ea typeface=""/>
        <a:cs typeface="Segoe UI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</Template>
  <TotalTime>0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Bahnschrift</vt:lpstr>
      <vt:lpstr>Segoe UI</vt:lpstr>
      <vt:lpstr>Wingdings 3</vt:lpstr>
      <vt:lpstr>Integral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Asma Sami</dc:creator>
  <cp:lastModifiedBy>Asma Sami</cp:lastModifiedBy>
  <cp:revision>1</cp:revision>
  <dcterms:created xsi:type="dcterms:W3CDTF">2026-10-03T23:11:03Z</dcterms:created>
  <dcterms:modified xsi:type="dcterms:W3CDTF">2026-10-03T23:11:14Z</dcterms:modified>
</cp:coreProperties>
</file>