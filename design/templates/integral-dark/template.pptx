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cxnSp>
        <p:nvCxnSpPr>
          <p:cNvPr id="13" name="Straight Connector 12"/>
          <p:cNvCxnSpPr/>
          <p:nvPr/>
        </p:nvCxnSpPr>
        <p:spPr>
          <a:xfrm flipV="1">
            <a:off x="8386842" y="5264106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0" y="-1"/>
            <a:ext cx="12192000" cy="4572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2125133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2899F7A0-FFBA-0B87-BABD-F1B886778F2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C32C9439-EFD8-E54B-8715-46027C3C424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E6EF1ABA-C2A3-8885-FB64-18D6E6A34C1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E75D14FB-EB9B-F8DC-D117-87F64E1B550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2E1D670C-CF57-E9E7-66F9-473348291B6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09CBE295-7FDC-412C-818F-148C999DCD8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54A34F54-C78A-0F35-4BD1-E93354345A4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B931CDAC-86AF-E576-04B3-F1157D5529C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C8B4D43-4692-0555-B25A-99805622549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186673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3A14E7E3-D48B-ACAA-5E57-C3E1DDC6E76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5141429D-9C2A-B87B-CBF1-CC41CCA1743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925A0292-40B3-9356-5A2F-5676356EAE6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0696E9C4-D295-681B-F757-F7D96B1E88A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74329194-B5A0-8E1E-3ACD-7626BCEED36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987526"/>
            <a:ext cx="4411418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0CB29895-44B1-49A3-6C2A-EDD8070694F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663426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5612B845-D650-933B-D803-79E70FF7361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159248"/>
            <a:ext cx="9720073" cy="71831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AEA0702A-1437-A2B9-1029-C28E318D9B5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46EC897C-0E98-D404-2B65-1DA99A00AAB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427825BE-038A-5933-3D9B-173BA5B786B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08EF1121-1A28-B5A3-C497-299355B2CAD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678457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69FB2CF4-5D70-B081-3B7B-64D05F1EDBF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20A0713C-D361-5620-3E35-727784BF43C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2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9EAE4FB2-9DB1-3CC0-440B-A2B74499C9A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2472229"/>
            <a:ext cx="1931553" cy="151529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21357B86-2A3B-8C3B-8090-FE3DC4FF1113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38186" y="3987526"/>
            <a:ext cx="1931553" cy="84183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54875F2D-CBE9-6FA9-89E9-61D884863D7D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2605337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E65B3A69-19AA-F448-4F56-9B41CFC1E60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443241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quote">
            <a:extLst>
              <a:ext uri="{FF2B5EF4-FFF2-40B4-BE49-F238E27FC236}">
                <a16:creationId xmlns:a16="http://schemas.microsoft.com/office/drawing/2014/main" id="{ED21F431-E6CB-1E39-378C-D2C88BD3C55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030635" y="2472230"/>
            <a:ext cx="3539104" cy="26870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8" name="attribution">
            <a:extLst>
              <a:ext uri="{FF2B5EF4-FFF2-40B4-BE49-F238E27FC236}">
                <a16:creationId xmlns:a16="http://schemas.microsoft.com/office/drawing/2014/main" id="{029522E9-DD8C-AA2B-BCB8-49632145E0C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030635" y="5159249"/>
            <a:ext cx="3539104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71985FE9-279F-BA74-D4D1-85DE2DAA74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869252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18B8728E-B21B-301B-9DD2-75876A43669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DB81DA4F-E0BE-48C8-BCEF-6DEF9FAFCA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3655D40B-8ED9-BFDA-11F0-6BB441D2AC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9C1DAED1-C65D-AC9B-CC1A-9C4ED801599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6EE8EF4F-518C-F7DC-6814-F9259CE0299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1DD17FF8-CBDB-B48D-1541-78E303449C0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06DF4BC8-6C7D-0E83-7D45-CFB4DC08C02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9395592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31D8E221-E576-6A49-E0DD-C0F48C5EA6C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FDB1773F-55DC-B081-BA56-488C81DA94E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D7AD2E1D-F848-1478-8698-4AEFE5E5CE4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9FA0C3E0-7AC9-DC13-318E-8C2A35BA4B1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3419025"/>
            <a:ext cx="4411418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ECE9DAF0-164E-0083-2614-107026E81D4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5792898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hart">
            <a:extLst>
              <a:ext uri="{FF2B5EF4-FFF2-40B4-BE49-F238E27FC236}">
                <a16:creationId xmlns:a16="http://schemas.microsoft.com/office/drawing/2014/main" id="{6EE07882-E873-BD26-3EF6-AEBB0BA7B0D3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804051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75D26B5C-5AB6-E2E4-5B25-13704E5997C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16983" y="2429663"/>
            <a:ext cx="2527219" cy="330423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B2E7C724-8C37-C627-6FD7-EDD581B868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464181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8FA956DE-FA73-49F9-FD36-4C191A8F9CEB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D6C7D124-E76B-5CB7-B135-DE7B745E832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E14EA6F2-C6ED-C25D-F65B-7891B356AE6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6D46133A-EE1C-CFDB-CD57-F371219A766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B403539A-CAD4-0E4F-0E64-6121FF534AF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F8B962A1-E761-CB19-605E-242A824D9F31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B95C9DEF-F503-54E1-8115-73D530CC0BE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7CDE13AD-2C76-1F42-3ED3-208E8304F58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17663D33-18ED-21FB-68B3-751A6A3220D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4523715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236C50CD-FDD2-5F49-7501-A92B563C3F4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67E5DC49-8B07-F4ED-6805-D05A56C8D82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479232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F244C694-AB8D-A635-4077-44EF943D1F6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26040195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matn:section_divider:default">
    <p:bg>
      <p:bgPr>
        <a:solidFill>
          <a:srgbClr val="79765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975360" y="3538728"/>
            <a:ext cx="10241280" cy="1536192"/>
          </a:xfrm>
        </p:spPr>
        <p:txBody>
          <a:bodyPr lIns="0" anchor="t"/>
          <a:lstStyle>
            <a:lvl1pPr>
              <a:defRPr sz="36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E812351D-71F6-53D8-D74C-4078D0C3B78B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>
          <a:xfrm>
            <a:off x="975360" y="685800"/>
            <a:ext cx="6144768" cy="2743200"/>
          </a:xfrm>
        </p:spPr>
        <p:txBody>
          <a:bodyPr wrap="square" lIns="0" tIns="0" bIns="0" anchor="b">
            <a:noAutofit/>
          </a:bodyPr>
          <a:lstStyle>
            <a:lvl1pPr marL="0" indent="0">
              <a:lnSpc>
                <a:spcPct val="85000"/>
              </a:lnSpc>
              <a:spcBef>
                <a:spcPts val="0"/>
              </a:spcBef>
              <a:buFontTx/>
              <a:buNone/>
              <a:defRPr sz="16000" b="1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E24ACF78-88F1-DFDF-0D08-209A36FB9D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975360" y="5184648"/>
            <a:ext cx="10241280" cy="987552"/>
          </a:xfrm>
          <a:prstGeom prst="rect">
            <a:avLst/>
          </a:prstGeom>
        </p:spPr>
        <p:txBody>
          <a:bodyPr wrap="square" lIns="0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subtitle</a:t>
            </a:r>
          </a:p>
        </p:txBody>
      </p:sp>
      <p:sp>
        <p:nvSpPr>
          <p:cNvPr id="8" name="pattern">
            <a:extLst>
              <a:ext uri="{FF2B5EF4-FFF2-40B4-BE49-F238E27FC236}">
                <a16:creationId xmlns:a16="http://schemas.microsoft.com/office/drawing/2014/main" id="{E5BEAAA9-B4BE-C957-5014-9F015A796B65}"/>
              </a:ext>
            </a:extLst>
          </p:cNvPr>
          <p:cNvSpPr/>
          <p:nvPr userDrawn="1"/>
        </p:nvSpPr>
        <p:spPr>
          <a:xfrm>
            <a:off x="15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pattern">
            <a:extLst>
              <a:ext uri="{FF2B5EF4-FFF2-40B4-BE49-F238E27FC236}">
                <a16:creationId xmlns:a16="http://schemas.microsoft.com/office/drawing/2014/main" id="{4FC770B1-CD04-672D-A4D7-6DD61F832BD6}"/>
              </a:ext>
            </a:extLst>
          </p:cNvPr>
          <p:cNvSpPr/>
          <p:nvPr userDrawn="1"/>
        </p:nvSpPr>
        <p:spPr>
          <a:xfrm>
            <a:off x="34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ttern">
            <a:extLst>
              <a:ext uri="{FF2B5EF4-FFF2-40B4-BE49-F238E27FC236}">
                <a16:creationId xmlns:a16="http://schemas.microsoft.com/office/drawing/2014/main" id="{B9BFE567-7C51-4550-1AE9-3F30E216FAA1}"/>
              </a:ext>
            </a:extLst>
          </p:cNvPr>
          <p:cNvSpPr/>
          <p:nvPr userDrawn="1"/>
        </p:nvSpPr>
        <p:spPr>
          <a:xfrm>
            <a:off x="53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pattern">
            <a:extLst>
              <a:ext uri="{FF2B5EF4-FFF2-40B4-BE49-F238E27FC236}">
                <a16:creationId xmlns:a16="http://schemas.microsoft.com/office/drawing/2014/main" id="{C535706F-EBE4-7DD9-34FB-5A30B0BF56D8}"/>
              </a:ext>
            </a:extLst>
          </p:cNvPr>
          <p:cNvSpPr/>
          <p:nvPr userDrawn="1"/>
        </p:nvSpPr>
        <p:spPr>
          <a:xfrm>
            <a:off x="72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pattern">
            <a:extLst>
              <a:ext uri="{FF2B5EF4-FFF2-40B4-BE49-F238E27FC236}">
                <a16:creationId xmlns:a16="http://schemas.microsoft.com/office/drawing/2014/main" id="{C795891C-FBFC-FA03-153B-9A27219F43CD}"/>
              </a:ext>
            </a:extLst>
          </p:cNvPr>
          <p:cNvSpPr/>
          <p:nvPr userDrawn="1"/>
        </p:nvSpPr>
        <p:spPr>
          <a:xfrm>
            <a:off x="91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pattern">
            <a:extLst>
              <a:ext uri="{FF2B5EF4-FFF2-40B4-BE49-F238E27FC236}">
                <a16:creationId xmlns:a16="http://schemas.microsoft.com/office/drawing/2014/main" id="{A847760E-F507-FBF8-4929-79541E523090}"/>
              </a:ext>
            </a:extLst>
          </p:cNvPr>
          <p:cNvSpPr/>
          <p:nvPr userDrawn="1"/>
        </p:nvSpPr>
        <p:spPr>
          <a:xfrm>
            <a:off x="110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pattern">
            <a:extLst>
              <a:ext uri="{FF2B5EF4-FFF2-40B4-BE49-F238E27FC236}">
                <a16:creationId xmlns:a16="http://schemas.microsoft.com/office/drawing/2014/main" id="{82B4F0F6-95A1-5653-7276-ED21C977F49E}"/>
              </a:ext>
            </a:extLst>
          </p:cNvPr>
          <p:cNvSpPr/>
          <p:nvPr userDrawn="1"/>
        </p:nvSpPr>
        <p:spPr>
          <a:xfrm>
            <a:off x="129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pattern">
            <a:extLst>
              <a:ext uri="{FF2B5EF4-FFF2-40B4-BE49-F238E27FC236}">
                <a16:creationId xmlns:a16="http://schemas.microsoft.com/office/drawing/2014/main" id="{35FC1D7B-FCDB-1BEE-12BB-AA6377C15307}"/>
              </a:ext>
            </a:extLst>
          </p:cNvPr>
          <p:cNvSpPr/>
          <p:nvPr userDrawn="1"/>
        </p:nvSpPr>
        <p:spPr>
          <a:xfrm>
            <a:off x="148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pattern">
            <a:extLst>
              <a:ext uri="{FF2B5EF4-FFF2-40B4-BE49-F238E27FC236}">
                <a16:creationId xmlns:a16="http://schemas.microsoft.com/office/drawing/2014/main" id="{9E0942DA-58FF-D737-4B75-6321D62220DB}"/>
              </a:ext>
            </a:extLst>
          </p:cNvPr>
          <p:cNvSpPr/>
          <p:nvPr userDrawn="1"/>
        </p:nvSpPr>
        <p:spPr>
          <a:xfrm>
            <a:off x="167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pattern">
            <a:extLst>
              <a:ext uri="{FF2B5EF4-FFF2-40B4-BE49-F238E27FC236}">
                <a16:creationId xmlns:a16="http://schemas.microsoft.com/office/drawing/2014/main" id="{FBA91507-1C04-526E-4AC2-797D159D14C7}"/>
              </a:ext>
            </a:extLst>
          </p:cNvPr>
          <p:cNvSpPr/>
          <p:nvPr userDrawn="1"/>
        </p:nvSpPr>
        <p:spPr>
          <a:xfrm>
            <a:off x="186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pattern">
            <a:extLst>
              <a:ext uri="{FF2B5EF4-FFF2-40B4-BE49-F238E27FC236}">
                <a16:creationId xmlns:a16="http://schemas.microsoft.com/office/drawing/2014/main" id="{9A1C9AFA-C737-276D-4DD8-FAB3262FCCBF}"/>
              </a:ext>
            </a:extLst>
          </p:cNvPr>
          <p:cNvSpPr/>
          <p:nvPr userDrawn="1"/>
        </p:nvSpPr>
        <p:spPr>
          <a:xfrm>
            <a:off x="205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pattern">
            <a:extLst>
              <a:ext uri="{FF2B5EF4-FFF2-40B4-BE49-F238E27FC236}">
                <a16:creationId xmlns:a16="http://schemas.microsoft.com/office/drawing/2014/main" id="{6DA53B56-3094-11F1-EFE0-AF416CA02F2C}"/>
              </a:ext>
            </a:extLst>
          </p:cNvPr>
          <p:cNvSpPr/>
          <p:nvPr userDrawn="1"/>
        </p:nvSpPr>
        <p:spPr>
          <a:xfrm>
            <a:off x="224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pattern">
            <a:extLst>
              <a:ext uri="{FF2B5EF4-FFF2-40B4-BE49-F238E27FC236}">
                <a16:creationId xmlns:a16="http://schemas.microsoft.com/office/drawing/2014/main" id="{9E416101-37C7-5134-6724-17B749FA0B75}"/>
              </a:ext>
            </a:extLst>
          </p:cNvPr>
          <p:cNvSpPr/>
          <p:nvPr userDrawn="1"/>
        </p:nvSpPr>
        <p:spPr>
          <a:xfrm>
            <a:off x="243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pattern">
            <a:extLst>
              <a:ext uri="{FF2B5EF4-FFF2-40B4-BE49-F238E27FC236}">
                <a16:creationId xmlns:a16="http://schemas.microsoft.com/office/drawing/2014/main" id="{D1176870-2974-D19A-D11A-3262CE0220F7}"/>
              </a:ext>
            </a:extLst>
          </p:cNvPr>
          <p:cNvSpPr/>
          <p:nvPr userDrawn="1"/>
        </p:nvSpPr>
        <p:spPr>
          <a:xfrm>
            <a:off x="262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pattern">
            <a:extLst>
              <a:ext uri="{FF2B5EF4-FFF2-40B4-BE49-F238E27FC236}">
                <a16:creationId xmlns:a16="http://schemas.microsoft.com/office/drawing/2014/main" id="{FFBE3031-C3EC-5703-A1A1-F031F159B700}"/>
              </a:ext>
            </a:extLst>
          </p:cNvPr>
          <p:cNvSpPr/>
          <p:nvPr userDrawn="1"/>
        </p:nvSpPr>
        <p:spPr>
          <a:xfrm>
            <a:off x="281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pattern">
            <a:extLst>
              <a:ext uri="{FF2B5EF4-FFF2-40B4-BE49-F238E27FC236}">
                <a16:creationId xmlns:a16="http://schemas.microsoft.com/office/drawing/2014/main" id="{BFB3B72B-E2FB-7C71-9F9A-0EAD1DEAF0C3}"/>
              </a:ext>
            </a:extLst>
          </p:cNvPr>
          <p:cNvSpPr/>
          <p:nvPr userDrawn="1"/>
        </p:nvSpPr>
        <p:spPr>
          <a:xfrm>
            <a:off x="300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pattern">
            <a:extLst>
              <a:ext uri="{FF2B5EF4-FFF2-40B4-BE49-F238E27FC236}">
                <a16:creationId xmlns:a16="http://schemas.microsoft.com/office/drawing/2014/main" id="{8EE912C9-0AA2-2200-21E1-D1832DB26F8A}"/>
              </a:ext>
            </a:extLst>
          </p:cNvPr>
          <p:cNvSpPr/>
          <p:nvPr userDrawn="1"/>
        </p:nvSpPr>
        <p:spPr>
          <a:xfrm>
            <a:off x="320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pattern">
            <a:extLst>
              <a:ext uri="{FF2B5EF4-FFF2-40B4-BE49-F238E27FC236}">
                <a16:creationId xmlns:a16="http://schemas.microsoft.com/office/drawing/2014/main" id="{DA1AD45D-6AF2-CC45-0FCD-115B372AD569}"/>
              </a:ext>
            </a:extLst>
          </p:cNvPr>
          <p:cNvSpPr/>
          <p:nvPr userDrawn="1"/>
        </p:nvSpPr>
        <p:spPr>
          <a:xfrm>
            <a:off x="339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pattern">
            <a:extLst>
              <a:ext uri="{FF2B5EF4-FFF2-40B4-BE49-F238E27FC236}">
                <a16:creationId xmlns:a16="http://schemas.microsoft.com/office/drawing/2014/main" id="{53A28099-67A5-90DE-83E1-B8CC1B6B7099}"/>
              </a:ext>
            </a:extLst>
          </p:cNvPr>
          <p:cNvSpPr/>
          <p:nvPr userDrawn="1"/>
        </p:nvSpPr>
        <p:spPr>
          <a:xfrm>
            <a:off x="358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pattern">
            <a:extLst>
              <a:ext uri="{FF2B5EF4-FFF2-40B4-BE49-F238E27FC236}">
                <a16:creationId xmlns:a16="http://schemas.microsoft.com/office/drawing/2014/main" id="{5AEFF656-32D5-0AA5-B53D-E8AF74A577BB}"/>
              </a:ext>
            </a:extLst>
          </p:cNvPr>
          <p:cNvSpPr/>
          <p:nvPr userDrawn="1"/>
        </p:nvSpPr>
        <p:spPr>
          <a:xfrm>
            <a:off x="377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pattern">
            <a:extLst>
              <a:ext uri="{FF2B5EF4-FFF2-40B4-BE49-F238E27FC236}">
                <a16:creationId xmlns:a16="http://schemas.microsoft.com/office/drawing/2014/main" id="{C906645C-640F-A5D8-61E7-528DD769E1E3}"/>
              </a:ext>
            </a:extLst>
          </p:cNvPr>
          <p:cNvSpPr/>
          <p:nvPr userDrawn="1"/>
        </p:nvSpPr>
        <p:spPr>
          <a:xfrm>
            <a:off x="396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pattern">
            <a:extLst>
              <a:ext uri="{FF2B5EF4-FFF2-40B4-BE49-F238E27FC236}">
                <a16:creationId xmlns:a16="http://schemas.microsoft.com/office/drawing/2014/main" id="{24744F7D-6038-FCE8-06A8-C5E0F0B46147}"/>
              </a:ext>
            </a:extLst>
          </p:cNvPr>
          <p:cNvSpPr/>
          <p:nvPr userDrawn="1"/>
        </p:nvSpPr>
        <p:spPr>
          <a:xfrm>
            <a:off x="415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pattern">
            <a:extLst>
              <a:ext uri="{FF2B5EF4-FFF2-40B4-BE49-F238E27FC236}">
                <a16:creationId xmlns:a16="http://schemas.microsoft.com/office/drawing/2014/main" id="{58F7736D-C6AE-9CEF-E7DB-CAAEC3851385}"/>
              </a:ext>
            </a:extLst>
          </p:cNvPr>
          <p:cNvSpPr/>
          <p:nvPr userDrawn="1"/>
        </p:nvSpPr>
        <p:spPr>
          <a:xfrm>
            <a:off x="434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pattern">
            <a:extLst>
              <a:ext uri="{FF2B5EF4-FFF2-40B4-BE49-F238E27FC236}">
                <a16:creationId xmlns:a16="http://schemas.microsoft.com/office/drawing/2014/main" id="{B85B1023-EB92-F57E-FA22-1D090ED9F891}"/>
              </a:ext>
            </a:extLst>
          </p:cNvPr>
          <p:cNvSpPr/>
          <p:nvPr userDrawn="1"/>
        </p:nvSpPr>
        <p:spPr>
          <a:xfrm>
            <a:off x="453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pattern">
            <a:extLst>
              <a:ext uri="{FF2B5EF4-FFF2-40B4-BE49-F238E27FC236}">
                <a16:creationId xmlns:a16="http://schemas.microsoft.com/office/drawing/2014/main" id="{9532040D-9966-1362-7B68-7E515EF9C9BF}"/>
              </a:ext>
            </a:extLst>
          </p:cNvPr>
          <p:cNvSpPr/>
          <p:nvPr userDrawn="1"/>
        </p:nvSpPr>
        <p:spPr>
          <a:xfrm>
            <a:off x="472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pattern">
            <a:extLst>
              <a:ext uri="{FF2B5EF4-FFF2-40B4-BE49-F238E27FC236}">
                <a16:creationId xmlns:a16="http://schemas.microsoft.com/office/drawing/2014/main" id="{43D6355A-479F-EEBF-57D7-B8175B34FDFA}"/>
              </a:ext>
            </a:extLst>
          </p:cNvPr>
          <p:cNvSpPr/>
          <p:nvPr userDrawn="1"/>
        </p:nvSpPr>
        <p:spPr>
          <a:xfrm>
            <a:off x="491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pattern">
            <a:extLst>
              <a:ext uri="{FF2B5EF4-FFF2-40B4-BE49-F238E27FC236}">
                <a16:creationId xmlns:a16="http://schemas.microsoft.com/office/drawing/2014/main" id="{56E2426F-2C2B-6EA0-0D59-C40223317543}"/>
              </a:ext>
            </a:extLst>
          </p:cNvPr>
          <p:cNvSpPr/>
          <p:nvPr userDrawn="1"/>
        </p:nvSpPr>
        <p:spPr>
          <a:xfrm>
            <a:off x="510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pattern">
            <a:extLst>
              <a:ext uri="{FF2B5EF4-FFF2-40B4-BE49-F238E27FC236}">
                <a16:creationId xmlns:a16="http://schemas.microsoft.com/office/drawing/2014/main" id="{080A51B5-3E14-5F6D-1F3D-1387212D9F57}"/>
              </a:ext>
            </a:extLst>
          </p:cNvPr>
          <p:cNvSpPr/>
          <p:nvPr userDrawn="1"/>
        </p:nvSpPr>
        <p:spPr>
          <a:xfrm>
            <a:off x="529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pattern">
            <a:extLst>
              <a:ext uri="{FF2B5EF4-FFF2-40B4-BE49-F238E27FC236}">
                <a16:creationId xmlns:a16="http://schemas.microsoft.com/office/drawing/2014/main" id="{DEC81A24-0AE1-E60F-984D-73990E72BBDF}"/>
              </a:ext>
            </a:extLst>
          </p:cNvPr>
          <p:cNvSpPr/>
          <p:nvPr userDrawn="1"/>
        </p:nvSpPr>
        <p:spPr>
          <a:xfrm>
            <a:off x="548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pattern">
            <a:extLst>
              <a:ext uri="{FF2B5EF4-FFF2-40B4-BE49-F238E27FC236}">
                <a16:creationId xmlns:a16="http://schemas.microsoft.com/office/drawing/2014/main" id="{9CC02622-39F4-0419-D65D-66F956BEA77E}"/>
              </a:ext>
            </a:extLst>
          </p:cNvPr>
          <p:cNvSpPr/>
          <p:nvPr userDrawn="1"/>
        </p:nvSpPr>
        <p:spPr>
          <a:xfrm>
            <a:off x="567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attern">
            <a:extLst>
              <a:ext uri="{FF2B5EF4-FFF2-40B4-BE49-F238E27FC236}">
                <a16:creationId xmlns:a16="http://schemas.microsoft.com/office/drawing/2014/main" id="{657F0E46-819D-4BA9-8B15-FC46D6C6F388}"/>
              </a:ext>
            </a:extLst>
          </p:cNvPr>
          <p:cNvSpPr/>
          <p:nvPr userDrawn="1"/>
        </p:nvSpPr>
        <p:spPr>
          <a:xfrm>
            <a:off x="586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pattern">
            <a:extLst>
              <a:ext uri="{FF2B5EF4-FFF2-40B4-BE49-F238E27FC236}">
                <a16:creationId xmlns:a16="http://schemas.microsoft.com/office/drawing/2014/main" id="{CAE6CF45-1733-BCA2-0863-10FDFBFA09C0}"/>
              </a:ext>
            </a:extLst>
          </p:cNvPr>
          <p:cNvSpPr/>
          <p:nvPr userDrawn="1"/>
        </p:nvSpPr>
        <p:spPr>
          <a:xfrm>
            <a:off x="605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pattern">
            <a:extLst>
              <a:ext uri="{FF2B5EF4-FFF2-40B4-BE49-F238E27FC236}">
                <a16:creationId xmlns:a16="http://schemas.microsoft.com/office/drawing/2014/main" id="{BE853025-8ED6-9EA5-D31D-7CC771E6C6B3}"/>
              </a:ext>
            </a:extLst>
          </p:cNvPr>
          <p:cNvSpPr/>
          <p:nvPr userDrawn="1"/>
        </p:nvSpPr>
        <p:spPr>
          <a:xfrm>
            <a:off x="624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pattern">
            <a:extLst>
              <a:ext uri="{FF2B5EF4-FFF2-40B4-BE49-F238E27FC236}">
                <a16:creationId xmlns:a16="http://schemas.microsoft.com/office/drawing/2014/main" id="{D2832FBC-28B1-4CFD-D505-9ECCAA9FF9A5}"/>
              </a:ext>
            </a:extLst>
          </p:cNvPr>
          <p:cNvSpPr/>
          <p:nvPr userDrawn="1"/>
        </p:nvSpPr>
        <p:spPr>
          <a:xfrm>
            <a:off x="643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pattern">
            <a:extLst>
              <a:ext uri="{FF2B5EF4-FFF2-40B4-BE49-F238E27FC236}">
                <a16:creationId xmlns:a16="http://schemas.microsoft.com/office/drawing/2014/main" id="{B2188872-35A9-5E0D-0F0F-E2E704DB787E}"/>
              </a:ext>
            </a:extLst>
          </p:cNvPr>
          <p:cNvSpPr/>
          <p:nvPr userDrawn="1"/>
        </p:nvSpPr>
        <p:spPr>
          <a:xfrm>
            <a:off x="662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pattern">
            <a:extLst>
              <a:ext uri="{FF2B5EF4-FFF2-40B4-BE49-F238E27FC236}">
                <a16:creationId xmlns:a16="http://schemas.microsoft.com/office/drawing/2014/main" id="{34A13E8A-357D-47E5-0965-51EC915CDF51}"/>
              </a:ext>
            </a:extLst>
          </p:cNvPr>
          <p:cNvSpPr/>
          <p:nvPr userDrawn="1"/>
        </p:nvSpPr>
        <p:spPr>
          <a:xfrm>
            <a:off x="681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pattern">
            <a:extLst>
              <a:ext uri="{FF2B5EF4-FFF2-40B4-BE49-F238E27FC236}">
                <a16:creationId xmlns:a16="http://schemas.microsoft.com/office/drawing/2014/main" id="{BF68FAA9-3ABC-7E63-CAA1-2DBD99C15DDB}"/>
              </a:ext>
            </a:extLst>
          </p:cNvPr>
          <p:cNvSpPr/>
          <p:nvPr userDrawn="1"/>
        </p:nvSpPr>
        <p:spPr>
          <a:xfrm>
            <a:off x="701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pattern">
            <a:extLst>
              <a:ext uri="{FF2B5EF4-FFF2-40B4-BE49-F238E27FC236}">
                <a16:creationId xmlns:a16="http://schemas.microsoft.com/office/drawing/2014/main" id="{75DA0B24-6BA9-C25A-22A5-15701E80D7CF}"/>
              </a:ext>
            </a:extLst>
          </p:cNvPr>
          <p:cNvSpPr/>
          <p:nvPr userDrawn="1"/>
        </p:nvSpPr>
        <p:spPr>
          <a:xfrm>
            <a:off x="720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pattern">
            <a:extLst>
              <a:ext uri="{FF2B5EF4-FFF2-40B4-BE49-F238E27FC236}">
                <a16:creationId xmlns:a16="http://schemas.microsoft.com/office/drawing/2014/main" id="{2732E469-C1C5-1B2A-BD8E-67E63D6CF31B}"/>
              </a:ext>
            </a:extLst>
          </p:cNvPr>
          <p:cNvSpPr/>
          <p:nvPr userDrawn="1"/>
        </p:nvSpPr>
        <p:spPr>
          <a:xfrm>
            <a:off x="739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pattern">
            <a:extLst>
              <a:ext uri="{FF2B5EF4-FFF2-40B4-BE49-F238E27FC236}">
                <a16:creationId xmlns:a16="http://schemas.microsoft.com/office/drawing/2014/main" id="{2A08F928-B8E1-92E2-F721-A6F53A693B6F}"/>
              </a:ext>
            </a:extLst>
          </p:cNvPr>
          <p:cNvSpPr/>
          <p:nvPr userDrawn="1"/>
        </p:nvSpPr>
        <p:spPr>
          <a:xfrm>
            <a:off x="758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pattern">
            <a:extLst>
              <a:ext uri="{FF2B5EF4-FFF2-40B4-BE49-F238E27FC236}">
                <a16:creationId xmlns:a16="http://schemas.microsoft.com/office/drawing/2014/main" id="{481F1902-44AB-83F2-118F-E1890326CCC9}"/>
              </a:ext>
            </a:extLst>
          </p:cNvPr>
          <p:cNvSpPr/>
          <p:nvPr userDrawn="1"/>
        </p:nvSpPr>
        <p:spPr>
          <a:xfrm>
            <a:off x="777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pattern">
            <a:extLst>
              <a:ext uri="{FF2B5EF4-FFF2-40B4-BE49-F238E27FC236}">
                <a16:creationId xmlns:a16="http://schemas.microsoft.com/office/drawing/2014/main" id="{3252892D-1357-9A11-3A4C-FF12CC842713}"/>
              </a:ext>
            </a:extLst>
          </p:cNvPr>
          <p:cNvSpPr/>
          <p:nvPr userDrawn="1"/>
        </p:nvSpPr>
        <p:spPr>
          <a:xfrm>
            <a:off x="796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pattern">
            <a:extLst>
              <a:ext uri="{FF2B5EF4-FFF2-40B4-BE49-F238E27FC236}">
                <a16:creationId xmlns:a16="http://schemas.microsoft.com/office/drawing/2014/main" id="{2A1CC637-1F77-6186-BBF8-8CC065CDFF87}"/>
              </a:ext>
            </a:extLst>
          </p:cNvPr>
          <p:cNvSpPr/>
          <p:nvPr userDrawn="1"/>
        </p:nvSpPr>
        <p:spPr>
          <a:xfrm>
            <a:off x="815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pattern">
            <a:extLst>
              <a:ext uri="{FF2B5EF4-FFF2-40B4-BE49-F238E27FC236}">
                <a16:creationId xmlns:a16="http://schemas.microsoft.com/office/drawing/2014/main" id="{2930C1E9-5561-3C11-74FA-EFEE02720F67}"/>
              </a:ext>
            </a:extLst>
          </p:cNvPr>
          <p:cNvSpPr/>
          <p:nvPr userDrawn="1"/>
        </p:nvSpPr>
        <p:spPr>
          <a:xfrm>
            <a:off x="834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pattern">
            <a:extLst>
              <a:ext uri="{FF2B5EF4-FFF2-40B4-BE49-F238E27FC236}">
                <a16:creationId xmlns:a16="http://schemas.microsoft.com/office/drawing/2014/main" id="{3A998171-C381-6895-F4F4-ED7A56C9D507}"/>
              </a:ext>
            </a:extLst>
          </p:cNvPr>
          <p:cNvSpPr/>
          <p:nvPr userDrawn="1"/>
        </p:nvSpPr>
        <p:spPr>
          <a:xfrm>
            <a:off x="8534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pattern">
            <a:extLst>
              <a:ext uri="{FF2B5EF4-FFF2-40B4-BE49-F238E27FC236}">
                <a16:creationId xmlns:a16="http://schemas.microsoft.com/office/drawing/2014/main" id="{1379548D-7205-E9C0-7F2D-67AD76C91EFA}"/>
              </a:ext>
            </a:extLst>
          </p:cNvPr>
          <p:cNvSpPr/>
          <p:nvPr userDrawn="1"/>
        </p:nvSpPr>
        <p:spPr>
          <a:xfrm>
            <a:off x="8724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pattern">
            <a:extLst>
              <a:ext uri="{FF2B5EF4-FFF2-40B4-BE49-F238E27FC236}">
                <a16:creationId xmlns:a16="http://schemas.microsoft.com/office/drawing/2014/main" id="{D712CB25-CFE8-901F-8764-387DE053B180}"/>
              </a:ext>
            </a:extLst>
          </p:cNvPr>
          <p:cNvSpPr/>
          <p:nvPr userDrawn="1"/>
        </p:nvSpPr>
        <p:spPr>
          <a:xfrm>
            <a:off x="8915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pattern">
            <a:extLst>
              <a:ext uri="{FF2B5EF4-FFF2-40B4-BE49-F238E27FC236}">
                <a16:creationId xmlns:a16="http://schemas.microsoft.com/office/drawing/2014/main" id="{79B41B6B-079C-0CB3-FE6D-1910EC9BE5D3}"/>
              </a:ext>
            </a:extLst>
          </p:cNvPr>
          <p:cNvSpPr/>
          <p:nvPr userDrawn="1"/>
        </p:nvSpPr>
        <p:spPr>
          <a:xfrm>
            <a:off x="9105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pattern">
            <a:extLst>
              <a:ext uri="{FF2B5EF4-FFF2-40B4-BE49-F238E27FC236}">
                <a16:creationId xmlns:a16="http://schemas.microsoft.com/office/drawing/2014/main" id="{B9AA99F5-275D-643E-06C2-ABA958B5F44A}"/>
              </a:ext>
            </a:extLst>
          </p:cNvPr>
          <p:cNvSpPr/>
          <p:nvPr userDrawn="1"/>
        </p:nvSpPr>
        <p:spPr>
          <a:xfrm>
            <a:off x="9296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7" name="pattern">
            <a:extLst>
              <a:ext uri="{FF2B5EF4-FFF2-40B4-BE49-F238E27FC236}">
                <a16:creationId xmlns:a16="http://schemas.microsoft.com/office/drawing/2014/main" id="{F40A5D44-80A9-F8BC-5F96-7787FDC1DDD8}"/>
              </a:ext>
            </a:extLst>
          </p:cNvPr>
          <p:cNvSpPr/>
          <p:nvPr userDrawn="1"/>
        </p:nvSpPr>
        <p:spPr>
          <a:xfrm>
            <a:off x="9486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pattern">
            <a:extLst>
              <a:ext uri="{FF2B5EF4-FFF2-40B4-BE49-F238E27FC236}">
                <a16:creationId xmlns:a16="http://schemas.microsoft.com/office/drawing/2014/main" id="{5C8F9967-DE1D-AF8D-2217-488819DA8356}"/>
              </a:ext>
            </a:extLst>
          </p:cNvPr>
          <p:cNvSpPr/>
          <p:nvPr userDrawn="1"/>
        </p:nvSpPr>
        <p:spPr>
          <a:xfrm>
            <a:off x="9677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pattern">
            <a:extLst>
              <a:ext uri="{FF2B5EF4-FFF2-40B4-BE49-F238E27FC236}">
                <a16:creationId xmlns:a16="http://schemas.microsoft.com/office/drawing/2014/main" id="{D40AA1DE-1ED3-26EC-CB89-3BC4DFC8F471}"/>
              </a:ext>
            </a:extLst>
          </p:cNvPr>
          <p:cNvSpPr/>
          <p:nvPr userDrawn="1"/>
        </p:nvSpPr>
        <p:spPr>
          <a:xfrm>
            <a:off x="9867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pattern">
            <a:extLst>
              <a:ext uri="{FF2B5EF4-FFF2-40B4-BE49-F238E27FC236}">
                <a16:creationId xmlns:a16="http://schemas.microsoft.com/office/drawing/2014/main" id="{BE853CF1-4F3F-8470-E806-8ACB3AEE5042}"/>
              </a:ext>
            </a:extLst>
          </p:cNvPr>
          <p:cNvSpPr/>
          <p:nvPr userDrawn="1"/>
        </p:nvSpPr>
        <p:spPr>
          <a:xfrm>
            <a:off x="10058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pattern">
            <a:extLst>
              <a:ext uri="{FF2B5EF4-FFF2-40B4-BE49-F238E27FC236}">
                <a16:creationId xmlns:a16="http://schemas.microsoft.com/office/drawing/2014/main" id="{AA0BADEE-D7F6-3C18-6EA1-716F73D6C82B}"/>
              </a:ext>
            </a:extLst>
          </p:cNvPr>
          <p:cNvSpPr/>
          <p:nvPr userDrawn="1"/>
        </p:nvSpPr>
        <p:spPr>
          <a:xfrm>
            <a:off x="10248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2" name="pattern">
            <a:extLst>
              <a:ext uri="{FF2B5EF4-FFF2-40B4-BE49-F238E27FC236}">
                <a16:creationId xmlns:a16="http://schemas.microsoft.com/office/drawing/2014/main" id="{DFB81486-4059-E841-A50E-361238B75821}"/>
              </a:ext>
            </a:extLst>
          </p:cNvPr>
          <p:cNvSpPr/>
          <p:nvPr userDrawn="1"/>
        </p:nvSpPr>
        <p:spPr>
          <a:xfrm>
            <a:off x="10439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3" name="pattern">
            <a:extLst>
              <a:ext uri="{FF2B5EF4-FFF2-40B4-BE49-F238E27FC236}">
                <a16:creationId xmlns:a16="http://schemas.microsoft.com/office/drawing/2014/main" id="{75BE1F63-1F44-447F-BD4F-982D8A2D0D7C}"/>
              </a:ext>
            </a:extLst>
          </p:cNvPr>
          <p:cNvSpPr/>
          <p:nvPr userDrawn="1"/>
        </p:nvSpPr>
        <p:spPr>
          <a:xfrm>
            <a:off x="10629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pattern">
            <a:extLst>
              <a:ext uri="{FF2B5EF4-FFF2-40B4-BE49-F238E27FC236}">
                <a16:creationId xmlns:a16="http://schemas.microsoft.com/office/drawing/2014/main" id="{5CF25524-0B29-3862-993D-A4EAEC2EFDD2}"/>
              </a:ext>
            </a:extLst>
          </p:cNvPr>
          <p:cNvSpPr/>
          <p:nvPr userDrawn="1"/>
        </p:nvSpPr>
        <p:spPr>
          <a:xfrm>
            <a:off x="10820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pattern">
            <a:extLst>
              <a:ext uri="{FF2B5EF4-FFF2-40B4-BE49-F238E27FC236}">
                <a16:creationId xmlns:a16="http://schemas.microsoft.com/office/drawing/2014/main" id="{CD5534CA-59A4-CD55-A921-0808E1367FDD}"/>
              </a:ext>
            </a:extLst>
          </p:cNvPr>
          <p:cNvSpPr/>
          <p:nvPr userDrawn="1"/>
        </p:nvSpPr>
        <p:spPr>
          <a:xfrm>
            <a:off x="11010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pattern">
            <a:extLst>
              <a:ext uri="{FF2B5EF4-FFF2-40B4-BE49-F238E27FC236}">
                <a16:creationId xmlns:a16="http://schemas.microsoft.com/office/drawing/2014/main" id="{A6394896-933F-20E8-A757-C6D55AB0B072}"/>
              </a:ext>
            </a:extLst>
          </p:cNvPr>
          <p:cNvSpPr/>
          <p:nvPr userDrawn="1"/>
        </p:nvSpPr>
        <p:spPr>
          <a:xfrm>
            <a:off x="11201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pattern">
            <a:extLst>
              <a:ext uri="{FF2B5EF4-FFF2-40B4-BE49-F238E27FC236}">
                <a16:creationId xmlns:a16="http://schemas.microsoft.com/office/drawing/2014/main" id="{B17926E3-048F-6B50-E8F5-159940C9BFDF}"/>
              </a:ext>
            </a:extLst>
          </p:cNvPr>
          <p:cNvSpPr/>
          <p:nvPr userDrawn="1"/>
        </p:nvSpPr>
        <p:spPr>
          <a:xfrm>
            <a:off x="11391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pattern">
            <a:extLst>
              <a:ext uri="{FF2B5EF4-FFF2-40B4-BE49-F238E27FC236}">
                <a16:creationId xmlns:a16="http://schemas.microsoft.com/office/drawing/2014/main" id="{7716C7EB-D722-574A-417E-3E3BF8331021}"/>
              </a:ext>
            </a:extLst>
          </p:cNvPr>
          <p:cNvSpPr/>
          <p:nvPr userDrawn="1"/>
        </p:nvSpPr>
        <p:spPr>
          <a:xfrm>
            <a:off x="11582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pattern">
            <a:extLst>
              <a:ext uri="{FF2B5EF4-FFF2-40B4-BE49-F238E27FC236}">
                <a16:creationId xmlns:a16="http://schemas.microsoft.com/office/drawing/2014/main" id="{7CB4134F-24C7-1ECE-B5B4-A404293FEF30}"/>
              </a:ext>
            </a:extLst>
          </p:cNvPr>
          <p:cNvSpPr/>
          <p:nvPr userDrawn="1"/>
        </p:nvSpPr>
        <p:spPr>
          <a:xfrm>
            <a:off x="11772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pattern">
            <a:extLst>
              <a:ext uri="{FF2B5EF4-FFF2-40B4-BE49-F238E27FC236}">
                <a16:creationId xmlns:a16="http://schemas.microsoft.com/office/drawing/2014/main" id="{7594A24C-F31B-CB02-3153-26DA7FC25828}"/>
              </a:ext>
            </a:extLst>
          </p:cNvPr>
          <p:cNvSpPr/>
          <p:nvPr userDrawn="1"/>
        </p:nvSpPr>
        <p:spPr>
          <a:xfrm>
            <a:off x="119634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pattern">
            <a:extLst>
              <a:ext uri="{FF2B5EF4-FFF2-40B4-BE49-F238E27FC236}">
                <a16:creationId xmlns:a16="http://schemas.microsoft.com/office/drawing/2014/main" id="{E09C5CF7-4535-F11A-6EEF-A8D94DA0E6B4}"/>
              </a:ext>
            </a:extLst>
          </p:cNvPr>
          <p:cNvSpPr/>
          <p:nvPr userDrawn="1"/>
        </p:nvSpPr>
        <p:spPr>
          <a:xfrm>
            <a:off x="12153900" y="62738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pattern">
            <a:extLst>
              <a:ext uri="{FF2B5EF4-FFF2-40B4-BE49-F238E27FC236}">
                <a16:creationId xmlns:a16="http://schemas.microsoft.com/office/drawing/2014/main" id="{B57A1A42-9335-7B94-9B67-628011AC9298}"/>
              </a:ext>
            </a:extLst>
          </p:cNvPr>
          <p:cNvSpPr/>
          <p:nvPr userDrawn="1"/>
        </p:nvSpPr>
        <p:spPr>
          <a:xfrm>
            <a:off x="24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" name="pattern">
            <a:extLst>
              <a:ext uri="{FF2B5EF4-FFF2-40B4-BE49-F238E27FC236}">
                <a16:creationId xmlns:a16="http://schemas.microsoft.com/office/drawing/2014/main" id="{D0455DF5-75CC-56A3-DF71-EB00B91907C9}"/>
              </a:ext>
            </a:extLst>
          </p:cNvPr>
          <p:cNvSpPr/>
          <p:nvPr userDrawn="1"/>
        </p:nvSpPr>
        <p:spPr>
          <a:xfrm>
            <a:off x="43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" name="pattern">
            <a:extLst>
              <a:ext uri="{FF2B5EF4-FFF2-40B4-BE49-F238E27FC236}">
                <a16:creationId xmlns:a16="http://schemas.microsoft.com/office/drawing/2014/main" id="{1728EE4B-8861-148C-792D-A80C8857267A}"/>
              </a:ext>
            </a:extLst>
          </p:cNvPr>
          <p:cNvSpPr/>
          <p:nvPr userDrawn="1"/>
        </p:nvSpPr>
        <p:spPr>
          <a:xfrm>
            <a:off x="62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5" name="pattern">
            <a:extLst>
              <a:ext uri="{FF2B5EF4-FFF2-40B4-BE49-F238E27FC236}">
                <a16:creationId xmlns:a16="http://schemas.microsoft.com/office/drawing/2014/main" id="{5B19B26A-FE20-CBB2-B291-B46667CBBC77}"/>
              </a:ext>
            </a:extLst>
          </p:cNvPr>
          <p:cNvSpPr/>
          <p:nvPr userDrawn="1"/>
        </p:nvSpPr>
        <p:spPr>
          <a:xfrm>
            <a:off x="81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" name="pattern">
            <a:extLst>
              <a:ext uri="{FF2B5EF4-FFF2-40B4-BE49-F238E27FC236}">
                <a16:creationId xmlns:a16="http://schemas.microsoft.com/office/drawing/2014/main" id="{68B785E6-73F2-7A01-2969-865D9814AB73}"/>
              </a:ext>
            </a:extLst>
          </p:cNvPr>
          <p:cNvSpPr/>
          <p:nvPr userDrawn="1"/>
        </p:nvSpPr>
        <p:spPr>
          <a:xfrm>
            <a:off x="100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" name="pattern">
            <a:extLst>
              <a:ext uri="{FF2B5EF4-FFF2-40B4-BE49-F238E27FC236}">
                <a16:creationId xmlns:a16="http://schemas.microsoft.com/office/drawing/2014/main" id="{B2C5932B-5E7D-CEC2-3C51-8AA577989895}"/>
              </a:ext>
            </a:extLst>
          </p:cNvPr>
          <p:cNvSpPr/>
          <p:nvPr userDrawn="1"/>
        </p:nvSpPr>
        <p:spPr>
          <a:xfrm>
            <a:off x="120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pattern">
            <a:extLst>
              <a:ext uri="{FF2B5EF4-FFF2-40B4-BE49-F238E27FC236}">
                <a16:creationId xmlns:a16="http://schemas.microsoft.com/office/drawing/2014/main" id="{61F1EF8E-D19F-7D13-72BF-04CF95F06FD3}"/>
              </a:ext>
            </a:extLst>
          </p:cNvPr>
          <p:cNvSpPr/>
          <p:nvPr userDrawn="1"/>
        </p:nvSpPr>
        <p:spPr>
          <a:xfrm>
            <a:off x="139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pattern">
            <a:extLst>
              <a:ext uri="{FF2B5EF4-FFF2-40B4-BE49-F238E27FC236}">
                <a16:creationId xmlns:a16="http://schemas.microsoft.com/office/drawing/2014/main" id="{1E215634-37A0-6E8A-CE75-CC3A2B558539}"/>
              </a:ext>
            </a:extLst>
          </p:cNvPr>
          <p:cNvSpPr/>
          <p:nvPr userDrawn="1"/>
        </p:nvSpPr>
        <p:spPr>
          <a:xfrm>
            <a:off x="158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" name="pattern">
            <a:extLst>
              <a:ext uri="{FF2B5EF4-FFF2-40B4-BE49-F238E27FC236}">
                <a16:creationId xmlns:a16="http://schemas.microsoft.com/office/drawing/2014/main" id="{A9A8E704-D50B-E5EE-89E1-594D7162F4F7}"/>
              </a:ext>
            </a:extLst>
          </p:cNvPr>
          <p:cNvSpPr/>
          <p:nvPr userDrawn="1"/>
        </p:nvSpPr>
        <p:spPr>
          <a:xfrm>
            <a:off x="177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pattern">
            <a:extLst>
              <a:ext uri="{FF2B5EF4-FFF2-40B4-BE49-F238E27FC236}">
                <a16:creationId xmlns:a16="http://schemas.microsoft.com/office/drawing/2014/main" id="{038ED6F3-3BD7-0574-6E03-CEECA015C31F}"/>
              </a:ext>
            </a:extLst>
          </p:cNvPr>
          <p:cNvSpPr/>
          <p:nvPr userDrawn="1"/>
        </p:nvSpPr>
        <p:spPr>
          <a:xfrm>
            <a:off x="196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pattern">
            <a:extLst>
              <a:ext uri="{FF2B5EF4-FFF2-40B4-BE49-F238E27FC236}">
                <a16:creationId xmlns:a16="http://schemas.microsoft.com/office/drawing/2014/main" id="{530F4A5B-48E8-6FCB-C2A2-0C935E8FFF5F}"/>
              </a:ext>
            </a:extLst>
          </p:cNvPr>
          <p:cNvSpPr/>
          <p:nvPr userDrawn="1"/>
        </p:nvSpPr>
        <p:spPr>
          <a:xfrm>
            <a:off x="215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3" name="pattern">
            <a:extLst>
              <a:ext uri="{FF2B5EF4-FFF2-40B4-BE49-F238E27FC236}">
                <a16:creationId xmlns:a16="http://schemas.microsoft.com/office/drawing/2014/main" id="{52E5AED6-589F-69C4-55CA-89536BC8670F}"/>
              </a:ext>
            </a:extLst>
          </p:cNvPr>
          <p:cNvSpPr/>
          <p:nvPr userDrawn="1"/>
        </p:nvSpPr>
        <p:spPr>
          <a:xfrm>
            <a:off x="234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4" name="pattern">
            <a:extLst>
              <a:ext uri="{FF2B5EF4-FFF2-40B4-BE49-F238E27FC236}">
                <a16:creationId xmlns:a16="http://schemas.microsoft.com/office/drawing/2014/main" id="{D51BBE2A-1522-3187-7DC7-E9FE49F1B248}"/>
              </a:ext>
            </a:extLst>
          </p:cNvPr>
          <p:cNvSpPr/>
          <p:nvPr userDrawn="1"/>
        </p:nvSpPr>
        <p:spPr>
          <a:xfrm>
            <a:off x="253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5" name="pattern">
            <a:extLst>
              <a:ext uri="{FF2B5EF4-FFF2-40B4-BE49-F238E27FC236}">
                <a16:creationId xmlns:a16="http://schemas.microsoft.com/office/drawing/2014/main" id="{8B343D5A-781C-BAA9-0EF9-B541D20E4658}"/>
              </a:ext>
            </a:extLst>
          </p:cNvPr>
          <p:cNvSpPr/>
          <p:nvPr userDrawn="1"/>
        </p:nvSpPr>
        <p:spPr>
          <a:xfrm>
            <a:off x="272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pattern">
            <a:extLst>
              <a:ext uri="{FF2B5EF4-FFF2-40B4-BE49-F238E27FC236}">
                <a16:creationId xmlns:a16="http://schemas.microsoft.com/office/drawing/2014/main" id="{75FA0B61-E40A-F75F-FC57-DD5499A6A296}"/>
              </a:ext>
            </a:extLst>
          </p:cNvPr>
          <p:cNvSpPr/>
          <p:nvPr userDrawn="1"/>
        </p:nvSpPr>
        <p:spPr>
          <a:xfrm>
            <a:off x="291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pattern">
            <a:extLst>
              <a:ext uri="{FF2B5EF4-FFF2-40B4-BE49-F238E27FC236}">
                <a16:creationId xmlns:a16="http://schemas.microsoft.com/office/drawing/2014/main" id="{1B6BFC54-4D5A-E550-5CF4-C95BE519BF96}"/>
              </a:ext>
            </a:extLst>
          </p:cNvPr>
          <p:cNvSpPr/>
          <p:nvPr userDrawn="1"/>
        </p:nvSpPr>
        <p:spPr>
          <a:xfrm>
            <a:off x="310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pattern">
            <a:extLst>
              <a:ext uri="{FF2B5EF4-FFF2-40B4-BE49-F238E27FC236}">
                <a16:creationId xmlns:a16="http://schemas.microsoft.com/office/drawing/2014/main" id="{12FB7757-40EE-3F8A-E75C-F5C2AA5A2988}"/>
              </a:ext>
            </a:extLst>
          </p:cNvPr>
          <p:cNvSpPr/>
          <p:nvPr userDrawn="1"/>
        </p:nvSpPr>
        <p:spPr>
          <a:xfrm>
            <a:off x="329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pattern">
            <a:extLst>
              <a:ext uri="{FF2B5EF4-FFF2-40B4-BE49-F238E27FC236}">
                <a16:creationId xmlns:a16="http://schemas.microsoft.com/office/drawing/2014/main" id="{4CA87FD4-14F4-958C-8C82-DFC7BD2C18A1}"/>
              </a:ext>
            </a:extLst>
          </p:cNvPr>
          <p:cNvSpPr/>
          <p:nvPr userDrawn="1"/>
        </p:nvSpPr>
        <p:spPr>
          <a:xfrm>
            <a:off x="348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0" name="pattern">
            <a:extLst>
              <a:ext uri="{FF2B5EF4-FFF2-40B4-BE49-F238E27FC236}">
                <a16:creationId xmlns:a16="http://schemas.microsoft.com/office/drawing/2014/main" id="{FA853841-C7EA-A167-171C-61CB7DE0B397}"/>
              </a:ext>
            </a:extLst>
          </p:cNvPr>
          <p:cNvSpPr/>
          <p:nvPr userDrawn="1"/>
        </p:nvSpPr>
        <p:spPr>
          <a:xfrm>
            <a:off x="367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pattern">
            <a:extLst>
              <a:ext uri="{FF2B5EF4-FFF2-40B4-BE49-F238E27FC236}">
                <a16:creationId xmlns:a16="http://schemas.microsoft.com/office/drawing/2014/main" id="{0A02AEBB-F77F-5508-A6A2-0B82E8D2C6C0}"/>
              </a:ext>
            </a:extLst>
          </p:cNvPr>
          <p:cNvSpPr/>
          <p:nvPr userDrawn="1"/>
        </p:nvSpPr>
        <p:spPr>
          <a:xfrm>
            <a:off x="386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" name="pattern">
            <a:extLst>
              <a:ext uri="{FF2B5EF4-FFF2-40B4-BE49-F238E27FC236}">
                <a16:creationId xmlns:a16="http://schemas.microsoft.com/office/drawing/2014/main" id="{857ED371-BC21-8059-FC43-42F45CCED697}"/>
              </a:ext>
            </a:extLst>
          </p:cNvPr>
          <p:cNvSpPr/>
          <p:nvPr userDrawn="1"/>
        </p:nvSpPr>
        <p:spPr>
          <a:xfrm>
            <a:off x="405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3" name="pattern">
            <a:extLst>
              <a:ext uri="{FF2B5EF4-FFF2-40B4-BE49-F238E27FC236}">
                <a16:creationId xmlns:a16="http://schemas.microsoft.com/office/drawing/2014/main" id="{4A023D98-205F-01F1-F9B4-E2CFB35A6026}"/>
              </a:ext>
            </a:extLst>
          </p:cNvPr>
          <p:cNvSpPr/>
          <p:nvPr userDrawn="1"/>
        </p:nvSpPr>
        <p:spPr>
          <a:xfrm>
            <a:off x="424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pattern">
            <a:extLst>
              <a:ext uri="{FF2B5EF4-FFF2-40B4-BE49-F238E27FC236}">
                <a16:creationId xmlns:a16="http://schemas.microsoft.com/office/drawing/2014/main" id="{6EBF5745-A0DC-C814-ABAD-29934CBE5BA1}"/>
              </a:ext>
            </a:extLst>
          </p:cNvPr>
          <p:cNvSpPr/>
          <p:nvPr userDrawn="1"/>
        </p:nvSpPr>
        <p:spPr>
          <a:xfrm>
            <a:off x="443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pattern">
            <a:extLst>
              <a:ext uri="{FF2B5EF4-FFF2-40B4-BE49-F238E27FC236}">
                <a16:creationId xmlns:a16="http://schemas.microsoft.com/office/drawing/2014/main" id="{D6C7AD6A-D429-B18A-45ED-35777895041A}"/>
              </a:ext>
            </a:extLst>
          </p:cNvPr>
          <p:cNvSpPr/>
          <p:nvPr userDrawn="1"/>
        </p:nvSpPr>
        <p:spPr>
          <a:xfrm>
            <a:off x="462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pattern">
            <a:extLst>
              <a:ext uri="{FF2B5EF4-FFF2-40B4-BE49-F238E27FC236}">
                <a16:creationId xmlns:a16="http://schemas.microsoft.com/office/drawing/2014/main" id="{D950BF47-D14E-DF40-5FBD-65D31E14A084}"/>
              </a:ext>
            </a:extLst>
          </p:cNvPr>
          <p:cNvSpPr/>
          <p:nvPr userDrawn="1"/>
        </p:nvSpPr>
        <p:spPr>
          <a:xfrm>
            <a:off x="481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pattern">
            <a:extLst>
              <a:ext uri="{FF2B5EF4-FFF2-40B4-BE49-F238E27FC236}">
                <a16:creationId xmlns:a16="http://schemas.microsoft.com/office/drawing/2014/main" id="{2247C44D-F356-92D1-695B-7864D34EEA46}"/>
              </a:ext>
            </a:extLst>
          </p:cNvPr>
          <p:cNvSpPr/>
          <p:nvPr userDrawn="1"/>
        </p:nvSpPr>
        <p:spPr>
          <a:xfrm>
            <a:off x="501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pattern">
            <a:extLst>
              <a:ext uri="{FF2B5EF4-FFF2-40B4-BE49-F238E27FC236}">
                <a16:creationId xmlns:a16="http://schemas.microsoft.com/office/drawing/2014/main" id="{CB1013F1-D8DC-4BBD-0DBD-BCD86EB65B0C}"/>
              </a:ext>
            </a:extLst>
          </p:cNvPr>
          <p:cNvSpPr/>
          <p:nvPr userDrawn="1"/>
        </p:nvSpPr>
        <p:spPr>
          <a:xfrm>
            <a:off x="520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pattern">
            <a:extLst>
              <a:ext uri="{FF2B5EF4-FFF2-40B4-BE49-F238E27FC236}">
                <a16:creationId xmlns:a16="http://schemas.microsoft.com/office/drawing/2014/main" id="{FC6A9D96-6E06-B5C9-E7C9-3C353824FECC}"/>
              </a:ext>
            </a:extLst>
          </p:cNvPr>
          <p:cNvSpPr/>
          <p:nvPr userDrawn="1"/>
        </p:nvSpPr>
        <p:spPr>
          <a:xfrm>
            <a:off x="539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0" name="pattern">
            <a:extLst>
              <a:ext uri="{FF2B5EF4-FFF2-40B4-BE49-F238E27FC236}">
                <a16:creationId xmlns:a16="http://schemas.microsoft.com/office/drawing/2014/main" id="{DDCE6FD4-2475-C5E8-CFBB-0E6841927DCC}"/>
              </a:ext>
            </a:extLst>
          </p:cNvPr>
          <p:cNvSpPr/>
          <p:nvPr userDrawn="1"/>
        </p:nvSpPr>
        <p:spPr>
          <a:xfrm>
            <a:off x="558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1" name="pattern">
            <a:extLst>
              <a:ext uri="{FF2B5EF4-FFF2-40B4-BE49-F238E27FC236}">
                <a16:creationId xmlns:a16="http://schemas.microsoft.com/office/drawing/2014/main" id="{3BF927BB-BBCC-5CEF-0E49-E8DFD480FE9E}"/>
              </a:ext>
            </a:extLst>
          </p:cNvPr>
          <p:cNvSpPr/>
          <p:nvPr userDrawn="1"/>
        </p:nvSpPr>
        <p:spPr>
          <a:xfrm>
            <a:off x="577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pattern">
            <a:extLst>
              <a:ext uri="{FF2B5EF4-FFF2-40B4-BE49-F238E27FC236}">
                <a16:creationId xmlns:a16="http://schemas.microsoft.com/office/drawing/2014/main" id="{66588D37-0C13-7593-B7F5-E8FD18CCE7F9}"/>
              </a:ext>
            </a:extLst>
          </p:cNvPr>
          <p:cNvSpPr/>
          <p:nvPr userDrawn="1"/>
        </p:nvSpPr>
        <p:spPr>
          <a:xfrm>
            <a:off x="596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pattern">
            <a:extLst>
              <a:ext uri="{FF2B5EF4-FFF2-40B4-BE49-F238E27FC236}">
                <a16:creationId xmlns:a16="http://schemas.microsoft.com/office/drawing/2014/main" id="{49B186C9-7D7D-C759-368A-E55307C9DF54}"/>
              </a:ext>
            </a:extLst>
          </p:cNvPr>
          <p:cNvSpPr/>
          <p:nvPr userDrawn="1"/>
        </p:nvSpPr>
        <p:spPr>
          <a:xfrm>
            <a:off x="615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4" name="pattern">
            <a:extLst>
              <a:ext uri="{FF2B5EF4-FFF2-40B4-BE49-F238E27FC236}">
                <a16:creationId xmlns:a16="http://schemas.microsoft.com/office/drawing/2014/main" id="{812B62BC-7886-9A11-5789-4A133FD87894}"/>
              </a:ext>
            </a:extLst>
          </p:cNvPr>
          <p:cNvSpPr/>
          <p:nvPr userDrawn="1"/>
        </p:nvSpPr>
        <p:spPr>
          <a:xfrm>
            <a:off x="634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" name="pattern">
            <a:extLst>
              <a:ext uri="{FF2B5EF4-FFF2-40B4-BE49-F238E27FC236}">
                <a16:creationId xmlns:a16="http://schemas.microsoft.com/office/drawing/2014/main" id="{50A21FFF-1260-2615-6544-C6237A65FE57}"/>
              </a:ext>
            </a:extLst>
          </p:cNvPr>
          <p:cNvSpPr/>
          <p:nvPr userDrawn="1"/>
        </p:nvSpPr>
        <p:spPr>
          <a:xfrm>
            <a:off x="653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pattern">
            <a:extLst>
              <a:ext uri="{FF2B5EF4-FFF2-40B4-BE49-F238E27FC236}">
                <a16:creationId xmlns:a16="http://schemas.microsoft.com/office/drawing/2014/main" id="{C6F41388-70DE-CCCC-F552-C83DE087C3EC}"/>
              </a:ext>
            </a:extLst>
          </p:cNvPr>
          <p:cNvSpPr/>
          <p:nvPr userDrawn="1"/>
        </p:nvSpPr>
        <p:spPr>
          <a:xfrm>
            <a:off x="672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pattern">
            <a:extLst>
              <a:ext uri="{FF2B5EF4-FFF2-40B4-BE49-F238E27FC236}">
                <a16:creationId xmlns:a16="http://schemas.microsoft.com/office/drawing/2014/main" id="{19B54BF4-8FCA-F269-D234-A6BE3D532051}"/>
              </a:ext>
            </a:extLst>
          </p:cNvPr>
          <p:cNvSpPr/>
          <p:nvPr userDrawn="1"/>
        </p:nvSpPr>
        <p:spPr>
          <a:xfrm>
            <a:off x="691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8" name="pattern">
            <a:extLst>
              <a:ext uri="{FF2B5EF4-FFF2-40B4-BE49-F238E27FC236}">
                <a16:creationId xmlns:a16="http://schemas.microsoft.com/office/drawing/2014/main" id="{4B1D3F61-0F3A-E7EB-9BAB-A4A26281ABDB}"/>
              </a:ext>
            </a:extLst>
          </p:cNvPr>
          <p:cNvSpPr/>
          <p:nvPr userDrawn="1"/>
        </p:nvSpPr>
        <p:spPr>
          <a:xfrm>
            <a:off x="710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pattern">
            <a:extLst>
              <a:ext uri="{FF2B5EF4-FFF2-40B4-BE49-F238E27FC236}">
                <a16:creationId xmlns:a16="http://schemas.microsoft.com/office/drawing/2014/main" id="{2007F4AD-A9E5-A0B9-8725-F29B93939DA5}"/>
              </a:ext>
            </a:extLst>
          </p:cNvPr>
          <p:cNvSpPr/>
          <p:nvPr userDrawn="1"/>
        </p:nvSpPr>
        <p:spPr>
          <a:xfrm>
            <a:off x="729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pattern">
            <a:extLst>
              <a:ext uri="{FF2B5EF4-FFF2-40B4-BE49-F238E27FC236}">
                <a16:creationId xmlns:a16="http://schemas.microsoft.com/office/drawing/2014/main" id="{5CEFE3F8-0D5C-6AA9-9CA8-9B91E13F8EE9}"/>
              </a:ext>
            </a:extLst>
          </p:cNvPr>
          <p:cNvSpPr/>
          <p:nvPr userDrawn="1"/>
        </p:nvSpPr>
        <p:spPr>
          <a:xfrm>
            <a:off x="748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pattern">
            <a:extLst>
              <a:ext uri="{FF2B5EF4-FFF2-40B4-BE49-F238E27FC236}">
                <a16:creationId xmlns:a16="http://schemas.microsoft.com/office/drawing/2014/main" id="{55CBA628-B58D-B9E5-8C2E-6B7BA4D5FD58}"/>
              </a:ext>
            </a:extLst>
          </p:cNvPr>
          <p:cNvSpPr/>
          <p:nvPr userDrawn="1"/>
        </p:nvSpPr>
        <p:spPr>
          <a:xfrm>
            <a:off x="767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2" name="pattern">
            <a:extLst>
              <a:ext uri="{FF2B5EF4-FFF2-40B4-BE49-F238E27FC236}">
                <a16:creationId xmlns:a16="http://schemas.microsoft.com/office/drawing/2014/main" id="{40F8FF98-4385-BF6C-85D9-837CEE514F4B}"/>
              </a:ext>
            </a:extLst>
          </p:cNvPr>
          <p:cNvSpPr/>
          <p:nvPr userDrawn="1"/>
        </p:nvSpPr>
        <p:spPr>
          <a:xfrm>
            <a:off x="786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3" name="pattern">
            <a:extLst>
              <a:ext uri="{FF2B5EF4-FFF2-40B4-BE49-F238E27FC236}">
                <a16:creationId xmlns:a16="http://schemas.microsoft.com/office/drawing/2014/main" id="{57E855FD-6563-A85D-1292-5CD919786E6B}"/>
              </a:ext>
            </a:extLst>
          </p:cNvPr>
          <p:cNvSpPr/>
          <p:nvPr userDrawn="1"/>
        </p:nvSpPr>
        <p:spPr>
          <a:xfrm>
            <a:off x="805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4" name="pattern">
            <a:extLst>
              <a:ext uri="{FF2B5EF4-FFF2-40B4-BE49-F238E27FC236}">
                <a16:creationId xmlns:a16="http://schemas.microsoft.com/office/drawing/2014/main" id="{80C21E16-6660-B307-8354-2DEBE7C0DFDB}"/>
              </a:ext>
            </a:extLst>
          </p:cNvPr>
          <p:cNvSpPr/>
          <p:nvPr userDrawn="1"/>
        </p:nvSpPr>
        <p:spPr>
          <a:xfrm>
            <a:off x="824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5" name="pattern">
            <a:extLst>
              <a:ext uri="{FF2B5EF4-FFF2-40B4-BE49-F238E27FC236}">
                <a16:creationId xmlns:a16="http://schemas.microsoft.com/office/drawing/2014/main" id="{EBB6FE3D-5023-B1BE-D371-2AE45D1708B0}"/>
              </a:ext>
            </a:extLst>
          </p:cNvPr>
          <p:cNvSpPr/>
          <p:nvPr userDrawn="1"/>
        </p:nvSpPr>
        <p:spPr>
          <a:xfrm>
            <a:off x="843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6" name="pattern">
            <a:extLst>
              <a:ext uri="{FF2B5EF4-FFF2-40B4-BE49-F238E27FC236}">
                <a16:creationId xmlns:a16="http://schemas.microsoft.com/office/drawing/2014/main" id="{348E9D5B-865D-3853-9126-DD89694AA049}"/>
              </a:ext>
            </a:extLst>
          </p:cNvPr>
          <p:cNvSpPr/>
          <p:nvPr userDrawn="1"/>
        </p:nvSpPr>
        <p:spPr>
          <a:xfrm>
            <a:off x="8629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7" name="pattern">
            <a:extLst>
              <a:ext uri="{FF2B5EF4-FFF2-40B4-BE49-F238E27FC236}">
                <a16:creationId xmlns:a16="http://schemas.microsoft.com/office/drawing/2014/main" id="{7AFB9538-A7AE-9E35-9FE6-61F43375BC5D}"/>
              </a:ext>
            </a:extLst>
          </p:cNvPr>
          <p:cNvSpPr/>
          <p:nvPr userDrawn="1"/>
        </p:nvSpPr>
        <p:spPr>
          <a:xfrm>
            <a:off x="8820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8" name="pattern">
            <a:extLst>
              <a:ext uri="{FF2B5EF4-FFF2-40B4-BE49-F238E27FC236}">
                <a16:creationId xmlns:a16="http://schemas.microsoft.com/office/drawing/2014/main" id="{409149B6-1699-0F5C-3F21-3236F1A020B1}"/>
              </a:ext>
            </a:extLst>
          </p:cNvPr>
          <p:cNvSpPr/>
          <p:nvPr userDrawn="1"/>
        </p:nvSpPr>
        <p:spPr>
          <a:xfrm>
            <a:off x="9010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pattern">
            <a:extLst>
              <a:ext uri="{FF2B5EF4-FFF2-40B4-BE49-F238E27FC236}">
                <a16:creationId xmlns:a16="http://schemas.microsoft.com/office/drawing/2014/main" id="{BBB805BD-5ACE-169E-D902-E3631E771D6D}"/>
              </a:ext>
            </a:extLst>
          </p:cNvPr>
          <p:cNvSpPr/>
          <p:nvPr userDrawn="1"/>
        </p:nvSpPr>
        <p:spPr>
          <a:xfrm>
            <a:off x="9201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0" name="pattern">
            <a:extLst>
              <a:ext uri="{FF2B5EF4-FFF2-40B4-BE49-F238E27FC236}">
                <a16:creationId xmlns:a16="http://schemas.microsoft.com/office/drawing/2014/main" id="{0249D732-E2D9-BE82-C326-33FA4BFDF09A}"/>
              </a:ext>
            </a:extLst>
          </p:cNvPr>
          <p:cNvSpPr/>
          <p:nvPr userDrawn="1"/>
        </p:nvSpPr>
        <p:spPr>
          <a:xfrm>
            <a:off x="9391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1" name="pattern">
            <a:extLst>
              <a:ext uri="{FF2B5EF4-FFF2-40B4-BE49-F238E27FC236}">
                <a16:creationId xmlns:a16="http://schemas.microsoft.com/office/drawing/2014/main" id="{AC5C6A3A-C3E7-D473-30A2-DA07E6643ED8}"/>
              </a:ext>
            </a:extLst>
          </p:cNvPr>
          <p:cNvSpPr/>
          <p:nvPr userDrawn="1"/>
        </p:nvSpPr>
        <p:spPr>
          <a:xfrm>
            <a:off x="9582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2" name="pattern">
            <a:extLst>
              <a:ext uri="{FF2B5EF4-FFF2-40B4-BE49-F238E27FC236}">
                <a16:creationId xmlns:a16="http://schemas.microsoft.com/office/drawing/2014/main" id="{B50DE9A5-72CE-6C73-F744-FEE7FAF25B41}"/>
              </a:ext>
            </a:extLst>
          </p:cNvPr>
          <p:cNvSpPr/>
          <p:nvPr userDrawn="1"/>
        </p:nvSpPr>
        <p:spPr>
          <a:xfrm>
            <a:off x="9772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3" name="pattern">
            <a:extLst>
              <a:ext uri="{FF2B5EF4-FFF2-40B4-BE49-F238E27FC236}">
                <a16:creationId xmlns:a16="http://schemas.microsoft.com/office/drawing/2014/main" id="{55D3D598-6261-92B5-DBA3-7E958A1400C2}"/>
              </a:ext>
            </a:extLst>
          </p:cNvPr>
          <p:cNvSpPr/>
          <p:nvPr userDrawn="1"/>
        </p:nvSpPr>
        <p:spPr>
          <a:xfrm>
            <a:off x="9963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4" name="pattern">
            <a:extLst>
              <a:ext uri="{FF2B5EF4-FFF2-40B4-BE49-F238E27FC236}">
                <a16:creationId xmlns:a16="http://schemas.microsoft.com/office/drawing/2014/main" id="{2812FF9F-CAC4-DF45-4C82-9DA1C1B46A37}"/>
              </a:ext>
            </a:extLst>
          </p:cNvPr>
          <p:cNvSpPr/>
          <p:nvPr userDrawn="1"/>
        </p:nvSpPr>
        <p:spPr>
          <a:xfrm>
            <a:off x="10153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5" name="pattern">
            <a:extLst>
              <a:ext uri="{FF2B5EF4-FFF2-40B4-BE49-F238E27FC236}">
                <a16:creationId xmlns:a16="http://schemas.microsoft.com/office/drawing/2014/main" id="{BA78407F-BECD-17CC-58EB-DCAC1ABCDB34}"/>
              </a:ext>
            </a:extLst>
          </p:cNvPr>
          <p:cNvSpPr/>
          <p:nvPr userDrawn="1"/>
        </p:nvSpPr>
        <p:spPr>
          <a:xfrm>
            <a:off x="10344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6" name="pattern">
            <a:extLst>
              <a:ext uri="{FF2B5EF4-FFF2-40B4-BE49-F238E27FC236}">
                <a16:creationId xmlns:a16="http://schemas.microsoft.com/office/drawing/2014/main" id="{2F42A7D9-E27C-CC6A-0A0B-7D1DEE003E7A}"/>
              </a:ext>
            </a:extLst>
          </p:cNvPr>
          <p:cNvSpPr/>
          <p:nvPr userDrawn="1"/>
        </p:nvSpPr>
        <p:spPr>
          <a:xfrm>
            <a:off x="10534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7" name="pattern">
            <a:extLst>
              <a:ext uri="{FF2B5EF4-FFF2-40B4-BE49-F238E27FC236}">
                <a16:creationId xmlns:a16="http://schemas.microsoft.com/office/drawing/2014/main" id="{476FD1FD-EE2C-971C-BC0B-360329BE2544}"/>
              </a:ext>
            </a:extLst>
          </p:cNvPr>
          <p:cNvSpPr/>
          <p:nvPr userDrawn="1"/>
        </p:nvSpPr>
        <p:spPr>
          <a:xfrm>
            <a:off x="10725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8" name="pattern">
            <a:extLst>
              <a:ext uri="{FF2B5EF4-FFF2-40B4-BE49-F238E27FC236}">
                <a16:creationId xmlns:a16="http://schemas.microsoft.com/office/drawing/2014/main" id="{52D2155C-53F3-A2E0-572B-9749A1AAB593}"/>
              </a:ext>
            </a:extLst>
          </p:cNvPr>
          <p:cNvSpPr/>
          <p:nvPr userDrawn="1"/>
        </p:nvSpPr>
        <p:spPr>
          <a:xfrm>
            <a:off x="10915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9" name="pattern">
            <a:extLst>
              <a:ext uri="{FF2B5EF4-FFF2-40B4-BE49-F238E27FC236}">
                <a16:creationId xmlns:a16="http://schemas.microsoft.com/office/drawing/2014/main" id="{E734070C-A54D-9A4B-F4FA-DAB67E67147B}"/>
              </a:ext>
            </a:extLst>
          </p:cNvPr>
          <p:cNvSpPr/>
          <p:nvPr userDrawn="1"/>
        </p:nvSpPr>
        <p:spPr>
          <a:xfrm>
            <a:off x="11106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0" name="pattern">
            <a:extLst>
              <a:ext uri="{FF2B5EF4-FFF2-40B4-BE49-F238E27FC236}">
                <a16:creationId xmlns:a16="http://schemas.microsoft.com/office/drawing/2014/main" id="{2A827C0F-E0B7-1861-946D-9F46BF489969}"/>
              </a:ext>
            </a:extLst>
          </p:cNvPr>
          <p:cNvSpPr/>
          <p:nvPr userDrawn="1"/>
        </p:nvSpPr>
        <p:spPr>
          <a:xfrm>
            <a:off x="11296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1" name="pattern">
            <a:extLst>
              <a:ext uri="{FF2B5EF4-FFF2-40B4-BE49-F238E27FC236}">
                <a16:creationId xmlns:a16="http://schemas.microsoft.com/office/drawing/2014/main" id="{B83A3A56-79CA-58EA-2A91-0070B1504ED4}"/>
              </a:ext>
            </a:extLst>
          </p:cNvPr>
          <p:cNvSpPr/>
          <p:nvPr userDrawn="1"/>
        </p:nvSpPr>
        <p:spPr>
          <a:xfrm>
            <a:off x="11487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2" name="pattern">
            <a:extLst>
              <a:ext uri="{FF2B5EF4-FFF2-40B4-BE49-F238E27FC236}">
                <a16:creationId xmlns:a16="http://schemas.microsoft.com/office/drawing/2014/main" id="{9BFC0019-EC13-EC38-5F6C-C0A47D239FB6}"/>
              </a:ext>
            </a:extLst>
          </p:cNvPr>
          <p:cNvSpPr/>
          <p:nvPr userDrawn="1"/>
        </p:nvSpPr>
        <p:spPr>
          <a:xfrm>
            <a:off x="11677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pattern">
            <a:extLst>
              <a:ext uri="{FF2B5EF4-FFF2-40B4-BE49-F238E27FC236}">
                <a16:creationId xmlns:a16="http://schemas.microsoft.com/office/drawing/2014/main" id="{556CFB9C-AA26-4F23-7183-95E18EAE6C7E}"/>
              </a:ext>
            </a:extLst>
          </p:cNvPr>
          <p:cNvSpPr/>
          <p:nvPr userDrawn="1"/>
        </p:nvSpPr>
        <p:spPr>
          <a:xfrm>
            <a:off x="11868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4" name="pattern">
            <a:extLst>
              <a:ext uri="{FF2B5EF4-FFF2-40B4-BE49-F238E27FC236}">
                <a16:creationId xmlns:a16="http://schemas.microsoft.com/office/drawing/2014/main" id="{F3E4EDDD-24D4-08B7-D0D6-975DF8B10F22}"/>
              </a:ext>
            </a:extLst>
          </p:cNvPr>
          <p:cNvSpPr/>
          <p:nvPr userDrawn="1"/>
        </p:nvSpPr>
        <p:spPr>
          <a:xfrm>
            <a:off x="120586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5" name="pattern">
            <a:extLst>
              <a:ext uri="{FF2B5EF4-FFF2-40B4-BE49-F238E27FC236}">
                <a16:creationId xmlns:a16="http://schemas.microsoft.com/office/drawing/2014/main" id="{60CACDC4-5F49-01B4-22C9-B239CC2E513A}"/>
              </a:ext>
            </a:extLst>
          </p:cNvPr>
          <p:cNvSpPr/>
          <p:nvPr userDrawn="1"/>
        </p:nvSpPr>
        <p:spPr>
          <a:xfrm>
            <a:off x="12249150" y="6451600"/>
            <a:ext cx="114300" cy="25400"/>
          </a:xfrm>
          <a:prstGeom prst="rect">
            <a:avLst/>
          </a:prstGeom>
          <a:solidFill>
            <a:srgbClr val="FFFFFF">
              <a:alpha val="20000"/>
            </a:srgb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78989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7B728075-A05A-0908-4DAE-15676F9716B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2841252" cy="53208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5FADFB86-53C6-F716-F8A5-3A4EF5154B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089691" y="241902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3FCF97EF-3ACF-8BFF-C016-ABE92FDFE3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35EC9EE8-38C1-8A99-C8CD-10C5D75B7B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089691" y="335016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3C769890-77C3-1EC1-75A6-417B5F87483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C592A8F2-0A54-5347-F4B2-7D865075BEA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089691" y="4281312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B9CAD7C2-CEBF-AA35-5178-837A4222DF2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2841252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1C67D4AE-11D5-215A-3A33-BCCB6A0D17B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089691" y="5212457"/>
            <a:ext cx="6529895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E69262F6-612A-6FC6-D1C7-B07A747264BD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4165870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0D47DDF1-66F4-1F8B-0635-8E591343910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A819CB76-8A0B-5C4E-BBDD-6D56E9C649F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0671315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3576AE53-4B45-0995-39E6-95C5747E93F3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552C669E-49BF-D11F-933C-2BEF9701DB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856A7375-8290-BA71-8A38-9EC350E1DD9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7AC0D024-2B6C-08EC-F3C2-D7BB7657553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9051F988-8B79-FEE4-F085-1921116AE2E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A79B037C-2A57-001C-3572-B8180F7EF82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1CFE5F6D-1089-40EE-A9A7-CCFEDDAADC7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47F08F29-EC1D-F0A1-D7FE-AD19CB071FD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791347C7-3819-A660-89DC-A2B38B9DC9F6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0714409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hero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AA9F9B61-AE52-A053-8094-2C9563494F0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7244975" y="2824734"/>
            <a:ext cx="3499226" cy="2514092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1BAB1ECF-740E-C059-211E-03670886DA8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286000"/>
            <a:ext cx="5832044" cy="230886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4C786D92-2A15-7F64-2A00-31E96DCDC08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4594860"/>
            <a:ext cx="5832044" cy="128270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source">
            <a:extLst>
              <a:ext uri="{FF2B5EF4-FFF2-40B4-BE49-F238E27FC236}">
                <a16:creationId xmlns:a16="http://schemas.microsoft.com/office/drawing/2014/main" id="{99E5B426-3820-CC2B-58FA-3573352E9B3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1052796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e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834E57AC-E0D6-DC19-1AA9-2BE72B1A314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D98DB76E-DB97-41E3-E225-F9DDFB174ED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2472230"/>
            <a:ext cx="4511111" cy="156147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5961E021-3080-CD8D-E529-35A5A329E49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4033703"/>
            <a:ext cx="4511111" cy="86748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27482B2C-26D4-AAAD-961B-F59751D09FB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258015" y="2472230"/>
            <a:ext cx="4311725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16EF5D78-35D2-2E57-6E0C-1D12D0737E00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258015" y="3064836"/>
            <a:ext cx="4311725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BE768B05-02F5-1994-0041-FF5A77BD5AD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258014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39836E08-18C2-4D21-4AD0-1941AA82C33A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258014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6E851467-8602-30C5-184C-B23003DA300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88032" y="3979355"/>
            <a:ext cx="1881706" cy="5926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5AC52E4E-D402-DC47-9949-4F4C41E2EE4A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688032" y="4571961"/>
            <a:ext cx="1881706" cy="32922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76976E6C-21F3-73B0-F252-E9363CEECF9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82171089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ictogr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F898E71E-3751-1FEB-FAB6-3F432A6F238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75DEDC43-74DC-048A-2EAB-81F1E008884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5801CE97-23DD-4AB2-C5A8-457715C5308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E677F2B5-265C-22EE-DC5E-3C93012845A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472229"/>
            <a:ext cx="4411418" cy="118165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244B2537-7EFA-6BB9-8248-8DE7D3B7ECE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1" y="3653886"/>
            <a:ext cx="4411418" cy="65647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source">
            <a:extLst>
              <a:ext uri="{FF2B5EF4-FFF2-40B4-BE49-F238E27FC236}">
                <a16:creationId xmlns:a16="http://schemas.microsoft.com/office/drawing/2014/main" id="{04D353A9-1ACC-598F-7EE6-936303CAFCD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17060557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progr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3F1B8759-0486-0014-AFF3-379E9AB07EB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5231080"/>
            <a:ext cx="9720073" cy="646481"/>
          </a:xfr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kpi_value_1">
            <a:extLst>
              <a:ext uri="{FF2B5EF4-FFF2-40B4-BE49-F238E27FC236}">
                <a16:creationId xmlns:a16="http://schemas.microsoft.com/office/drawing/2014/main" id="{0D29E90A-86C4-8FA6-2DEC-0C85D5999F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48744" y="2419022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8" name="kpi_label_1">
            <a:extLst>
              <a:ext uri="{FF2B5EF4-FFF2-40B4-BE49-F238E27FC236}">
                <a16:creationId xmlns:a16="http://schemas.microsoft.com/office/drawing/2014/main" id="{6EC6DFB3-F40E-A027-0051-E89BB7D351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710857" y="2419022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9" name="kpi_value_2">
            <a:extLst>
              <a:ext uri="{FF2B5EF4-FFF2-40B4-BE49-F238E27FC236}">
                <a16:creationId xmlns:a16="http://schemas.microsoft.com/office/drawing/2014/main" id="{24395A4D-6699-568B-8920-C3666A74562F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48744" y="315263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0" name="kpi_label_2">
            <a:extLst>
              <a:ext uri="{FF2B5EF4-FFF2-40B4-BE49-F238E27FC236}">
                <a16:creationId xmlns:a16="http://schemas.microsoft.com/office/drawing/2014/main" id="{29B6E245-03B0-8E16-61BC-1A7691BC56F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710857" y="315263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1" name="kpi_value_3">
            <a:extLst>
              <a:ext uri="{FF2B5EF4-FFF2-40B4-BE49-F238E27FC236}">
                <a16:creationId xmlns:a16="http://schemas.microsoft.com/office/drawing/2014/main" id="{93D47B9B-7E39-F27E-426D-81C750F7615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48744" y="3886241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2" name="kpi_label_3">
            <a:extLst>
              <a:ext uri="{FF2B5EF4-FFF2-40B4-BE49-F238E27FC236}">
                <a16:creationId xmlns:a16="http://schemas.microsoft.com/office/drawing/2014/main" id="{E90E6EDF-265E-C2A2-99D5-2BAE69B11D9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710857" y="3886241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3" name="kpi_value_4">
            <a:extLst>
              <a:ext uri="{FF2B5EF4-FFF2-40B4-BE49-F238E27FC236}">
                <a16:creationId xmlns:a16="http://schemas.microsoft.com/office/drawing/2014/main" id="{AFE603CA-B4CE-C708-9944-1CFD39982579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148744" y="4619850"/>
            <a:ext cx="2462418" cy="33454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4" name="kpi_label_4">
            <a:extLst>
              <a:ext uri="{FF2B5EF4-FFF2-40B4-BE49-F238E27FC236}">
                <a16:creationId xmlns:a16="http://schemas.microsoft.com/office/drawing/2014/main" id="{FAF90D06-9101-6988-AAB7-B2DA757B111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710857" y="4619850"/>
            <a:ext cx="6908729" cy="24781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01EF0D34-5296-BFD0-242B-2610CF27FE9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2246295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DDFB4738-FA72-5138-0E36-3C52956441C2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49F0D445-C405-C32F-E85C-9BA98C83E33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3DAA7F01-B56A-4E86-D0BB-F33423AA3F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marker_2">
            <a:extLst>
              <a:ext uri="{FF2B5EF4-FFF2-40B4-BE49-F238E27FC236}">
                <a16:creationId xmlns:a16="http://schemas.microsoft.com/office/drawing/2014/main" id="{4EAEB330-5701-BF9D-4399-6219B36DB0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00E7E801-C513-2096-5395-97E177168B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A061DC3E-7101-425D-5EAD-669420F2BE2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8239092F-B2A4-2EA4-5D29-D2D88F07A8E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0671250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grid-2x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B2FF1E36-8BCA-FCC4-47AD-CA06DEEB4EC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411418" cy="38732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C1298EF6-7B55-84CB-AE12-950FD40DCAE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2196C3B6-CFA8-564F-16FF-26EFBD63BE1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8321" y="2472230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53E8CB61-3B3D-876F-5873-158B4E87E4D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58321" y="2859554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2455C002-CFF3-5FB7-3F35-B910B12D4F4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9859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3B96DEF9-6D67-E8BB-E417-1D4031990A8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19859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F87FC2EC-1787-40D1-79C8-29AF1E6DDC7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58321" y="4374427"/>
            <a:ext cx="4411418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57F73BC3-387D-3A2C-7126-8FAA31FEE35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58321" y="4761750"/>
            <a:ext cx="4411418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A6B224C9-A27C-5084-4137-D352E136CBE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7586916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FDE54297-A514-1EB9-B786-75B7488F9DBA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811082"/>
            <a:ext cx="1931553" cy="84713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360B6F34-9785-2B13-FC34-8883F681910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03218E49-4157-63F3-9E80-A58161ECF10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78457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72AF853C-7AC9-807D-BE98-4EC16E49D8C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78457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5EA3589F-52F4-129B-6325-0F23AF0F2A5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58322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7BCA203F-622C-9345-8FC0-BD89AE72E3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58322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0C988952-A30E-36D0-6EC3-DF4B740809F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38186" y="2811082"/>
            <a:ext cx="1931553" cy="84713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3A9CBFFC-48AE-C009-715E-55A9D55D688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38186" y="3658215"/>
            <a:ext cx="1931553" cy="203311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507FDD59-37B6-CF74-2991-4C41C209819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684702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4CFE0C09-D304-CE8B-5BE3-B62774A033D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B87FF5FB-9859-63BF-FA54-9DFB0529F248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3C1663C2-2D02-0A76-856F-B1C21F2AA99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FFE397E9-368C-1833-B8E8-2056F4BD276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868585D9-6D64-3724-FE35-994A446F7BC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D5B806FC-BEDE-F50D-DE96-E3F8508948E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36A587C6-929D-F558-9852-AEF65E1A0EE9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1692762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76F5D8B7-C75E-49AF-892D-480B12913601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2758175" cy="946795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488DAB5F-4162-0F1F-3C5A-CEF56F2748C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2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88374A53-BAD0-5DB8-4562-894FB230349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05078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BCD43441-AA63-7ACB-7021-F109A2B8F7B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05078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92223ADA-8273-4E0C-7DA9-B7EF7458B72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11565" y="2472230"/>
            <a:ext cx="2758175" cy="94679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16DE0DAC-7F75-A80E-F9B7-D25D209764B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11565" y="3419025"/>
            <a:ext cx="2758175" cy="227230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51F0EF38-354D-12CA-8CF7-E5CB9A1C8B4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94468820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two-spli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786414C2-5A00-6E7B-22D8-D15A2A0DEF94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_title">
            <a:extLst>
              <a:ext uri="{FF2B5EF4-FFF2-40B4-BE49-F238E27FC236}">
                <a16:creationId xmlns:a16="http://schemas.microsoft.com/office/drawing/2014/main" id="{AF49B86D-6CD1-727D-2AE8-51D1856E2AF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846597" y="2472230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8" name="item_1">
            <a:extLst>
              <a:ext uri="{FF2B5EF4-FFF2-40B4-BE49-F238E27FC236}">
                <a16:creationId xmlns:a16="http://schemas.microsoft.com/office/drawing/2014/main" id="{E5B23F18-9911-DCFF-94B6-4CF48D14487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846597" y="2859554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9" name="marker_2">
            <a:extLst>
              <a:ext uri="{FF2B5EF4-FFF2-40B4-BE49-F238E27FC236}">
                <a16:creationId xmlns:a16="http://schemas.microsoft.com/office/drawing/2014/main" id="{CED61679-CA01-26F2-4343-D5F7428FBA4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437442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F971AD07-6628-F2D6-605B-39888282D79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846597" y="4374427"/>
            <a:ext cx="8723143" cy="387325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F33B362F-B73D-C5BD-0015-A46E1DDD1A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846597" y="4761750"/>
            <a:ext cx="8723143" cy="92958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68272A5E-C983-C060-7887-96C53D325E7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23842637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single-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kpi_value_1">
            <a:extLst>
              <a:ext uri="{FF2B5EF4-FFF2-40B4-BE49-F238E27FC236}">
                <a16:creationId xmlns:a16="http://schemas.microsoft.com/office/drawing/2014/main" id="{5A1674CF-B957-1E7B-8382-09E4BF28BAA5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2472230"/>
            <a:ext cx="4705512" cy="19958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08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7" name="kpi_label_1">
            <a:extLst>
              <a:ext uri="{FF2B5EF4-FFF2-40B4-BE49-F238E27FC236}">
                <a16:creationId xmlns:a16="http://schemas.microsoft.com/office/drawing/2014/main" id="{EE8E30E7-1073-5F7B-7519-3EF8718798E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98591" y="4532455"/>
            <a:ext cx="4705512" cy="115887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9AE7BD65-5AFB-6AE1-CCFE-832F8E3A8F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1" y="2472230"/>
            <a:ext cx="4705512" cy="251089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1E4A8D5B-5C44-C671-C2C5-501B50041C6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1" y="5047511"/>
            <a:ext cx="4705512" cy="6438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650F991D-7CEB-7A27-E2E6-679FE964D00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467369" y="2286001"/>
            <a:ext cx="4276832" cy="105634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62FAA7CA-DD98-2C6F-11B3-6D77DDB422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467369" y="3342342"/>
            <a:ext cx="4276832" cy="253521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source">
            <a:extLst>
              <a:ext uri="{FF2B5EF4-FFF2-40B4-BE49-F238E27FC236}">
                <a16:creationId xmlns:a16="http://schemas.microsoft.com/office/drawing/2014/main" id="{CA9D6890-4359-E148-F182-483D3A7A977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91691636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numbe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marker_1">
            <a:extLst>
              <a:ext uri="{FF2B5EF4-FFF2-40B4-BE49-F238E27FC236}">
                <a16:creationId xmlns:a16="http://schemas.microsoft.com/office/drawing/2014/main" id="{C8388644-79AF-5354-2D1C-E3E9DC59E57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48744" y="241902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marker_1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9BF024FB-3F51-9F22-F7BD-4C3B6DBD2FA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796749" y="241902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marker_2">
            <a:extLst>
              <a:ext uri="{FF2B5EF4-FFF2-40B4-BE49-F238E27FC236}">
                <a16:creationId xmlns:a16="http://schemas.microsoft.com/office/drawing/2014/main" id="{FBFF6CA3-E47F-1757-1F59-2CC63ADFB92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48744" y="335016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marker_2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A487B5E2-885E-6438-D3AE-4A421147210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796749" y="335016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marker_3">
            <a:extLst>
              <a:ext uri="{FF2B5EF4-FFF2-40B4-BE49-F238E27FC236}">
                <a16:creationId xmlns:a16="http://schemas.microsoft.com/office/drawing/2014/main" id="{EA0A5F27-706C-3F25-1552-34A86DB5F38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148744" y="4281312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marker_3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F5D6ADF7-DBBA-30D5-C10E-256690E753D8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796749" y="4281312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marker_4">
            <a:extLst>
              <a:ext uri="{FF2B5EF4-FFF2-40B4-BE49-F238E27FC236}">
                <a16:creationId xmlns:a16="http://schemas.microsoft.com/office/drawing/2014/main" id="{E5D10C1A-0732-3437-419A-9B2EBAD8297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148744" y="5212457"/>
            <a:ext cx="548312" cy="585291"/>
          </a:xfrm>
          <a:prstGeom prst="ellipse">
            <a:avLst/>
          </a:prstGeom>
          <a:solidFill>
            <a:schemeClr val="accent1"/>
          </a:solidFill>
        </p:spPr>
        <p:txBody>
          <a:bodyPr wrap="square" lIns="0" tIns="0" rIns="0" bIns="0" anchor="ctr">
            <a:noAutofit/>
          </a:bodyPr>
          <a:lstStyle>
            <a:lvl1pPr marL="0" indent="0" algn="ctr">
              <a:spcBef>
                <a:spcPts val="0"/>
              </a:spcBef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marker_4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9433E883-F3EE-88C7-7A51-4957F976A9C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1796749" y="5212457"/>
            <a:ext cx="8822836" cy="53208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8EEACCF6-AAC4-3B5A-BE74-789DC77FC9C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44060647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takeaway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sp>
        <p:nvSpPr>
          <p:cNvPr id="6" name="decisions_title">
            <a:extLst>
              <a:ext uri="{FF2B5EF4-FFF2-40B4-BE49-F238E27FC236}">
                <a16:creationId xmlns:a16="http://schemas.microsoft.com/office/drawing/2014/main" id="{28A642F6-8C1A-04D1-189B-808A8F03C7B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98591" y="4842659"/>
            <a:ext cx="2352756" cy="848672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decisions_title</a:t>
            </a:r>
          </a:p>
        </p:txBody>
      </p:sp>
      <p:sp>
        <p:nvSpPr>
          <p:cNvPr id="7" name="decisions">
            <a:extLst>
              <a:ext uri="{FF2B5EF4-FFF2-40B4-BE49-F238E27FC236}">
                <a16:creationId xmlns:a16="http://schemas.microsoft.com/office/drawing/2014/main" id="{ED00446F-9E43-791C-65BA-49976F0F17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648549" y="4842659"/>
            <a:ext cx="6921191" cy="84867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>
              <a:defRPr sz="2000"/>
            </a:lvl1pPr>
          </a:lstStyle>
          <a:p>
            <a:pPr lvl="0"/>
            <a:r>
              <a:rPr lang="en-US"/>
              <a:t>decisions</a:t>
            </a:r>
          </a:p>
        </p:txBody>
      </p:sp>
      <p:sp>
        <p:nvSpPr>
          <p:cNvPr id="8" name="item_1_title">
            <a:extLst>
              <a:ext uri="{FF2B5EF4-FFF2-40B4-BE49-F238E27FC236}">
                <a16:creationId xmlns:a16="http://schemas.microsoft.com/office/drawing/2014/main" id="{FA51C4D1-A083-F600-344F-902926E51D6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198592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9" name="item_1">
            <a:extLst>
              <a:ext uri="{FF2B5EF4-FFF2-40B4-BE49-F238E27FC236}">
                <a16:creationId xmlns:a16="http://schemas.microsoft.com/office/drawing/2014/main" id="{893E638C-1F12-A70A-9C98-745721106ED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198592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0" name="item_2_title">
            <a:extLst>
              <a:ext uri="{FF2B5EF4-FFF2-40B4-BE49-F238E27FC236}">
                <a16:creationId xmlns:a16="http://schemas.microsoft.com/office/drawing/2014/main" id="{6636F4F3-B5AE-2E2D-4AE0-DF8EB4E4F99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505078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1" name="item_2">
            <a:extLst>
              <a:ext uri="{FF2B5EF4-FFF2-40B4-BE49-F238E27FC236}">
                <a16:creationId xmlns:a16="http://schemas.microsoft.com/office/drawing/2014/main" id="{3A184CDD-E879-B34D-36C2-7D6BDD12D9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505078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2" name="item_3_title">
            <a:extLst>
              <a:ext uri="{FF2B5EF4-FFF2-40B4-BE49-F238E27FC236}">
                <a16:creationId xmlns:a16="http://schemas.microsoft.com/office/drawing/2014/main" id="{7E75D11F-4C8B-AD73-10A9-8A3D03626F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811565" y="2472229"/>
            <a:ext cx="2758175" cy="524258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b="1">
                <a:solidFill>
                  <a:schemeClr val="accent1"/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3" name="item_3">
            <a:extLst>
              <a:ext uri="{FF2B5EF4-FFF2-40B4-BE49-F238E27FC236}">
                <a16:creationId xmlns:a16="http://schemas.microsoft.com/office/drawing/2014/main" id="{B89336D3-DC0A-4CD6-A87B-9558D4A565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11565" y="2996487"/>
            <a:ext cx="2758175" cy="1258220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6D85F065-F632-2676-E3DC-CD7AAD7CDDD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503553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C108DDE1-F741-4F4F-A7D2-FBD0359B97CD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D07356AB-B086-4690-8078-803F810DAE76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7607581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  <p:sldLayoutId id="2147483686" r:id="rId15"/>
    <p:sldLayoutId id="2147483687" r:id="rId16"/>
    <p:sldLayoutId id="2147483688" r:id="rId17"/>
    <p:sldLayoutId id="2147483689" r:id="rId18"/>
    <p:sldLayoutId id="2147483690" r:id="rId19"/>
    <p:sldLayoutId id="2147483691" r:id="rId20"/>
    <p:sldLayoutId id="2147483692" r:id="rId21"/>
    <p:sldLayoutId id="2147483693" r:id="rId22"/>
    <p:sldLayoutId id="2147483694" r:id="rId23"/>
    <p:sldLayoutId id="2147483695" r:id="rId24"/>
    <p:sldLayoutId id="2147483696" r:id="rId25"/>
    <p:sldLayoutId id="2147483697" r:id="rId26"/>
    <p:sldLayoutId id="2147483698" r:id="rId27"/>
    <p:sldLayoutId id="2147483699" r:id="rId28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2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2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Integral">
  <a:themeElements>
    <a:clrScheme name="Integral">
      <a:dk1>
        <a:srgbClr val="2E2B21"/>
      </a:dk1>
      <a:lt1>
        <a:srgbClr val="FFFFFF"/>
      </a:lt1>
      <a:dk2>
        <a:srgbClr val="605B4F"/>
      </a:dk2>
      <a:lt2>
        <a:srgbClr val="D8D6BE"/>
      </a:lt2>
      <a:accent1>
        <a:srgbClr val="A9A57C"/>
      </a:accent1>
      <a:accent2>
        <a:srgbClr val="9CBEBD"/>
      </a:accent2>
      <a:accent3>
        <a:srgbClr val="D2CB6C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Integral">
      <a:majorFont>
        <a:latin typeface="Bahnschrift SemiBold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4825F1AF-8DBC-4E3D-9F3D-688338DA83F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integral-dark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 SemiBold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2026-10-03T18:06:49Z</dcterms:created>
  <dcterms:modified xsi:type="dcterms:W3CDTF">2026-10-03T18:07:15Z</dcterms:modified>
</cp:coreProperties>
</file>