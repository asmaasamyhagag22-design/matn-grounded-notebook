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atn:title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38790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A8B2AD31-0C3C-646D-6A79-4DDEE9F86E4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8F41DCCC-BF6D-A5C3-EC15-710059B62A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2A3E9F86-94A2-632A-9911-09A8F49727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1F548D48-48F6-E28D-9493-1AF2FCA7E0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736F9D57-9DEE-D9E5-7A3C-A1F5D69662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CB4A2E22-F94E-B6BA-6851-2F14442F74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9FEB9D21-471D-4852-AAF2-80B5D5A5CC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AAB87700-7F2D-9E36-0858-B51D1183F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2F740730-F2E9-C27B-F15E-483F6B3DB0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518598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00CB4B77-8FD1-D1A7-A725-769A9DA0F5A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71D05AB3-FB13-A4F9-245C-CEDF876702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3515" y="2498834"/>
            <a:ext cx="4361571" cy="14810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8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1A857F53-8560-78F8-77D8-BB3CFC9661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23515" y="3979924"/>
            <a:ext cx="4361571" cy="8228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036388A7-CFD4-9203-5AF6-BF831F4ACE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3245" y="2498834"/>
            <a:ext cx="4361571" cy="14810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8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0E5A0EA0-CF35-D152-28E9-135B0D08A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3245" y="3979924"/>
            <a:ext cx="4361571" cy="8228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D032045A-228B-4ED7-D060-D375CE7204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838564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2CC70BA0-9F8E-719F-DEA5-12F4ABC6D42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910B7256-49CE-1BEB-0F46-FC3FC57E74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3514" y="2498834"/>
            <a:ext cx="1881706" cy="14810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9940CEDB-B1A7-B9B9-F140-3C973F00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23514" y="3979924"/>
            <a:ext cx="1881706" cy="8228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AF09B31C-394B-B595-DDD6-43C317A51A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03379" y="2498834"/>
            <a:ext cx="1881706" cy="14810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0C8FD58E-3BF8-987C-083E-65474B09F4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03379" y="3979924"/>
            <a:ext cx="1881706" cy="8228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kpi_value_3">
            <a:extLst>
              <a:ext uri="{FF2B5EF4-FFF2-40B4-BE49-F238E27FC236}">
                <a16:creationId xmlns:a16="http://schemas.microsoft.com/office/drawing/2014/main" id="{1BE93555-E2CA-01C1-0559-DE69BB3FB8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244" y="2498834"/>
            <a:ext cx="1881706" cy="14810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2" name="kpi_label_3">
            <a:extLst>
              <a:ext uri="{FF2B5EF4-FFF2-40B4-BE49-F238E27FC236}">
                <a16:creationId xmlns:a16="http://schemas.microsoft.com/office/drawing/2014/main" id="{4D1BBA15-D887-A92F-FAF7-BB89D9667F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3244" y="3979924"/>
            <a:ext cx="1881706" cy="8228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3" name="kpi_value_4">
            <a:extLst>
              <a:ext uri="{FF2B5EF4-FFF2-40B4-BE49-F238E27FC236}">
                <a16:creationId xmlns:a16="http://schemas.microsoft.com/office/drawing/2014/main" id="{1F1F989A-46B5-69B5-79CC-88BF6CA861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63108" y="2498834"/>
            <a:ext cx="1881706" cy="14810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4" name="kpi_label_4">
            <a:extLst>
              <a:ext uri="{FF2B5EF4-FFF2-40B4-BE49-F238E27FC236}">
                <a16:creationId xmlns:a16="http://schemas.microsoft.com/office/drawing/2014/main" id="{9DC9BE02-962F-2656-543C-BB14220FBA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63108" y="3979924"/>
            <a:ext cx="1881706" cy="8228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769AE8E1-A3D6-1015-4C29-EF3761D131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91133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E23BDFF9-DC60-3BB7-DDCE-21003365EA8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5443241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293A4BA6-F3A3-5D01-46D8-6E346DE1D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55559" y="2498833"/>
            <a:ext cx="3489257" cy="244758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8" name="attribution">
            <a:extLst>
              <a:ext uri="{FF2B5EF4-FFF2-40B4-BE49-F238E27FC236}">
                <a16:creationId xmlns:a16="http://schemas.microsoft.com/office/drawing/2014/main" id="{77AD9C98-82C6-357B-B56A-9261B22E6C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55559" y="5372081"/>
            <a:ext cx="3489257" cy="2926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2992B3F9-9F87-3B4F-4899-96742641C5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793370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01ED40F2-750F-CF75-61E9-22E0A8890F3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223514" y="2498834"/>
            <a:ext cx="2708328" cy="93114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AB12E1A2-7DAD-A4AA-2D13-C04ADC4034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3514" y="3429978"/>
            <a:ext cx="2708328" cy="22347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882B01BF-29F2-94EC-7A57-AFDB68B9B6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30001" y="2498834"/>
            <a:ext cx="2708328" cy="93114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7B4FF9D0-F13F-1D9A-41D9-36460D6F36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0001" y="3429978"/>
            <a:ext cx="2708328" cy="22347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AB76C416-2102-5C19-2FD9-6C4E7A31EC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36487" y="2498834"/>
            <a:ext cx="2708328" cy="93114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7E910081-DF6F-AC45-43DD-57D3969524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36487" y="3429978"/>
            <a:ext cx="2708328" cy="22347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12E220CF-0E86-5860-34A4-8DCF81D518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848858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CDE4D2C1-474B-BF68-D4DB-7DB594A364D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223514" y="2498834"/>
            <a:ext cx="4361571" cy="93114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920EB529-94EF-6FC9-35C7-DFEC9D0411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3515" y="3429978"/>
            <a:ext cx="4361571" cy="22347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FF443D0A-B3A7-EEC0-DC31-688B914203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3245" y="2498834"/>
            <a:ext cx="4361571" cy="93114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5E4BFEE0-66D5-57C7-63E3-E2204464FA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3245" y="3429978"/>
            <a:ext cx="4361571" cy="22347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558B0EB2-8555-41BA-D882-8A07E88A45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25256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hart">
            <a:extLst>
              <a:ext uri="{FF2B5EF4-FFF2-40B4-BE49-F238E27FC236}">
                <a16:creationId xmlns:a16="http://schemas.microsoft.com/office/drawing/2014/main" id="{77264015-D7C2-4168-DDF9-887475E26F8F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1024128" y="2286000"/>
            <a:ext cx="6804051" cy="35915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BF3FC5C6-E81B-AABE-A3FB-CEEF548FE1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6983" y="2429663"/>
            <a:ext cx="2527219" cy="33042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8" name="source">
            <a:extLst>
              <a:ext uri="{FF2B5EF4-FFF2-40B4-BE49-F238E27FC236}">
                <a16:creationId xmlns:a16="http://schemas.microsoft.com/office/drawing/2014/main" id="{4053A3F7-09F7-88E0-B632-CA4ECFC54A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710563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DC9FA991-3941-0C8C-6702-F20502861AD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223514" y="2498833"/>
            <a:ext cx="4361571" cy="371676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0B834FA8-5874-A77D-7B50-41FDC84442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3515" y="2870510"/>
            <a:ext cx="4361571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E27B780D-D4C6-8A40-EA81-BD8E394465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3245" y="2498833"/>
            <a:ext cx="4361571" cy="3716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9DF0CBB1-A748-57DD-0EDF-184AB8B3FB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3245" y="2870510"/>
            <a:ext cx="4361571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62655900-BA30-4489-15BA-02772F5F41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23515" y="4401030"/>
            <a:ext cx="4361571" cy="3716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3B34B19B-0AD2-8764-5EED-BD8DF7E74BA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3515" y="4772706"/>
            <a:ext cx="4361571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D02AB636-8252-377B-A755-9744730AE12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3245" y="4401030"/>
            <a:ext cx="4361571" cy="3716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79790BF8-4C77-7BB3-CBA4-17CDBE7FA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245" y="4772706"/>
            <a:ext cx="4361571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B59C051F-E92F-1421-CF23-B84E82981A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06444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9B635EC8-5190-B991-9E76-A0B52559A4F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source">
            <a:extLst>
              <a:ext uri="{FF2B5EF4-FFF2-40B4-BE49-F238E27FC236}">
                <a16:creationId xmlns:a16="http://schemas.microsoft.com/office/drawing/2014/main" id="{E5B10A9D-0810-AF8F-8CF1-1050F94CCA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740177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5C4E43CF-EF2B-B692-4B6F-08C0CA6083E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3637714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atn:section_divider:default">
    <p:bg>
      <p:bgPr>
        <a:solidFill>
          <a:srgbClr val="7976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75360" y="3538728"/>
            <a:ext cx="10241280" cy="1536192"/>
          </a:xfrm>
        </p:spPr>
        <p:txBody>
          <a:bodyPr lIns="0" anchor="t"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ection_number">
            <a:extLst>
              <a:ext uri="{FF2B5EF4-FFF2-40B4-BE49-F238E27FC236}">
                <a16:creationId xmlns:a16="http://schemas.microsoft.com/office/drawing/2014/main" id="{D3119A77-553E-DA63-8A93-705B1AE4910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5360" y="685800"/>
            <a:ext cx="6144768" cy="2743200"/>
          </a:xfrm>
        </p:spPr>
        <p:txBody>
          <a:bodyPr wrap="square" lIns="0" tIns="0" bIns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16000" b="1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085876A3-BAF4-7026-3A6C-E2B4244E9C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60" y="5184648"/>
            <a:ext cx="10241280" cy="987552"/>
          </a:xfrm>
          <a:prstGeom prst="rect">
            <a:avLst/>
          </a:prstGeom>
        </p:spPr>
        <p:txBody>
          <a:bodyPr wrap="square" lIns="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pattern">
            <a:extLst>
              <a:ext uri="{FF2B5EF4-FFF2-40B4-BE49-F238E27FC236}">
                <a16:creationId xmlns:a16="http://schemas.microsoft.com/office/drawing/2014/main" id="{E709D0DC-766F-4D42-4B7B-E33EB00D59B9}"/>
              </a:ext>
            </a:extLst>
          </p:cNvPr>
          <p:cNvSpPr/>
          <p:nvPr userDrawn="1"/>
        </p:nvSpPr>
        <p:spPr>
          <a:xfrm>
            <a:off x="152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ttern">
            <a:extLst>
              <a:ext uri="{FF2B5EF4-FFF2-40B4-BE49-F238E27FC236}">
                <a16:creationId xmlns:a16="http://schemas.microsoft.com/office/drawing/2014/main" id="{BCC49D8B-6F2C-2FCD-5B1B-011898158E48}"/>
              </a:ext>
            </a:extLst>
          </p:cNvPr>
          <p:cNvSpPr/>
          <p:nvPr userDrawn="1"/>
        </p:nvSpPr>
        <p:spPr>
          <a:xfrm>
            <a:off x="342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ttern">
            <a:extLst>
              <a:ext uri="{FF2B5EF4-FFF2-40B4-BE49-F238E27FC236}">
                <a16:creationId xmlns:a16="http://schemas.microsoft.com/office/drawing/2014/main" id="{3B010D57-B57B-CB55-5E8B-BA04D43B0533}"/>
              </a:ext>
            </a:extLst>
          </p:cNvPr>
          <p:cNvSpPr/>
          <p:nvPr userDrawn="1"/>
        </p:nvSpPr>
        <p:spPr>
          <a:xfrm>
            <a:off x="533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ttern">
            <a:extLst>
              <a:ext uri="{FF2B5EF4-FFF2-40B4-BE49-F238E27FC236}">
                <a16:creationId xmlns:a16="http://schemas.microsoft.com/office/drawing/2014/main" id="{DD502AB7-115F-1F17-C830-F0AC53355276}"/>
              </a:ext>
            </a:extLst>
          </p:cNvPr>
          <p:cNvSpPr/>
          <p:nvPr userDrawn="1"/>
        </p:nvSpPr>
        <p:spPr>
          <a:xfrm>
            <a:off x="723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ttern">
            <a:extLst>
              <a:ext uri="{FF2B5EF4-FFF2-40B4-BE49-F238E27FC236}">
                <a16:creationId xmlns:a16="http://schemas.microsoft.com/office/drawing/2014/main" id="{BC456BD9-96B3-63D4-778A-F9BB0135E0BC}"/>
              </a:ext>
            </a:extLst>
          </p:cNvPr>
          <p:cNvSpPr/>
          <p:nvPr userDrawn="1"/>
        </p:nvSpPr>
        <p:spPr>
          <a:xfrm>
            <a:off x="914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attern">
            <a:extLst>
              <a:ext uri="{FF2B5EF4-FFF2-40B4-BE49-F238E27FC236}">
                <a16:creationId xmlns:a16="http://schemas.microsoft.com/office/drawing/2014/main" id="{1E14F499-E93B-6842-C7B5-7E9F49670E6A}"/>
              </a:ext>
            </a:extLst>
          </p:cNvPr>
          <p:cNvSpPr/>
          <p:nvPr userDrawn="1"/>
        </p:nvSpPr>
        <p:spPr>
          <a:xfrm>
            <a:off x="1104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ttern">
            <a:extLst>
              <a:ext uri="{FF2B5EF4-FFF2-40B4-BE49-F238E27FC236}">
                <a16:creationId xmlns:a16="http://schemas.microsoft.com/office/drawing/2014/main" id="{3BFAF11C-DE36-FEDC-B59A-5E214C88DF1B}"/>
              </a:ext>
            </a:extLst>
          </p:cNvPr>
          <p:cNvSpPr/>
          <p:nvPr userDrawn="1"/>
        </p:nvSpPr>
        <p:spPr>
          <a:xfrm>
            <a:off x="1295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ttern">
            <a:extLst>
              <a:ext uri="{FF2B5EF4-FFF2-40B4-BE49-F238E27FC236}">
                <a16:creationId xmlns:a16="http://schemas.microsoft.com/office/drawing/2014/main" id="{BD88DD97-3ADB-9C04-B0B0-E7914F14E9F6}"/>
              </a:ext>
            </a:extLst>
          </p:cNvPr>
          <p:cNvSpPr/>
          <p:nvPr userDrawn="1"/>
        </p:nvSpPr>
        <p:spPr>
          <a:xfrm>
            <a:off x="1485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ttern">
            <a:extLst>
              <a:ext uri="{FF2B5EF4-FFF2-40B4-BE49-F238E27FC236}">
                <a16:creationId xmlns:a16="http://schemas.microsoft.com/office/drawing/2014/main" id="{C3E4B849-4D4E-F7D5-FB8B-3D6246C3C5C5}"/>
              </a:ext>
            </a:extLst>
          </p:cNvPr>
          <p:cNvSpPr/>
          <p:nvPr userDrawn="1"/>
        </p:nvSpPr>
        <p:spPr>
          <a:xfrm>
            <a:off x="1676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ttern">
            <a:extLst>
              <a:ext uri="{FF2B5EF4-FFF2-40B4-BE49-F238E27FC236}">
                <a16:creationId xmlns:a16="http://schemas.microsoft.com/office/drawing/2014/main" id="{B5D3587A-8882-D53F-18E3-B338CC7B7CA5}"/>
              </a:ext>
            </a:extLst>
          </p:cNvPr>
          <p:cNvSpPr/>
          <p:nvPr userDrawn="1"/>
        </p:nvSpPr>
        <p:spPr>
          <a:xfrm>
            <a:off x="1866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ttern">
            <a:extLst>
              <a:ext uri="{FF2B5EF4-FFF2-40B4-BE49-F238E27FC236}">
                <a16:creationId xmlns:a16="http://schemas.microsoft.com/office/drawing/2014/main" id="{70B39351-783A-16A1-CA56-F882C3B2DBC0}"/>
              </a:ext>
            </a:extLst>
          </p:cNvPr>
          <p:cNvSpPr/>
          <p:nvPr userDrawn="1"/>
        </p:nvSpPr>
        <p:spPr>
          <a:xfrm>
            <a:off x="2057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ttern">
            <a:extLst>
              <a:ext uri="{FF2B5EF4-FFF2-40B4-BE49-F238E27FC236}">
                <a16:creationId xmlns:a16="http://schemas.microsoft.com/office/drawing/2014/main" id="{6B581AF1-1487-4F07-2E50-5D7CF9F92ADB}"/>
              </a:ext>
            </a:extLst>
          </p:cNvPr>
          <p:cNvSpPr/>
          <p:nvPr userDrawn="1"/>
        </p:nvSpPr>
        <p:spPr>
          <a:xfrm>
            <a:off x="2247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ttern">
            <a:extLst>
              <a:ext uri="{FF2B5EF4-FFF2-40B4-BE49-F238E27FC236}">
                <a16:creationId xmlns:a16="http://schemas.microsoft.com/office/drawing/2014/main" id="{BCB809E3-5F2F-9D19-6893-A0427D8EEAC5}"/>
              </a:ext>
            </a:extLst>
          </p:cNvPr>
          <p:cNvSpPr/>
          <p:nvPr userDrawn="1"/>
        </p:nvSpPr>
        <p:spPr>
          <a:xfrm>
            <a:off x="2438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ttern">
            <a:extLst>
              <a:ext uri="{FF2B5EF4-FFF2-40B4-BE49-F238E27FC236}">
                <a16:creationId xmlns:a16="http://schemas.microsoft.com/office/drawing/2014/main" id="{E6270C91-E21E-5891-DFBD-22B1FB9E4E8E}"/>
              </a:ext>
            </a:extLst>
          </p:cNvPr>
          <p:cNvSpPr/>
          <p:nvPr userDrawn="1"/>
        </p:nvSpPr>
        <p:spPr>
          <a:xfrm>
            <a:off x="2628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ttern">
            <a:extLst>
              <a:ext uri="{FF2B5EF4-FFF2-40B4-BE49-F238E27FC236}">
                <a16:creationId xmlns:a16="http://schemas.microsoft.com/office/drawing/2014/main" id="{3FCAE85E-511F-AC96-48A3-90BDD479732B}"/>
              </a:ext>
            </a:extLst>
          </p:cNvPr>
          <p:cNvSpPr/>
          <p:nvPr userDrawn="1"/>
        </p:nvSpPr>
        <p:spPr>
          <a:xfrm>
            <a:off x="2819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attern">
            <a:extLst>
              <a:ext uri="{FF2B5EF4-FFF2-40B4-BE49-F238E27FC236}">
                <a16:creationId xmlns:a16="http://schemas.microsoft.com/office/drawing/2014/main" id="{97D373BF-131D-0400-2A05-7910D21B13EA}"/>
              </a:ext>
            </a:extLst>
          </p:cNvPr>
          <p:cNvSpPr/>
          <p:nvPr userDrawn="1"/>
        </p:nvSpPr>
        <p:spPr>
          <a:xfrm>
            <a:off x="3009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attern">
            <a:extLst>
              <a:ext uri="{FF2B5EF4-FFF2-40B4-BE49-F238E27FC236}">
                <a16:creationId xmlns:a16="http://schemas.microsoft.com/office/drawing/2014/main" id="{4D433FCC-0ABC-5349-01BA-A012A41F0619}"/>
              </a:ext>
            </a:extLst>
          </p:cNvPr>
          <p:cNvSpPr/>
          <p:nvPr userDrawn="1"/>
        </p:nvSpPr>
        <p:spPr>
          <a:xfrm>
            <a:off x="3200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attern">
            <a:extLst>
              <a:ext uri="{FF2B5EF4-FFF2-40B4-BE49-F238E27FC236}">
                <a16:creationId xmlns:a16="http://schemas.microsoft.com/office/drawing/2014/main" id="{8331BDC2-4FE5-17B5-1E64-891079335C86}"/>
              </a:ext>
            </a:extLst>
          </p:cNvPr>
          <p:cNvSpPr/>
          <p:nvPr userDrawn="1"/>
        </p:nvSpPr>
        <p:spPr>
          <a:xfrm>
            <a:off x="3390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attern">
            <a:extLst>
              <a:ext uri="{FF2B5EF4-FFF2-40B4-BE49-F238E27FC236}">
                <a16:creationId xmlns:a16="http://schemas.microsoft.com/office/drawing/2014/main" id="{C785341D-CC5B-3CA5-0A4E-9B6E297C42E8}"/>
              </a:ext>
            </a:extLst>
          </p:cNvPr>
          <p:cNvSpPr/>
          <p:nvPr userDrawn="1"/>
        </p:nvSpPr>
        <p:spPr>
          <a:xfrm>
            <a:off x="3581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attern">
            <a:extLst>
              <a:ext uri="{FF2B5EF4-FFF2-40B4-BE49-F238E27FC236}">
                <a16:creationId xmlns:a16="http://schemas.microsoft.com/office/drawing/2014/main" id="{E215D981-3DA2-94FA-0941-8BD8D5D5D70D}"/>
              </a:ext>
            </a:extLst>
          </p:cNvPr>
          <p:cNvSpPr/>
          <p:nvPr userDrawn="1"/>
        </p:nvSpPr>
        <p:spPr>
          <a:xfrm>
            <a:off x="3771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attern">
            <a:extLst>
              <a:ext uri="{FF2B5EF4-FFF2-40B4-BE49-F238E27FC236}">
                <a16:creationId xmlns:a16="http://schemas.microsoft.com/office/drawing/2014/main" id="{574F9332-D1FB-0421-8EFE-9C998DE3899E}"/>
              </a:ext>
            </a:extLst>
          </p:cNvPr>
          <p:cNvSpPr/>
          <p:nvPr userDrawn="1"/>
        </p:nvSpPr>
        <p:spPr>
          <a:xfrm>
            <a:off x="3962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attern">
            <a:extLst>
              <a:ext uri="{FF2B5EF4-FFF2-40B4-BE49-F238E27FC236}">
                <a16:creationId xmlns:a16="http://schemas.microsoft.com/office/drawing/2014/main" id="{0CD850BB-91D7-B5A6-2F1D-789A48AF12EB}"/>
              </a:ext>
            </a:extLst>
          </p:cNvPr>
          <p:cNvSpPr/>
          <p:nvPr userDrawn="1"/>
        </p:nvSpPr>
        <p:spPr>
          <a:xfrm>
            <a:off x="4152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attern">
            <a:extLst>
              <a:ext uri="{FF2B5EF4-FFF2-40B4-BE49-F238E27FC236}">
                <a16:creationId xmlns:a16="http://schemas.microsoft.com/office/drawing/2014/main" id="{BF8CF6DB-20C1-7711-CB14-C9989619E221}"/>
              </a:ext>
            </a:extLst>
          </p:cNvPr>
          <p:cNvSpPr/>
          <p:nvPr userDrawn="1"/>
        </p:nvSpPr>
        <p:spPr>
          <a:xfrm>
            <a:off x="4343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attern">
            <a:extLst>
              <a:ext uri="{FF2B5EF4-FFF2-40B4-BE49-F238E27FC236}">
                <a16:creationId xmlns:a16="http://schemas.microsoft.com/office/drawing/2014/main" id="{BB8A14A4-0868-3D4D-0F7F-C54FFED2DF14}"/>
              </a:ext>
            </a:extLst>
          </p:cNvPr>
          <p:cNvSpPr/>
          <p:nvPr userDrawn="1"/>
        </p:nvSpPr>
        <p:spPr>
          <a:xfrm>
            <a:off x="4533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ttern">
            <a:extLst>
              <a:ext uri="{FF2B5EF4-FFF2-40B4-BE49-F238E27FC236}">
                <a16:creationId xmlns:a16="http://schemas.microsoft.com/office/drawing/2014/main" id="{144C9204-3403-FF50-D9E8-3EFA4E759347}"/>
              </a:ext>
            </a:extLst>
          </p:cNvPr>
          <p:cNvSpPr/>
          <p:nvPr userDrawn="1"/>
        </p:nvSpPr>
        <p:spPr>
          <a:xfrm>
            <a:off x="4724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attern">
            <a:extLst>
              <a:ext uri="{FF2B5EF4-FFF2-40B4-BE49-F238E27FC236}">
                <a16:creationId xmlns:a16="http://schemas.microsoft.com/office/drawing/2014/main" id="{7BAACBF3-5725-9542-2364-B43B3B334EDF}"/>
              </a:ext>
            </a:extLst>
          </p:cNvPr>
          <p:cNvSpPr/>
          <p:nvPr userDrawn="1"/>
        </p:nvSpPr>
        <p:spPr>
          <a:xfrm>
            <a:off x="4914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attern">
            <a:extLst>
              <a:ext uri="{FF2B5EF4-FFF2-40B4-BE49-F238E27FC236}">
                <a16:creationId xmlns:a16="http://schemas.microsoft.com/office/drawing/2014/main" id="{3504202A-BF4A-9549-CF91-B74B5CF1D2F1}"/>
              </a:ext>
            </a:extLst>
          </p:cNvPr>
          <p:cNvSpPr/>
          <p:nvPr userDrawn="1"/>
        </p:nvSpPr>
        <p:spPr>
          <a:xfrm>
            <a:off x="5105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attern">
            <a:extLst>
              <a:ext uri="{FF2B5EF4-FFF2-40B4-BE49-F238E27FC236}">
                <a16:creationId xmlns:a16="http://schemas.microsoft.com/office/drawing/2014/main" id="{1665DBB7-1A3F-26A5-13A1-68C26419F16F}"/>
              </a:ext>
            </a:extLst>
          </p:cNvPr>
          <p:cNvSpPr/>
          <p:nvPr userDrawn="1"/>
        </p:nvSpPr>
        <p:spPr>
          <a:xfrm>
            <a:off x="5295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attern">
            <a:extLst>
              <a:ext uri="{FF2B5EF4-FFF2-40B4-BE49-F238E27FC236}">
                <a16:creationId xmlns:a16="http://schemas.microsoft.com/office/drawing/2014/main" id="{5E8F88AB-AC00-A495-6FD1-15451361A597}"/>
              </a:ext>
            </a:extLst>
          </p:cNvPr>
          <p:cNvSpPr/>
          <p:nvPr userDrawn="1"/>
        </p:nvSpPr>
        <p:spPr>
          <a:xfrm>
            <a:off x="5486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attern">
            <a:extLst>
              <a:ext uri="{FF2B5EF4-FFF2-40B4-BE49-F238E27FC236}">
                <a16:creationId xmlns:a16="http://schemas.microsoft.com/office/drawing/2014/main" id="{7ED71DCC-C422-1BCF-BB53-AC09CD03F82A}"/>
              </a:ext>
            </a:extLst>
          </p:cNvPr>
          <p:cNvSpPr/>
          <p:nvPr userDrawn="1"/>
        </p:nvSpPr>
        <p:spPr>
          <a:xfrm>
            <a:off x="5676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attern">
            <a:extLst>
              <a:ext uri="{FF2B5EF4-FFF2-40B4-BE49-F238E27FC236}">
                <a16:creationId xmlns:a16="http://schemas.microsoft.com/office/drawing/2014/main" id="{D15522E8-F29D-4E9E-B127-E524DD01285B}"/>
              </a:ext>
            </a:extLst>
          </p:cNvPr>
          <p:cNvSpPr/>
          <p:nvPr userDrawn="1"/>
        </p:nvSpPr>
        <p:spPr>
          <a:xfrm>
            <a:off x="5867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attern">
            <a:extLst>
              <a:ext uri="{FF2B5EF4-FFF2-40B4-BE49-F238E27FC236}">
                <a16:creationId xmlns:a16="http://schemas.microsoft.com/office/drawing/2014/main" id="{3D9EDAEA-6ACD-2855-9153-5FA2AA7E7B9F}"/>
              </a:ext>
            </a:extLst>
          </p:cNvPr>
          <p:cNvSpPr/>
          <p:nvPr userDrawn="1"/>
        </p:nvSpPr>
        <p:spPr>
          <a:xfrm>
            <a:off x="6057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attern">
            <a:extLst>
              <a:ext uri="{FF2B5EF4-FFF2-40B4-BE49-F238E27FC236}">
                <a16:creationId xmlns:a16="http://schemas.microsoft.com/office/drawing/2014/main" id="{0FF7B3E7-42B8-F229-DA17-FF849E40CF90}"/>
              </a:ext>
            </a:extLst>
          </p:cNvPr>
          <p:cNvSpPr/>
          <p:nvPr userDrawn="1"/>
        </p:nvSpPr>
        <p:spPr>
          <a:xfrm>
            <a:off x="6248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attern">
            <a:extLst>
              <a:ext uri="{FF2B5EF4-FFF2-40B4-BE49-F238E27FC236}">
                <a16:creationId xmlns:a16="http://schemas.microsoft.com/office/drawing/2014/main" id="{18A75534-A845-F71C-4D8C-D43D3CF1BFDD}"/>
              </a:ext>
            </a:extLst>
          </p:cNvPr>
          <p:cNvSpPr/>
          <p:nvPr userDrawn="1"/>
        </p:nvSpPr>
        <p:spPr>
          <a:xfrm>
            <a:off x="6438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attern">
            <a:extLst>
              <a:ext uri="{FF2B5EF4-FFF2-40B4-BE49-F238E27FC236}">
                <a16:creationId xmlns:a16="http://schemas.microsoft.com/office/drawing/2014/main" id="{C16F7285-F4A6-A9BA-0697-DC6056F511E2}"/>
              </a:ext>
            </a:extLst>
          </p:cNvPr>
          <p:cNvSpPr/>
          <p:nvPr userDrawn="1"/>
        </p:nvSpPr>
        <p:spPr>
          <a:xfrm>
            <a:off x="6629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attern">
            <a:extLst>
              <a:ext uri="{FF2B5EF4-FFF2-40B4-BE49-F238E27FC236}">
                <a16:creationId xmlns:a16="http://schemas.microsoft.com/office/drawing/2014/main" id="{3F0EC9C1-45A9-58C3-49B1-F69378E5829B}"/>
              </a:ext>
            </a:extLst>
          </p:cNvPr>
          <p:cNvSpPr/>
          <p:nvPr userDrawn="1"/>
        </p:nvSpPr>
        <p:spPr>
          <a:xfrm>
            <a:off x="6819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attern">
            <a:extLst>
              <a:ext uri="{FF2B5EF4-FFF2-40B4-BE49-F238E27FC236}">
                <a16:creationId xmlns:a16="http://schemas.microsoft.com/office/drawing/2014/main" id="{AC65F23B-7263-33C6-13F0-E43E63BD382A}"/>
              </a:ext>
            </a:extLst>
          </p:cNvPr>
          <p:cNvSpPr/>
          <p:nvPr userDrawn="1"/>
        </p:nvSpPr>
        <p:spPr>
          <a:xfrm>
            <a:off x="7010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pattern">
            <a:extLst>
              <a:ext uri="{FF2B5EF4-FFF2-40B4-BE49-F238E27FC236}">
                <a16:creationId xmlns:a16="http://schemas.microsoft.com/office/drawing/2014/main" id="{C0AC4231-D45E-D53D-44AD-EBC0B74EC886}"/>
              </a:ext>
            </a:extLst>
          </p:cNvPr>
          <p:cNvSpPr/>
          <p:nvPr userDrawn="1"/>
        </p:nvSpPr>
        <p:spPr>
          <a:xfrm>
            <a:off x="7200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attern">
            <a:extLst>
              <a:ext uri="{FF2B5EF4-FFF2-40B4-BE49-F238E27FC236}">
                <a16:creationId xmlns:a16="http://schemas.microsoft.com/office/drawing/2014/main" id="{974F1EFF-B21E-F0C2-16D1-6F6F128832AA}"/>
              </a:ext>
            </a:extLst>
          </p:cNvPr>
          <p:cNvSpPr/>
          <p:nvPr userDrawn="1"/>
        </p:nvSpPr>
        <p:spPr>
          <a:xfrm>
            <a:off x="7391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attern">
            <a:extLst>
              <a:ext uri="{FF2B5EF4-FFF2-40B4-BE49-F238E27FC236}">
                <a16:creationId xmlns:a16="http://schemas.microsoft.com/office/drawing/2014/main" id="{63AF5C9A-1F37-DE28-E550-5F2E249FF118}"/>
              </a:ext>
            </a:extLst>
          </p:cNvPr>
          <p:cNvSpPr/>
          <p:nvPr userDrawn="1"/>
        </p:nvSpPr>
        <p:spPr>
          <a:xfrm>
            <a:off x="7581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attern">
            <a:extLst>
              <a:ext uri="{FF2B5EF4-FFF2-40B4-BE49-F238E27FC236}">
                <a16:creationId xmlns:a16="http://schemas.microsoft.com/office/drawing/2014/main" id="{40F9F56A-FEE1-026D-7D26-1DFD0E1694B2}"/>
              </a:ext>
            </a:extLst>
          </p:cNvPr>
          <p:cNvSpPr/>
          <p:nvPr userDrawn="1"/>
        </p:nvSpPr>
        <p:spPr>
          <a:xfrm>
            <a:off x="7772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attern">
            <a:extLst>
              <a:ext uri="{FF2B5EF4-FFF2-40B4-BE49-F238E27FC236}">
                <a16:creationId xmlns:a16="http://schemas.microsoft.com/office/drawing/2014/main" id="{DB585068-C4D0-2A0F-558D-71EF94527869}"/>
              </a:ext>
            </a:extLst>
          </p:cNvPr>
          <p:cNvSpPr/>
          <p:nvPr userDrawn="1"/>
        </p:nvSpPr>
        <p:spPr>
          <a:xfrm>
            <a:off x="7962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pattern">
            <a:extLst>
              <a:ext uri="{FF2B5EF4-FFF2-40B4-BE49-F238E27FC236}">
                <a16:creationId xmlns:a16="http://schemas.microsoft.com/office/drawing/2014/main" id="{836C20C5-9B2A-075D-150A-72E7EB2A6D39}"/>
              </a:ext>
            </a:extLst>
          </p:cNvPr>
          <p:cNvSpPr/>
          <p:nvPr userDrawn="1"/>
        </p:nvSpPr>
        <p:spPr>
          <a:xfrm>
            <a:off x="8153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attern">
            <a:extLst>
              <a:ext uri="{FF2B5EF4-FFF2-40B4-BE49-F238E27FC236}">
                <a16:creationId xmlns:a16="http://schemas.microsoft.com/office/drawing/2014/main" id="{10E8BF63-471E-5EAE-1D24-42345904E458}"/>
              </a:ext>
            </a:extLst>
          </p:cNvPr>
          <p:cNvSpPr/>
          <p:nvPr userDrawn="1"/>
        </p:nvSpPr>
        <p:spPr>
          <a:xfrm>
            <a:off x="8343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pattern">
            <a:extLst>
              <a:ext uri="{FF2B5EF4-FFF2-40B4-BE49-F238E27FC236}">
                <a16:creationId xmlns:a16="http://schemas.microsoft.com/office/drawing/2014/main" id="{4BE9D7A9-A79D-C8CE-CC9E-0F6C2A037333}"/>
              </a:ext>
            </a:extLst>
          </p:cNvPr>
          <p:cNvSpPr/>
          <p:nvPr userDrawn="1"/>
        </p:nvSpPr>
        <p:spPr>
          <a:xfrm>
            <a:off x="8534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attern">
            <a:extLst>
              <a:ext uri="{FF2B5EF4-FFF2-40B4-BE49-F238E27FC236}">
                <a16:creationId xmlns:a16="http://schemas.microsoft.com/office/drawing/2014/main" id="{486E1DC7-50A9-FAB2-7C1C-CC361A449F39}"/>
              </a:ext>
            </a:extLst>
          </p:cNvPr>
          <p:cNvSpPr/>
          <p:nvPr userDrawn="1"/>
        </p:nvSpPr>
        <p:spPr>
          <a:xfrm>
            <a:off x="8724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pattern">
            <a:extLst>
              <a:ext uri="{FF2B5EF4-FFF2-40B4-BE49-F238E27FC236}">
                <a16:creationId xmlns:a16="http://schemas.microsoft.com/office/drawing/2014/main" id="{2C998131-36F0-A2A3-11BC-0F4E2DC2A8F8}"/>
              </a:ext>
            </a:extLst>
          </p:cNvPr>
          <p:cNvSpPr/>
          <p:nvPr userDrawn="1"/>
        </p:nvSpPr>
        <p:spPr>
          <a:xfrm>
            <a:off x="8915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pattern">
            <a:extLst>
              <a:ext uri="{FF2B5EF4-FFF2-40B4-BE49-F238E27FC236}">
                <a16:creationId xmlns:a16="http://schemas.microsoft.com/office/drawing/2014/main" id="{4A830C51-0B2A-545F-E5EB-801AA24DB4DC}"/>
              </a:ext>
            </a:extLst>
          </p:cNvPr>
          <p:cNvSpPr/>
          <p:nvPr userDrawn="1"/>
        </p:nvSpPr>
        <p:spPr>
          <a:xfrm>
            <a:off x="9105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pattern">
            <a:extLst>
              <a:ext uri="{FF2B5EF4-FFF2-40B4-BE49-F238E27FC236}">
                <a16:creationId xmlns:a16="http://schemas.microsoft.com/office/drawing/2014/main" id="{64C38F5A-2903-CDF1-8C78-31FE4961316A}"/>
              </a:ext>
            </a:extLst>
          </p:cNvPr>
          <p:cNvSpPr/>
          <p:nvPr userDrawn="1"/>
        </p:nvSpPr>
        <p:spPr>
          <a:xfrm>
            <a:off x="9296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pattern">
            <a:extLst>
              <a:ext uri="{FF2B5EF4-FFF2-40B4-BE49-F238E27FC236}">
                <a16:creationId xmlns:a16="http://schemas.microsoft.com/office/drawing/2014/main" id="{FEDCDFC7-7929-0A2B-0460-80146A51E011}"/>
              </a:ext>
            </a:extLst>
          </p:cNvPr>
          <p:cNvSpPr/>
          <p:nvPr userDrawn="1"/>
        </p:nvSpPr>
        <p:spPr>
          <a:xfrm>
            <a:off x="9486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pattern">
            <a:extLst>
              <a:ext uri="{FF2B5EF4-FFF2-40B4-BE49-F238E27FC236}">
                <a16:creationId xmlns:a16="http://schemas.microsoft.com/office/drawing/2014/main" id="{2E8802BB-63AD-C782-C3BF-48CEC2CD49D7}"/>
              </a:ext>
            </a:extLst>
          </p:cNvPr>
          <p:cNvSpPr/>
          <p:nvPr userDrawn="1"/>
        </p:nvSpPr>
        <p:spPr>
          <a:xfrm>
            <a:off x="9677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attern">
            <a:extLst>
              <a:ext uri="{FF2B5EF4-FFF2-40B4-BE49-F238E27FC236}">
                <a16:creationId xmlns:a16="http://schemas.microsoft.com/office/drawing/2014/main" id="{6A5DAB91-8706-963A-F233-E629BED54F96}"/>
              </a:ext>
            </a:extLst>
          </p:cNvPr>
          <p:cNvSpPr/>
          <p:nvPr userDrawn="1"/>
        </p:nvSpPr>
        <p:spPr>
          <a:xfrm>
            <a:off x="9867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pattern">
            <a:extLst>
              <a:ext uri="{FF2B5EF4-FFF2-40B4-BE49-F238E27FC236}">
                <a16:creationId xmlns:a16="http://schemas.microsoft.com/office/drawing/2014/main" id="{1E710806-ED8B-1789-A4B4-798711BD79C0}"/>
              </a:ext>
            </a:extLst>
          </p:cNvPr>
          <p:cNvSpPr/>
          <p:nvPr userDrawn="1"/>
        </p:nvSpPr>
        <p:spPr>
          <a:xfrm>
            <a:off x="10058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pattern">
            <a:extLst>
              <a:ext uri="{FF2B5EF4-FFF2-40B4-BE49-F238E27FC236}">
                <a16:creationId xmlns:a16="http://schemas.microsoft.com/office/drawing/2014/main" id="{BE9DFDF2-09E4-3A87-2010-FFDD063B8CAF}"/>
              </a:ext>
            </a:extLst>
          </p:cNvPr>
          <p:cNvSpPr/>
          <p:nvPr userDrawn="1"/>
        </p:nvSpPr>
        <p:spPr>
          <a:xfrm>
            <a:off x="10248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pattern">
            <a:extLst>
              <a:ext uri="{FF2B5EF4-FFF2-40B4-BE49-F238E27FC236}">
                <a16:creationId xmlns:a16="http://schemas.microsoft.com/office/drawing/2014/main" id="{416FB3C9-3BC7-FA35-777D-45D12D19E17E}"/>
              </a:ext>
            </a:extLst>
          </p:cNvPr>
          <p:cNvSpPr/>
          <p:nvPr userDrawn="1"/>
        </p:nvSpPr>
        <p:spPr>
          <a:xfrm>
            <a:off x="10439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attern">
            <a:extLst>
              <a:ext uri="{FF2B5EF4-FFF2-40B4-BE49-F238E27FC236}">
                <a16:creationId xmlns:a16="http://schemas.microsoft.com/office/drawing/2014/main" id="{EBB2F011-D00B-B34F-8EA9-B8D2286BFE51}"/>
              </a:ext>
            </a:extLst>
          </p:cNvPr>
          <p:cNvSpPr/>
          <p:nvPr userDrawn="1"/>
        </p:nvSpPr>
        <p:spPr>
          <a:xfrm>
            <a:off x="10629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pattern">
            <a:extLst>
              <a:ext uri="{FF2B5EF4-FFF2-40B4-BE49-F238E27FC236}">
                <a16:creationId xmlns:a16="http://schemas.microsoft.com/office/drawing/2014/main" id="{A73F4525-1F84-D31D-F969-2E92E4D80523}"/>
              </a:ext>
            </a:extLst>
          </p:cNvPr>
          <p:cNvSpPr/>
          <p:nvPr userDrawn="1"/>
        </p:nvSpPr>
        <p:spPr>
          <a:xfrm>
            <a:off x="10820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pattern">
            <a:extLst>
              <a:ext uri="{FF2B5EF4-FFF2-40B4-BE49-F238E27FC236}">
                <a16:creationId xmlns:a16="http://schemas.microsoft.com/office/drawing/2014/main" id="{121BEDFE-6AA9-F636-7B56-7A023620582A}"/>
              </a:ext>
            </a:extLst>
          </p:cNvPr>
          <p:cNvSpPr/>
          <p:nvPr userDrawn="1"/>
        </p:nvSpPr>
        <p:spPr>
          <a:xfrm>
            <a:off x="11010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pattern">
            <a:extLst>
              <a:ext uri="{FF2B5EF4-FFF2-40B4-BE49-F238E27FC236}">
                <a16:creationId xmlns:a16="http://schemas.microsoft.com/office/drawing/2014/main" id="{07F65B6C-0E22-906C-BEC7-2205683E295C}"/>
              </a:ext>
            </a:extLst>
          </p:cNvPr>
          <p:cNvSpPr/>
          <p:nvPr userDrawn="1"/>
        </p:nvSpPr>
        <p:spPr>
          <a:xfrm>
            <a:off x="11201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pattern">
            <a:extLst>
              <a:ext uri="{FF2B5EF4-FFF2-40B4-BE49-F238E27FC236}">
                <a16:creationId xmlns:a16="http://schemas.microsoft.com/office/drawing/2014/main" id="{EA4A5D02-B5C7-7A42-759F-BC40EFD16595}"/>
              </a:ext>
            </a:extLst>
          </p:cNvPr>
          <p:cNvSpPr/>
          <p:nvPr userDrawn="1"/>
        </p:nvSpPr>
        <p:spPr>
          <a:xfrm>
            <a:off x="11391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pattern">
            <a:extLst>
              <a:ext uri="{FF2B5EF4-FFF2-40B4-BE49-F238E27FC236}">
                <a16:creationId xmlns:a16="http://schemas.microsoft.com/office/drawing/2014/main" id="{4559965B-E7AB-0054-A964-5465D30C3F96}"/>
              </a:ext>
            </a:extLst>
          </p:cNvPr>
          <p:cNvSpPr/>
          <p:nvPr userDrawn="1"/>
        </p:nvSpPr>
        <p:spPr>
          <a:xfrm>
            <a:off x="11582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pattern">
            <a:extLst>
              <a:ext uri="{FF2B5EF4-FFF2-40B4-BE49-F238E27FC236}">
                <a16:creationId xmlns:a16="http://schemas.microsoft.com/office/drawing/2014/main" id="{2117A09F-925E-CA5D-C9C5-ABDCB2BC693F}"/>
              </a:ext>
            </a:extLst>
          </p:cNvPr>
          <p:cNvSpPr/>
          <p:nvPr userDrawn="1"/>
        </p:nvSpPr>
        <p:spPr>
          <a:xfrm>
            <a:off x="11772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pattern">
            <a:extLst>
              <a:ext uri="{FF2B5EF4-FFF2-40B4-BE49-F238E27FC236}">
                <a16:creationId xmlns:a16="http://schemas.microsoft.com/office/drawing/2014/main" id="{14A9B91B-341A-6F7C-9C12-DCBC522F875D}"/>
              </a:ext>
            </a:extLst>
          </p:cNvPr>
          <p:cNvSpPr/>
          <p:nvPr userDrawn="1"/>
        </p:nvSpPr>
        <p:spPr>
          <a:xfrm>
            <a:off x="11963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pattern">
            <a:extLst>
              <a:ext uri="{FF2B5EF4-FFF2-40B4-BE49-F238E27FC236}">
                <a16:creationId xmlns:a16="http://schemas.microsoft.com/office/drawing/2014/main" id="{2FD3C49F-03A9-196C-8D23-79A76C73C8A8}"/>
              </a:ext>
            </a:extLst>
          </p:cNvPr>
          <p:cNvSpPr/>
          <p:nvPr userDrawn="1"/>
        </p:nvSpPr>
        <p:spPr>
          <a:xfrm>
            <a:off x="12153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pattern">
            <a:extLst>
              <a:ext uri="{FF2B5EF4-FFF2-40B4-BE49-F238E27FC236}">
                <a16:creationId xmlns:a16="http://schemas.microsoft.com/office/drawing/2014/main" id="{EF58D5A0-9FCA-75DA-764B-90FDD5B76BDB}"/>
              </a:ext>
            </a:extLst>
          </p:cNvPr>
          <p:cNvSpPr/>
          <p:nvPr userDrawn="1"/>
        </p:nvSpPr>
        <p:spPr>
          <a:xfrm>
            <a:off x="247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pattern">
            <a:extLst>
              <a:ext uri="{FF2B5EF4-FFF2-40B4-BE49-F238E27FC236}">
                <a16:creationId xmlns:a16="http://schemas.microsoft.com/office/drawing/2014/main" id="{2A4509B3-06BC-50CE-E45B-6AF3BBDFB98A}"/>
              </a:ext>
            </a:extLst>
          </p:cNvPr>
          <p:cNvSpPr/>
          <p:nvPr userDrawn="1"/>
        </p:nvSpPr>
        <p:spPr>
          <a:xfrm>
            <a:off x="438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pattern">
            <a:extLst>
              <a:ext uri="{FF2B5EF4-FFF2-40B4-BE49-F238E27FC236}">
                <a16:creationId xmlns:a16="http://schemas.microsoft.com/office/drawing/2014/main" id="{31AB96A9-AA3C-48DA-9555-CD4A460662DB}"/>
              </a:ext>
            </a:extLst>
          </p:cNvPr>
          <p:cNvSpPr/>
          <p:nvPr userDrawn="1"/>
        </p:nvSpPr>
        <p:spPr>
          <a:xfrm>
            <a:off x="628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pattern">
            <a:extLst>
              <a:ext uri="{FF2B5EF4-FFF2-40B4-BE49-F238E27FC236}">
                <a16:creationId xmlns:a16="http://schemas.microsoft.com/office/drawing/2014/main" id="{61B7E474-6224-669F-E370-2A73C2EC3FAC}"/>
              </a:ext>
            </a:extLst>
          </p:cNvPr>
          <p:cNvSpPr/>
          <p:nvPr userDrawn="1"/>
        </p:nvSpPr>
        <p:spPr>
          <a:xfrm>
            <a:off x="819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pattern">
            <a:extLst>
              <a:ext uri="{FF2B5EF4-FFF2-40B4-BE49-F238E27FC236}">
                <a16:creationId xmlns:a16="http://schemas.microsoft.com/office/drawing/2014/main" id="{92F0F832-BC49-3941-822C-2CADA5ECC9F9}"/>
              </a:ext>
            </a:extLst>
          </p:cNvPr>
          <p:cNvSpPr/>
          <p:nvPr userDrawn="1"/>
        </p:nvSpPr>
        <p:spPr>
          <a:xfrm>
            <a:off x="1009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pattern">
            <a:extLst>
              <a:ext uri="{FF2B5EF4-FFF2-40B4-BE49-F238E27FC236}">
                <a16:creationId xmlns:a16="http://schemas.microsoft.com/office/drawing/2014/main" id="{EE917BC8-6510-7B6C-FD20-C5CB3A7CF4AB}"/>
              </a:ext>
            </a:extLst>
          </p:cNvPr>
          <p:cNvSpPr/>
          <p:nvPr userDrawn="1"/>
        </p:nvSpPr>
        <p:spPr>
          <a:xfrm>
            <a:off x="1200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pattern">
            <a:extLst>
              <a:ext uri="{FF2B5EF4-FFF2-40B4-BE49-F238E27FC236}">
                <a16:creationId xmlns:a16="http://schemas.microsoft.com/office/drawing/2014/main" id="{72BEF777-472F-7115-2F42-9E84077540D3}"/>
              </a:ext>
            </a:extLst>
          </p:cNvPr>
          <p:cNvSpPr/>
          <p:nvPr userDrawn="1"/>
        </p:nvSpPr>
        <p:spPr>
          <a:xfrm>
            <a:off x="1390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pattern">
            <a:extLst>
              <a:ext uri="{FF2B5EF4-FFF2-40B4-BE49-F238E27FC236}">
                <a16:creationId xmlns:a16="http://schemas.microsoft.com/office/drawing/2014/main" id="{34B4CBE9-D83E-3F9B-D236-24DFB7D671F2}"/>
              </a:ext>
            </a:extLst>
          </p:cNvPr>
          <p:cNvSpPr/>
          <p:nvPr userDrawn="1"/>
        </p:nvSpPr>
        <p:spPr>
          <a:xfrm>
            <a:off x="1581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pattern">
            <a:extLst>
              <a:ext uri="{FF2B5EF4-FFF2-40B4-BE49-F238E27FC236}">
                <a16:creationId xmlns:a16="http://schemas.microsoft.com/office/drawing/2014/main" id="{48ADF610-6073-6903-5977-4FBE6251A551}"/>
              </a:ext>
            </a:extLst>
          </p:cNvPr>
          <p:cNvSpPr/>
          <p:nvPr userDrawn="1"/>
        </p:nvSpPr>
        <p:spPr>
          <a:xfrm>
            <a:off x="1771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pattern">
            <a:extLst>
              <a:ext uri="{FF2B5EF4-FFF2-40B4-BE49-F238E27FC236}">
                <a16:creationId xmlns:a16="http://schemas.microsoft.com/office/drawing/2014/main" id="{AC73D0FD-120A-9371-D326-BEA04D6F810F}"/>
              </a:ext>
            </a:extLst>
          </p:cNvPr>
          <p:cNvSpPr/>
          <p:nvPr userDrawn="1"/>
        </p:nvSpPr>
        <p:spPr>
          <a:xfrm>
            <a:off x="1962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pattern">
            <a:extLst>
              <a:ext uri="{FF2B5EF4-FFF2-40B4-BE49-F238E27FC236}">
                <a16:creationId xmlns:a16="http://schemas.microsoft.com/office/drawing/2014/main" id="{DB4BF420-0F9C-B929-2FD1-D248D8132817}"/>
              </a:ext>
            </a:extLst>
          </p:cNvPr>
          <p:cNvSpPr/>
          <p:nvPr userDrawn="1"/>
        </p:nvSpPr>
        <p:spPr>
          <a:xfrm>
            <a:off x="2152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pattern">
            <a:extLst>
              <a:ext uri="{FF2B5EF4-FFF2-40B4-BE49-F238E27FC236}">
                <a16:creationId xmlns:a16="http://schemas.microsoft.com/office/drawing/2014/main" id="{8215C3D7-E616-B09E-2AC9-5C7CB8CF75E8}"/>
              </a:ext>
            </a:extLst>
          </p:cNvPr>
          <p:cNvSpPr/>
          <p:nvPr userDrawn="1"/>
        </p:nvSpPr>
        <p:spPr>
          <a:xfrm>
            <a:off x="2343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pattern">
            <a:extLst>
              <a:ext uri="{FF2B5EF4-FFF2-40B4-BE49-F238E27FC236}">
                <a16:creationId xmlns:a16="http://schemas.microsoft.com/office/drawing/2014/main" id="{9B4290F4-8AC4-E974-2F22-613A77C393BD}"/>
              </a:ext>
            </a:extLst>
          </p:cNvPr>
          <p:cNvSpPr/>
          <p:nvPr userDrawn="1"/>
        </p:nvSpPr>
        <p:spPr>
          <a:xfrm>
            <a:off x="2533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pattern">
            <a:extLst>
              <a:ext uri="{FF2B5EF4-FFF2-40B4-BE49-F238E27FC236}">
                <a16:creationId xmlns:a16="http://schemas.microsoft.com/office/drawing/2014/main" id="{23430E72-59AE-3305-F42C-071A03153332}"/>
              </a:ext>
            </a:extLst>
          </p:cNvPr>
          <p:cNvSpPr/>
          <p:nvPr userDrawn="1"/>
        </p:nvSpPr>
        <p:spPr>
          <a:xfrm>
            <a:off x="2724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pattern">
            <a:extLst>
              <a:ext uri="{FF2B5EF4-FFF2-40B4-BE49-F238E27FC236}">
                <a16:creationId xmlns:a16="http://schemas.microsoft.com/office/drawing/2014/main" id="{04BF2D42-2C7E-48B4-6415-40B4ED11325E}"/>
              </a:ext>
            </a:extLst>
          </p:cNvPr>
          <p:cNvSpPr/>
          <p:nvPr userDrawn="1"/>
        </p:nvSpPr>
        <p:spPr>
          <a:xfrm>
            <a:off x="2914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pattern">
            <a:extLst>
              <a:ext uri="{FF2B5EF4-FFF2-40B4-BE49-F238E27FC236}">
                <a16:creationId xmlns:a16="http://schemas.microsoft.com/office/drawing/2014/main" id="{F94B58A3-44E4-8C69-F5D1-BB7C910C9752}"/>
              </a:ext>
            </a:extLst>
          </p:cNvPr>
          <p:cNvSpPr/>
          <p:nvPr userDrawn="1"/>
        </p:nvSpPr>
        <p:spPr>
          <a:xfrm>
            <a:off x="3105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pattern">
            <a:extLst>
              <a:ext uri="{FF2B5EF4-FFF2-40B4-BE49-F238E27FC236}">
                <a16:creationId xmlns:a16="http://schemas.microsoft.com/office/drawing/2014/main" id="{27A082AB-9DEB-26DA-7B15-806D96D5B007}"/>
              </a:ext>
            </a:extLst>
          </p:cNvPr>
          <p:cNvSpPr/>
          <p:nvPr userDrawn="1"/>
        </p:nvSpPr>
        <p:spPr>
          <a:xfrm>
            <a:off x="3295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pattern">
            <a:extLst>
              <a:ext uri="{FF2B5EF4-FFF2-40B4-BE49-F238E27FC236}">
                <a16:creationId xmlns:a16="http://schemas.microsoft.com/office/drawing/2014/main" id="{3971B339-2790-341C-EE6F-E2C6261AFEBA}"/>
              </a:ext>
            </a:extLst>
          </p:cNvPr>
          <p:cNvSpPr/>
          <p:nvPr userDrawn="1"/>
        </p:nvSpPr>
        <p:spPr>
          <a:xfrm>
            <a:off x="3486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pattern">
            <a:extLst>
              <a:ext uri="{FF2B5EF4-FFF2-40B4-BE49-F238E27FC236}">
                <a16:creationId xmlns:a16="http://schemas.microsoft.com/office/drawing/2014/main" id="{F6A25B6C-DB4F-B8D8-FE2D-592372A3994F}"/>
              </a:ext>
            </a:extLst>
          </p:cNvPr>
          <p:cNvSpPr/>
          <p:nvPr userDrawn="1"/>
        </p:nvSpPr>
        <p:spPr>
          <a:xfrm>
            <a:off x="3676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pattern">
            <a:extLst>
              <a:ext uri="{FF2B5EF4-FFF2-40B4-BE49-F238E27FC236}">
                <a16:creationId xmlns:a16="http://schemas.microsoft.com/office/drawing/2014/main" id="{0C415FCA-9F8A-FFEB-35D8-748C0AFB0B25}"/>
              </a:ext>
            </a:extLst>
          </p:cNvPr>
          <p:cNvSpPr/>
          <p:nvPr userDrawn="1"/>
        </p:nvSpPr>
        <p:spPr>
          <a:xfrm>
            <a:off x="3867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pattern">
            <a:extLst>
              <a:ext uri="{FF2B5EF4-FFF2-40B4-BE49-F238E27FC236}">
                <a16:creationId xmlns:a16="http://schemas.microsoft.com/office/drawing/2014/main" id="{890FB4EE-0E3F-1D58-2670-D5A15704BFE5}"/>
              </a:ext>
            </a:extLst>
          </p:cNvPr>
          <p:cNvSpPr/>
          <p:nvPr userDrawn="1"/>
        </p:nvSpPr>
        <p:spPr>
          <a:xfrm>
            <a:off x="4057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pattern">
            <a:extLst>
              <a:ext uri="{FF2B5EF4-FFF2-40B4-BE49-F238E27FC236}">
                <a16:creationId xmlns:a16="http://schemas.microsoft.com/office/drawing/2014/main" id="{F5494628-25E1-D4D8-5E4F-85B3801AD0E9}"/>
              </a:ext>
            </a:extLst>
          </p:cNvPr>
          <p:cNvSpPr/>
          <p:nvPr userDrawn="1"/>
        </p:nvSpPr>
        <p:spPr>
          <a:xfrm>
            <a:off x="4248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pattern">
            <a:extLst>
              <a:ext uri="{FF2B5EF4-FFF2-40B4-BE49-F238E27FC236}">
                <a16:creationId xmlns:a16="http://schemas.microsoft.com/office/drawing/2014/main" id="{5EF6B17C-43DB-BC97-BB43-033B14F40349}"/>
              </a:ext>
            </a:extLst>
          </p:cNvPr>
          <p:cNvSpPr/>
          <p:nvPr userDrawn="1"/>
        </p:nvSpPr>
        <p:spPr>
          <a:xfrm>
            <a:off x="4438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pattern">
            <a:extLst>
              <a:ext uri="{FF2B5EF4-FFF2-40B4-BE49-F238E27FC236}">
                <a16:creationId xmlns:a16="http://schemas.microsoft.com/office/drawing/2014/main" id="{2B5C3A20-2330-99F8-523F-B04E23264F11}"/>
              </a:ext>
            </a:extLst>
          </p:cNvPr>
          <p:cNvSpPr/>
          <p:nvPr userDrawn="1"/>
        </p:nvSpPr>
        <p:spPr>
          <a:xfrm>
            <a:off x="4629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pattern">
            <a:extLst>
              <a:ext uri="{FF2B5EF4-FFF2-40B4-BE49-F238E27FC236}">
                <a16:creationId xmlns:a16="http://schemas.microsoft.com/office/drawing/2014/main" id="{6525B3D5-8F46-3C2F-5E5A-A6E96C7CBAC5}"/>
              </a:ext>
            </a:extLst>
          </p:cNvPr>
          <p:cNvSpPr/>
          <p:nvPr userDrawn="1"/>
        </p:nvSpPr>
        <p:spPr>
          <a:xfrm>
            <a:off x="4819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pattern">
            <a:extLst>
              <a:ext uri="{FF2B5EF4-FFF2-40B4-BE49-F238E27FC236}">
                <a16:creationId xmlns:a16="http://schemas.microsoft.com/office/drawing/2014/main" id="{488FDFD7-B261-337F-53C2-BB0FAF1B2106}"/>
              </a:ext>
            </a:extLst>
          </p:cNvPr>
          <p:cNvSpPr/>
          <p:nvPr userDrawn="1"/>
        </p:nvSpPr>
        <p:spPr>
          <a:xfrm>
            <a:off x="5010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pattern">
            <a:extLst>
              <a:ext uri="{FF2B5EF4-FFF2-40B4-BE49-F238E27FC236}">
                <a16:creationId xmlns:a16="http://schemas.microsoft.com/office/drawing/2014/main" id="{AAFDEBA9-BE09-488B-553A-64C05EBF18BF}"/>
              </a:ext>
            </a:extLst>
          </p:cNvPr>
          <p:cNvSpPr/>
          <p:nvPr userDrawn="1"/>
        </p:nvSpPr>
        <p:spPr>
          <a:xfrm>
            <a:off x="5200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pattern">
            <a:extLst>
              <a:ext uri="{FF2B5EF4-FFF2-40B4-BE49-F238E27FC236}">
                <a16:creationId xmlns:a16="http://schemas.microsoft.com/office/drawing/2014/main" id="{B798CA99-80D8-B721-29DB-B0B79996E7BC}"/>
              </a:ext>
            </a:extLst>
          </p:cNvPr>
          <p:cNvSpPr/>
          <p:nvPr userDrawn="1"/>
        </p:nvSpPr>
        <p:spPr>
          <a:xfrm>
            <a:off x="5391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pattern">
            <a:extLst>
              <a:ext uri="{FF2B5EF4-FFF2-40B4-BE49-F238E27FC236}">
                <a16:creationId xmlns:a16="http://schemas.microsoft.com/office/drawing/2014/main" id="{42ED91E2-54BA-9026-6F35-EE893A2FBE89}"/>
              </a:ext>
            </a:extLst>
          </p:cNvPr>
          <p:cNvSpPr/>
          <p:nvPr userDrawn="1"/>
        </p:nvSpPr>
        <p:spPr>
          <a:xfrm>
            <a:off x="5581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pattern">
            <a:extLst>
              <a:ext uri="{FF2B5EF4-FFF2-40B4-BE49-F238E27FC236}">
                <a16:creationId xmlns:a16="http://schemas.microsoft.com/office/drawing/2014/main" id="{29A904A8-CA70-E30F-83C3-AC877536A055}"/>
              </a:ext>
            </a:extLst>
          </p:cNvPr>
          <p:cNvSpPr/>
          <p:nvPr userDrawn="1"/>
        </p:nvSpPr>
        <p:spPr>
          <a:xfrm>
            <a:off x="5772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pattern">
            <a:extLst>
              <a:ext uri="{FF2B5EF4-FFF2-40B4-BE49-F238E27FC236}">
                <a16:creationId xmlns:a16="http://schemas.microsoft.com/office/drawing/2014/main" id="{3E196439-0136-73A9-5902-E5457E768126}"/>
              </a:ext>
            </a:extLst>
          </p:cNvPr>
          <p:cNvSpPr/>
          <p:nvPr userDrawn="1"/>
        </p:nvSpPr>
        <p:spPr>
          <a:xfrm>
            <a:off x="5962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pattern">
            <a:extLst>
              <a:ext uri="{FF2B5EF4-FFF2-40B4-BE49-F238E27FC236}">
                <a16:creationId xmlns:a16="http://schemas.microsoft.com/office/drawing/2014/main" id="{BE2885A5-9081-E1A8-A51F-51D90565BD0E}"/>
              </a:ext>
            </a:extLst>
          </p:cNvPr>
          <p:cNvSpPr/>
          <p:nvPr userDrawn="1"/>
        </p:nvSpPr>
        <p:spPr>
          <a:xfrm>
            <a:off x="6153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pattern">
            <a:extLst>
              <a:ext uri="{FF2B5EF4-FFF2-40B4-BE49-F238E27FC236}">
                <a16:creationId xmlns:a16="http://schemas.microsoft.com/office/drawing/2014/main" id="{853CDD19-17B5-B161-997E-D6FCA6ADB71A}"/>
              </a:ext>
            </a:extLst>
          </p:cNvPr>
          <p:cNvSpPr/>
          <p:nvPr userDrawn="1"/>
        </p:nvSpPr>
        <p:spPr>
          <a:xfrm>
            <a:off x="6343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pattern">
            <a:extLst>
              <a:ext uri="{FF2B5EF4-FFF2-40B4-BE49-F238E27FC236}">
                <a16:creationId xmlns:a16="http://schemas.microsoft.com/office/drawing/2014/main" id="{754D836D-47D7-D3D4-5459-CA77A6BC3751}"/>
              </a:ext>
            </a:extLst>
          </p:cNvPr>
          <p:cNvSpPr/>
          <p:nvPr userDrawn="1"/>
        </p:nvSpPr>
        <p:spPr>
          <a:xfrm>
            <a:off x="6534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pattern">
            <a:extLst>
              <a:ext uri="{FF2B5EF4-FFF2-40B4-BE49-F238E27FC236}">
                <a16:creationId xmlns:a16="http://schemas.microsoft.com/office/drawing/2014/main" id="{6C614708-4369-8620-E416-DA8C2E92993B}"/>
              </a:ext>
            </a:extLst>
          </p:cNvPr>
          <p:cNvSpPr/>
          <p:nvPr userDrawn="1"/>
        </p:nvSpPr>
        <p:spPr>
          <a:xfrm>
            <a:off x="6724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pattern">
            <a:extLst>
              <a:ext uri="{FF2B5EF4-FFF2-40B4-BE49-F238E27FC236}">
                <a16:creationId xmlns:a16="http://schemas.microsoft.com/office/drawing/2014/main" id="{D4637C8E-FCE3-C181-A76F-2B1050625464}"/>
              </a:ext>
            </a:extLst>
          </p:cNvPr>
          <p:cNvSpPr/>
          <p:nvPr userDrawn="1"/>
        </p:nvSpPr>
        <p:spPr>
          <a:xfrm>
            <a:off x="6915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pattern">
            <a:extLst>
              <a:ext uri="{FF2B5EF4-FFF2-40B4-BE49-F238E27FC236}">
                <a16:creationId xmlns:a16="http://schemas.microsoft.com/office/drawing/2014/main" id="{175EE552-A1C1-6B88-5B07-4196A500A317}"/>
              </a:ext>
            </a:extLst>
          </p:cNvPr>
          <p:cNvSpPr/>
          <p:nvPr userDrawn="1"/>
        </p:nvSpPr>
        <p:spPr>
          <a:xfrm>
            <a:off x="7105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pattern">
            <a:extLst>
              <a:ext uri="{FF2B5EF4-FFF2-40B4-BE49-F238E27FC236}">
                <a16:creationId xmlns:a16="http://schemas.microsoft.com/office/drawing/2014/main" id="{C5984769-C1FF-488D-4DA9-3780D67DB716}"/>
              </a:ext>
            </a:extLst>
          </p:cNvPr>
          <p:cNvSpPr/>
          <p:nvPr userDrawn="1"/>
        </p:nvSpPr>
        <p:spPr>
          <a:xfrm>
            <a:off x="7296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pattern">
            <a:extLst>
              <a:ext uri="{FF2B5EF4-FFF2-40B4-BE49-F238E27FC236}">
                <a16:creationId xmlns:a16="http://schemas.microsoft.com/office/drawing/2014/main" id="{5AB23DB1-B603-8ED2-DFDC-0C41FF2426BE}"/>
              </a:ext>
            </a:extLst>
          </p:cNvPr>
          <p:cNvSpPr/>
          <p:nvPr userDrawn="1"/>
        </p:nvSpPr>
        <p:spPr>
          <a:xfrm>
            <a:off x="7486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pattern">
            <a:extLst>
              <a:ext uri="{FF2B5EF4-FFF2-40B4-BE49-F238E27FC236}">
                <a16:creationId xmlns:a16="http://schemas.microsoft.com/office/drawing/2014/main" id="{B329BDE9-778A-0A18-1967-27985A5E4960}"/>
              </a:ext>
            </a:extLst>
          </p:cNvPr>
          <p:cNvSpPr/>
          <p:nvPr userDrawn="1"/>
        </p:nvSpPr>
        <p:spPr>
          <a:xfrm>
            <a:off x="7677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pattern">
            <a:extLst>
              <a:ext uri="{FF2B5EF4-FFF2-40B4-BE49-F238E27FC236}">
                <a16:creationId xmlns:a16="http://schemas.microsoft.com/office/drawing/2014/main" id="{A7DCB7B2-B516-2EF2-9121-133FBCCCB3D2}"/>
              </a:ext>
            </a:extLst>
          </p:cNvPr>
          <p:cNvSpPr/>
          <p:nvPr userDrawn="1"/>
        </p:nvSpPr>
        <p:spPr>
          <a:xfrm>
            <a:off x="7867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pattern">
            <a:extLst>
              <a:ext uri="{FF2B5EF4-FFF2-40B4-BE49-F238E27FC236}">
                <a16:creationId xmlns:a16="http://schemas.microsoft.com/office/drawing/2014/main" id="{9A6D9824-A88A-9778-F401-15E3D2681B3F}"/>
              </a:ext>
            </a:extLst>
          </p:cNvPr>
          <p:cNvSpPr/>
          <p:nvPr userDrawn="1"/>
        </p:nvSpPr>
        <p:spPr>
          <a:xfrm>
            <a:off x="8058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pattern">
            <a:extLst>
              <a:ext uri="{FF2B5EF4-FFF2-40B4-BE49-F238E27FC236}">
                <a16:creationId xmlns:a16="http://schemas.microsoft.com/office/drawing/2014/main" id="{AC657B6B-9F50-9DD9-4BDF-5547FB746C17}"/>
              </a:ext>
            </a:extLst>
          </p:cNvPr>
          <p:cNvSpPr/>
          <p:nvPr userDrawn="1"/>
        </p:nvSpPr>
        <p:spPr>
          <a:xfrm>
            <a:off x="8248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pattern">
            <a:extLst>
              <a:ext uri="{FF2B5EF4-FFF2-40B4-BE49-F238E27FC236}">
                <a16:creationId xmlns:a16="http://schemas.microsoft.com/office/drawing/2014/main" id="{D62B2F4A-A7B8-7E85-5C3C-972AE943ED23}"/>
              </a:ext>
            </a:extLst>
          </p:cNvPr>
          <p:cNvSpPr/>
          <p:nvPr userDrawn="1"/>
        </p:nvSpPr>
        <p:spPr>
          <a:xfrm>
            <a:off x="8439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pattern">
            <a:extLst>
              <a:ext uri="{FF2B5EF4-FFF2-40B4-BE49-F238E27FC236}">
                <a16:creationId xmlns:a16="http://schemas.microsoft.com/office/drawing/2014/main" id="{6AA39709-315C-B16D-7D17-DF00E3181AB0}"/>
              </a:ext>
            </a:extLst>
          </p:cNvPr>
          <p:cNvSpPr/>
          <p:nvPr userDrawn="1"/>
        </p:nvSpPr>
        <p:spPr>
          <a:xfrm>
            <a:off x="8629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pattern">
            <a:extLst>
              <a:ext uri="{FF2B5EF4-FFF2-40B4-BE49-F238E27FC236}">
                <a16:creationId xmlns:a16="http://schemas.microsoft.com/office/drawing/2014/main" id="{9EB284C2-0859-E0F4-5437-C42F22F0029D}"/>
              </a:ext>
            </a:extLst>
          </p:cNvPr>
          <p:cNvSpPr/>
          <p:nvPr userDrawn="1"/>
        </p:nvSpPr>
        <p:spPr>
          <a:xfrm>
            <a:off x="8820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pattern">
            <a:extLst>
              <a:ext uri="{FF2B5EF4-FFF2-40B4-BE49-F238E27FC236}">
                <a16:creationId xmlns:a16="http://schemas.microsoft.com/office/drawing/2014/main" id="{4D9D65F0-587E-B5A5-1809-F921A1F7AA04}"/>
              </a:ext>
            </a:extLst>
          </p:cNvPr>
          <p:cNvSpPr/>
          <p:nvPr userDrawn="1"/>
        </p:nvSpPr>
        <p:spPr>
          <a:xfrm>
            <a:off x="9010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pattern">
            <a:extLst>
              <a:ext uri="{FF2B5EF4-FFF2-40B4-BE49-F238E27FC236}">
                <a16:creationId xmlns:a16="http://schemas.microsoft.com/office/drawing/2014/main" id="{C1CCFE3B-CF8D-4E0B-AF8B-5EA72FBEEE62}"/>
              </a:ext>
            </a:extLst>
          </p:cNvPr>
          <p:cNvSpPr/>
          <p:nvPr userDrawn="1"/>
        </p:nvSpPr>
        <p:spPr>
          <a:xfrm>
            <a:off x="9201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pattern">
            <a:extLst>
              <a:ext uri="{FF2B5EF4-FFF2-40B4-BE49-F238E27FC236}">
                <a16:creationId xmlns:a16="http://schemas.microsoft.com/office/drawing/2014/main" id="{BB38F073-3155-9827-161C-75A4D6D525AE}"/>
              </a:ext>
            </a:extLst>
          </p:cNvPr>
          <p:cNvSpPr/>
          <p:nvPr userDrawn="1"/>
        </p:nvSpPr>
        <p:spPr>
          <a:xfrm>
            <a:off x="9391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pattern">
            <a:extLst>
              <a:ext uri="{FF2B5EF4-FFF2-40B4-BE49-F238E27FC236}">
                <a16:creationId xmlns:a16="http://schemas.microsoft.com/office/drawing/2014/main" id="{FE07A7B9-9FF4-99E1-DF5D-EE7BE8FC65F5}"/>
              </a:ext>
            </a:extLst>
          </p:cNvPr>
          <p:cNvSpPr/>
          <p:nvPr userDrawn="1"/>
        </p:nvSpPr>
        <p:spPr>
          <a:xfrm>
            <a:off x="9582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pattern">
            <a:extLst>
              <a:ext uri="{FF2B5EF4-FFF2-40B4-BE49-F238E27FC236}">
                <a16:creationId xmlns:a16="http://schemas.microsoft.com/office/drawing/2014/main" id="{09644CDA-259E-E720-0DC4-1AFEE743C680}"/>
              </a:ext>
            </a:extLst>
          </p:cNvPr>
          <p:cNvSpPr/>
          <p:nvPr userDrawn="1"/>
        </p:nvSpPr>
        <p:spPr>
          <a:xfrm>
            <a:off x="9772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pattern">
            <a:extLst>
              <a:ext uri="{FF2B5EF4-FFF2-40B4-BE49-F238E27FC236}">
                <a16:creationId xmlns:a16="http://schemas.microsoft.com/office/drawing/2014/main" id="{9F5198D2-4243-8E15-9D18-F190C84850C9}"/>
              </a:ext>
            </a:extLst>
          </p:cNvPr>
          <p:cNvSpPr/>
          <p:nvPr userDrawn="1"/>
        </p:nvSpPr>
        <p:spPr>
          <a:xfrm>
            <a:off x="9963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pattern">
            <a:extLst>
              <a:ext uri="{FF2B5EF4-FFF2-40B4-BE49-F238E27FC236}">
                <a16:creationId xmlns:a16="http://schemas.microsoft.com/office/drawing/2014/main" id="{D8966DA5-1914-4A0C-1B17-D626E73EEC8F}"/>
              </a:ext>
            </a:extLst>
          </p:cNvPr>
          <p:cNvSpPr/>
          <p:nvPr userDrawn="1"/>
        </p:nvSpPr>
        <p:spPr>
          <a:xfrm>
            <a:off x="10153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pattern">
            <a:extLst>
              <a:ext uri="{FF2B5EF4-FFF2-40B4-BE49-F238E27FC236}">
                <a16:creationId xmlns:a16="http://schemas.microsoft.com/office/drawing/2014/main" id="{B535119A-F1F9-5F72-A727-69108C5950D1}"/>
              </a:ext>
            </a:extLst>
          </p:cNvPr>
          <p:cNvSpPr/>
          <p:nvPr userDrawn="1"/>
        </p:nvSpPr>
        <p:spPr>
          <a:xfrm>
            <a:off x="10344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pattern">
            <a:extLst>
              <a:ext uri="{FF2B5EF4-FFF2-40B4-BE49-F238E27FC236}">
                <a16:creationId xmlns:a16="http://schemas.microsoft.com/office/drawing/2014/main" id="{A3AF5EA3-EC42-F7A8-F5EF-AB0B22CC29CB}"/>
              </a:ext>
            </a:extLst>
          </p:cNvPr>
          <p:cNvSpPr/>
          <p:nvPr userDrawn="1"/>
        </p:nvSpPr>
        <p:spPr>
          <a:xfrm>
            <a:off x="10534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pattern">
            <a:extLst>
              <a:ext uri="{FF2B5EF4-FFF2-40B4-BE49-F238E27FC236}">
                <a16:creationId xmlns:a16="http://schemas.microsoft.com/office/drawing/2014/main" id="{2D8740A3-2595-9F84-737A-4477BD63C900}"/>
              </a:ext>
            </a:extLst>
          </p:cNvPr>
          <p:cNvSpPr/>
          <p:nvPr userDrawn="1"/>
        </p:nvSpPr>
        <p:spPr>
          <a:xfrm>
            <a:off x="10725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pattern">
            <a:extLst>
              <a:ext uri="{FF2B5EF4-FFF2-40B4-BE49-F238E27FC236}">
                <a16:creationId xmlns:a16="http://schemas.microsoft.com/office/drawing/2014/main" id="{79D1F6E5-FDC0-55B1-1E7A-A12CDE6611E1}"/>
              </a:ext>
            </a:extLst>
          </p:cNvPr>
          <p:cNvSpPr/>
          <p:nvPr userDrawn="1"/>
        </p:nvSpPr>
        <p:spPr>
          <a:xfrm>
            <a:off x="10915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pattern">
            <a:extLst>
              <a:ext uri="{FF2B5EF4-FFF2-40B4-BE49-F238E27FC236}">
                <a16:creationId xmlns:a16="http://schemas.microsoft.com/office/drawing/2014/main" id="{040E9217-3ACA-B981-3C2E-DD41746B7F64}"/>
              </a:ext>
            </a:extLst>
          </p:cNvPr>
          <p:cNvSpPr/>
          <p:nvPr userDrawn="1"/>
        </p:nvSpPr>
        <p:spPr>
          <a:xfrm>
            <a:off x="11106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pattern">
            <a:extLst>
              <a:ext uri="{FF2B5EF4-FFF2-40B4-BE49-F238E27FC236}">
                <a16:creationId xmlns:a16="http://schemas.microsoft.com/office/drawing/2014/main" id="{B2675922-C1A3-CD1D-45B7-83416A552D13}"/>
              </a:ext>
            </a:extLst>
          </p:cNvPr>
          <p:cNvSpPr/>
          <p:nvPr userDrawn="1"/>
        </p:nvSpPr>
        <p:spPr>
          <a:xfrm>
            <a:off x="11296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pattern">
            <a:extLst>
              <a:ext uri="{FF2B5EF4-FFF2-40B4-BE49-F238E27FC236}">
                <a16:creationId xmlns:a16="http://schemas.microsoft.com/office/drawing/2014/main" id="{3FA5307D-7082-B713-FDAC-D4453DBCCDE8}"/>
              </a:ext>
            </a:extLst>
          </p:cNvPr>
          <p:cNvSpPr/>
          <p:nvPr userDrawn="1"/>
        </p:nvSpPr>
        <p:spPr>
          <a:xfrm>
            <a:off x="11487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pattern">
            <a:extLst>
              <a:ext uri="{FF2B5EF4-FFF2-40B4-BE49-F238E27FC236}">
                <a16:creationId xmlns:a16="http://schemas.microsoft.com/office/drawing/2014/main" id="{BA4B5286-5DB5-B7B0-285A-102794A1792E}"/>
              </a:ext>
            </a:extLst>
          </p:cNvPr>
          <p:cNvSpPr/>
          <p:nvPr userDrawn="1"/>
        </p:nvSpPr>
        <p:spPr>
          <a:xfrm>
            <a:off x="11677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pattern">
            <a:extLst>
              <a:ext uri="{FF2B5EF4-FFF2-40B4-BE49-F238E27FC236}">
                <a16:creationId xmlns:a16="http://schemas.microsoft.com/office/drawing/2014/main" id="{1D6250CE-89D7-49F8-B6E1-084C78A99F67}"/>
              </a:ext>
            </a:extLst>
          </p:cNvPr>
          <p:cNvSpPr/>
          <p:nvPr userDrawn="1"/>
        </p:nvSpPr>
        <p:spPr>
          <a:xfrm>
            <a:off x="11868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pattern">
            <a:extLst>
              <a:ext uri="{FF2B5EF4-FFF2-40B4-BE49-F238E27FC236}">
                <a16:creationId xmlns:a16="http://schemas.microsoft.com/office/drawing/2014/main" id="{89D4C97E-3127-AD40-3EF3-9ADE47D7C448}"/>
              </a:ext>
            </a:extLst>
          </p:cNvPr>
          <p:cNvSpPr/>
          <p:nvPr userDrawn="1"/>
        </p:nvSpPr>
        <p:spPr>
          <a:xfrm>
            <a:off x="12058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pattern">
            <a:extLst>
              <a:ext uri="{FF2B5EF4-FFF2-40B4-BE49-F238E27FC236}">
                <a16:creationId xmlns:a16="http://schemas.microsoft.com/office/drawing/2014/main" id="{26B25DAC-849F-80C4-E705-BA021B134989}"/>
              </a:ext>
            </a:extLst>
          </p:cNvPr>
          <p:cNvSpPr/>
          <p:nvPr userDrawn="1"/>
        </p:nvSpPr>
        <p:spPr>
          <a:xfrm>
            <a:off x="12249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81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3123F04F-DBAD-2C28-1FB2-B6310085C65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454AF5FF-AFD7-1C41-F515-45E2A2E3B6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D3C3886A-4EA9-E75E-49CC-754D61C58E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7B8F1436-F69F-D5B0-C1A0-198902122A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755004A5-4069-58F4-73EF-F23B4AB6A6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12EB7C71-D724-2679-C09D-62FB883DA4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6F5A750D-8FC3-FC45-3CE5-136DB956F8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A58DAB2F-1C07-881F-5A0B-C7FF9D7F17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2B0404C3-73A0-CC13-92EC-D39F7F11919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270062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537E9479-C991-B461-88B9-5F81B69F824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source">
            <a:extLst>
              <a:ext uri="{FF2B5EF4-FFF2-40B4-BE49-F238E27FC236}">
                <a16:creationId xmlns:a16="http://schemas.microsoft.com/office/drawing/2014/main" id="{F2531963-BB7E-5323-F900-D631293300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91762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3C6F2B22-774A-66DB-F3E5-15CC5FFFCAF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223514" y="2498833"/>
            <a:ext cx="4361571" cy="371676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A7A1503D-C9B9-9A77-61FD-EC8F05C240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3515" y="2870510"/>
            <a:ext cx="4361571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AC30F824-C22D-D5F6-0250-A10EF402DB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3245" y="2498833"/>
            <a:ext cx="4361571" cy="3716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23E5396E-215C-1ADE-46E5-82485751AB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3245" y="2870510"/>
            <a:ext cx="4361571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8751D992-CA5A-198E-25EB-37CCE39AFC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23515" y="4401030"/>
            <a:ext cx="4361571" cy="3716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E9839E00-A511-0A5F-A312-04806BC8BE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3515" y="4772706"/>
            <a:ext cx="4361571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5DB16EF9-4712-F382-27E5-BBBB630B8F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3245" y="4401030"/>
            <a:ext cx="4361571" cy="3716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594A3132-017A-9640-BDAA-7310D60DE9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245" y="4772706"/>
            <a:ext cx="4361571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BF3DBF45-F71B-A3B2-A759-3FF4A17574D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039035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hero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AA541402-2A53-135B-55CF-9716D4AA48B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44975" y="2824734"/>
            <a:ext cx="3499226" cy="251409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37987255-0595-E36D-F624-0FE86C97DC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2286000"/>
            <a:ext cx="5832044" cy="23088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6AD41F42-2369-3C5A-58B6-1E4FB8AAAB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4594860"/>
            <a:ext cx="5832044" cy="12827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C2D71C7A-6281-F0D2-F7E2-C6F2678770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349865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C61F2F1A-B553-1E26-9097-71C20C36591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8F403F2D-DE22-4DD7-2DD7-C73B900647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3515" y="2498833"/>
            <a:ext cx="4461265" cy="152726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8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6967F372-963E-571E-6FFE-989A0CCEF0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23515" y="4026101"/>
            <a:ext cx="4461265" cy="84848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048441CC-DCE9-E3B1-3970-51967E71A6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2937" y="2498833"/>
            <a:ext cx="4261878" cy="55840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CAD0599C-08EB-E577-F74F-E65DD3B434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2937" y="3057236"/>
            <a:ext cx="4261878" cy="31022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kpi_value_3">
            <a:extLst>
              <a:ext uri="{FF2B5EF4-FFF2-40B4-BE49-F238E27FC236}">
                <a16:creationId xmlns:a16="http://schemas.microsoft.com/office/drawing/2014/main" id="{8BB2FB96-9A52-A76D-9A16-A4D223A702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82937" y="4005958"/>
            <a:ext cx="1831860" cy="55840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2" name="kpi_label_3">
            <a:extLst>
              <a:ext uri="{FF2B5EF4-FFF2-40B4-BE49-F238E27FC236}">
                <a16:creationId xmlns:a16="http://schemas.microsoft.com/office/drawing/2014/main" id="{54F5FAF2-FCB4-3BCA-1C6C-F0283285B9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82937" y="4564361"/>
            <a:ext cx="1831860" cy="31022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3" name="kpi_value_4">
            <a:extLst>
              <a:ext uri="{FF2B5EF4-FFF2-40B4-BE49-F238E27FC236}">
                <a16:creationId xmlns:a16="http://schemas.microsoft.com/office/drawing/2014/main" id="{B029E5A3-5BC1-CA3B-60FB-8D102E2E05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12955" y="4005958"/>
            <a:ext cx="1831860" cy="55840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4" name="kpi_label_4">
            <a:extLst>
              <a:ext uri="{FF2B5EF4-FFF2-40B4-BE49-F238E27FC236}">
                <a16:creationId xmlns:a16="http://schemas.microsoft.com/office/drawing/2014/main" id="{B48AAE71-3870-3E5A-6B2B-472DA8B6FB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12955" y="4564361"/>
            <a:ext cx="1831860" cy="31022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F3FFA2E1-68C1-D17F-BD55-E2C0754D13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889479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BAD2FB91-AA84-03CA-2604-FFABF3B6AFB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5872BBAB-FAEF-960E-BE29-34B9561182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3515" y="2498833"/>
            <a:ext cx="4361571" cy="115577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84F4B29C-97C1-FA83-FBDE-C6BB112055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23515" y="3654605"/>
            <a:ext cx="4361571" cy="6420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26057D04-5881-EE49-E010-3875E232B1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3245" y="2498833"/>
            <a:ext cx="4361571" cy="115577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73E6F1F6-C4FC-6623-F83F-3CDE1A76F3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3245" y="3654605"/>
            <a:ext cx="4361571" cy="6420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9DCDBD28-9A0E-8609-6118-015D764718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1858257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F28EF123-67D8-F20C-F4E6-DFC6C1DB8CD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342D7D4A-384D-C093-2467-B7018198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8744" y="2419022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24B6EF14-71F1-7878-31E5-C26B4E59A2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0857" y="2419022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CEECE2F0-7006-DD76-A236-C6641692AE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8744" y="315263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0C0DDF2A-F1B5-35CF-01A3-DBF9413950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0857" y="315263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kpi_value_3">
            <a:extLst>
              <a:ext uri="{FF2B5EF4-FFF2-40B4-BE49-F238E27FC236}">
                <a16:creationId xmlns:a16="http://schemas.microsoft.com/office/drawing/2014/main" id="{64DC19BF-BA6F-33F6-5DBE-045F3F8FB3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744" y="388624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2" name="kpi_label_3">
            <a:extLst>
              <a:ext uri="{FF2B5EF4-FFF2-40B4-BE49-F238E27FC236}">
                <a16:creationId xmlns:a16="http://schemas.microsoft.com/office/drawing/2014/main" id="{011DB25E-0122-9C78-2ABB-34B85C9E88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0857" y="388624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3" name="kpi_value_4">
            <a:extLst>
              <a:ext uri="{FF2B5EF4-FFF2-40B4-BE49-F238E27FC236}">
                <a16:creationId xmlns:a16="http://schemas.microsoft.com/office/drawing/2014/main" id="{4AC2D064-0A0B-7EDB-5452-7087C320C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8744" y="4619850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4" name="kpi_label_4">
            <a:extLst>
              <a:ext uri="{FF2B5EF4-FFF2-40B4-BE49-F238E27FC236}">
                <a16:creationId xmlns:a16="http://schemas.microsoft.com/office/drawing/2014/main" id="{5A8060D5-9D25-41BF-C9A7-3AC3D13E68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0857" y="4619850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11A102C9-2042-DC4E-A090-E0A5E312BE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8651791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marker_1">
            <a:extLst>
              <a:ext uri="{FF2B5EF4-FFF2-40B4-BE49-F238E27FC236}">
                <a16:creationId xmlns:a16="http://schemas.microsoft.com/office/drawing/2014/main" id="{221065D5-9C6A-1DFF-EF94-609983D241B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223514" y="2498834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E982581C-036A-5018-72AD-C9769D9D99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71519" y="2498833"/>
            <a:ext cx="8673296" cy="3716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7D95540D-AD73-1D7D-9A5E-A15D2314DC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71519" y="2870510"/>
            <a:ext cx="8673296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marker_2">
            <a:extLst>
              <a:ext uri="{FF2B5EF4-FFF2-40B4-BE49-F238E27FC236}">
                <a16:creationId xmlns:a16="http://schemas.microsoft.com/office/drawing/2014/main" id="{80BC64D5-0717-CEA4-1BF6-BDCEF0512B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3514" y="4401031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64547FEB-60A4-5985-9B43-B03DD34C16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71519" y="4401030"/>
            <a:ext cx="8673296" cy="3716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818A896B-4577-A36D-07A7-1F6429B57A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71519" y="4772706"/>
            <a:ext cx="8673296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B6A1397F-A2C9-245C-494D-2BEA3AAD54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649335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FFD82758-42C2-C072-899A-E85117BEC6D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223514" y="2498833"/>
            <a:ext cx="4361571" cy="371676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ABA06CA9-5D5A-B624-F917-2719345388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3515" y="2870510"/>
            <a:ext cx="4361571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B5AD2B33-663E-0063-3A2E-9516514A2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3245" y="2498833"/>
            <a:ext cx="4361571" cy="3716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70653820-669D-ECA2-9CB1-2267EE5285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3245" y="2870510"/>
            <a:ext cx="4361571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6EF3FF76-9A46-8D1A-A174-3A4401CE09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23515" y="4401030"/>
            <a:ext cx="4361571" cy="3716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1BC629BD-988F-6A9F-5F9A-5F01E5A4DE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3515" y="4772706"/>
            <a:ext cx="4361571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C4E2B962-28D0-4574-4438-42485078BF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3245" y="4401030"/>
            <a:ext cx="4361571" cy="3716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78103F52-FA68-B9F7-EB02-B2CAB2E315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245" y="4772706"/>
            <a:ext cx="4361571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5E743CA2-9DE7-3795-9FAF-E36504961B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138895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D9F340D5-866C-1245-C88B-02CDA5C76F5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664060"/>
            <a:ext cx="2280479" cy="945147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30B94C1E-CC97-480F-DF5B-D6F30038F5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9" y="3609206"/>
            <a:ext cx="2280479" cy="226835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9CC4CE93-C2D7-B748-A8D0-63A2FC02B7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3994" y="2664060"/>
            <a:ext cx="2280479" cy="9451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F25F85DC-5D80-3BA3-35D8-BB4E7A2062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03994" y="3609206"/>
            <a:ext cx="2280479" cy="226835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A30DEE7A-29F2-052E-E7EE-51B383AE5C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83859" y="2664060"/>
            <a:ext cx="2280479" cy="9451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5EACEE52-9712-2F0E-7A1A-A9ADFA370C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3859" y="3609206"/>
            <a:ext cx="2280479" cy="226835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805FAF83-8DAB-6BDF-5171-B82D46204D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63724" y="2664060"/>
            <a:ext cx="2280479" cy="9451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A269FFCC-8739-B368-968F-6263528221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63724" y="3609206"/>
            <a:ext cx="2280479" cy="226835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36659641-1E7E-613A-CFBB-FCA676889C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9548654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pi_value_1">
            <a:extLst>
              <a:ext uri="{FF2B5EF4-FFF2-40B4-BE49-F238E27FC236}">
                <a16:creationId xmlns:a16="http://schemas.microsoft.com/office/drawing/2014/main" id="{7F8763DB-A782-00C1-3E6F-0F69A7A3168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223514" y="2498833"/>
            <a:ext cx="4655666" cy="1962854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7" name="kpi_label_1">
            <a:extLst>
              <a:ext uri="{FF2B5EF4-FFF2-40B4-BE49-F238E27FC236}">
                <a16:creationId xmlns:a16="http://schemas.microsoft.com/office/drawing/2014/main" id="{B614653E-C395-48F2-0E5D-3AED819BF9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3514" y="4525005"/>
            <a:ext cx="4655666" cy="113972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8" name="quote">
            <a:extLst>
              <a:ext uri="{FF2B5EF4-FFF2-40B4-BE49-F238E27FC236}">
                <a16:creationId xmlns:a16="http://schemas.microsoft.com/office/drawing/2014/main" id="{0D45005F-E811-81B5-DEBF-26A4B34767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23514" y="2498834"/>
            <a:ext cx="4655666" cy="246939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9" name="attribution">
            <a:extLst>
              <a:ext uri="{FF2B5EF4-FFF2-40B4-BE49-F238E27FC236}">
                <a16:creationId xmlns:a16="http://schemas.microsoft.com/office/drawing/2014/main" id="{A084AF36-C362-D6A2-BD60-A06568E6AA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3514" y="5031549"/>
            <a:ext cx="4655666" cy="6331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1EB37F1A-F9BB-E282-A0F7-B4A04034F0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A67BE727-1617-2663-2D4F-175FF5EE87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2234D804-8F58-CBB0-85A9-7E0936779E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1556278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2FF5B047-53C2-BB63-A355-75259AF8811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223514" y="2498834"/>
            <a:ext cx="2708328" cy="93114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0E7FE1F3-444B-19DC-93C8-68F678101B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3514" y="3429978"/>
            <a:ext cx="2708328" cy="22347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161BCA2E-95D8-BB90-6841-66AA21935B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30001" y="2498834"/>
            <a:ext cx="2708328" cy="93114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9EF3A0F4-D1B4-603A-8831-9679AF527A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0001" y="3429978"/>
            <a:ext cx="2708328" cy="22347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FD7AF893-2AE4-4AE3-F659-3A4BBEC71D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36487" y="2498834"/>
            <a:ext cx="2708328" cy="93114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DCEEBFD0-1FEB-15FD-D013-B53E4FE6C2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36487" y="3429978"/>
            <a:ext cx="2708328" cy="22347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30DAF465-EE18-C408-ABE9-163107A947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615001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marker_1">
            <a:extLst>
              <a:ext uri="{FF2B5EF4-FFF2-40B4-BE49-F238E27FC236}">
                <a16:creationId xmlns:a16="http://schemas.microsoft.com/office/drawing/2014/main" id="{29A90BE6-DA00-E85D-B889-8DFB52B85E5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223514" y="2498834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F831D5CE-6E26-4158-6041-F89F24973B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71519" y="2498833"/>
            <a:ext cx="8673296" cy="3716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8CD71FEB-6156-5BEB-5783-D30E0AB01D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71519" y="2870510"/>
            <a:ext cx="8673296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marker_2">
            <a:extLst>
              <a:ext uri="{FF2B5EF4-FFF2-40B4-BE49-F238E27FC236}">
                <a16:creationId xmlns:a16="http://schemas.microsoft.com/office/drawing/2014/main" id="{0466A885-8444-F749-25A2-C4F48F7A99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3514" y="4401031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BA091385-8656-7EFD-A619-C64401A3E0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71519" y="4401030"/>
            <a:ext cx="8673296" cy="3716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FCBF1ADC-6654-A6C7-1AE4-028398F290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71519" y="4772706"/>
            <a:ext cx="8673296" cy="8920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13F9E830-1996-FF7C-B560-BEECF7B4CE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3037415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pi_value_1">
            <a:extLst>
              <a:ext uri="{FF2B5EF4-FFF2-40B4-BE49-F238E27FC236}">
                <a16:creationId xmlns:a16="http://schemas.microsoft.com/office/drawing/2014/main" id="{2834DB78-49AB-FE63-B2EC-D1E97A68BF4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223514" y="2498833"/>
            <a:ext cx="4655666" cy="1962854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7" name="kpi_label_1">
            <a:extLst>
              <a:ext uri="{FF2B5EF4-FFF2-40B4-BE49-F238E27FC236}">
                <a16:creationId xmlns:a16="http://schemas.microsoft.com/office/drawing/2014/main" id="{CCE10386-0A58-E7B5-6C97-E296F203C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3514" y="4525005"/>
            <a:ext cx="4655666" cy="113972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8" name="quote">
            <a:extLst>
              <a:ext uri="{FF2B5EF4-FFF2-40B4-BE49-F238E27FC236}">
                <a16:creationId xmlns:a16="http://schemas.microsoft.com/office/drawing/2014/main" id="{5FE502C1-F9E5-F22E-F297-A4D41442C3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23514" y="2498834"/>
            <a:ext cx="4655666" cy="246939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9" name="attribution">
            <a:extLst>
              <a:ext uri="{FF2B5EF4-FFF2-40B4-BE49-F238E27FC236}">
                <a16:creationId xmlns:a16="http://schemas.microsoft.com/office/drawing/2014/main" id="{1AB4A05E-1B61-9A03-B380-189A339E0C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3514" y="5031549"/>
            <a:ext cx="4655666" cy="6331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48FC4FC5-C187-376A-69F0-17A396266E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05645A17-A014-086F-7324-EA600B8CB7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DEAB3EC7-307D-392E-EC5C-9934F74A3E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5208174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marker_1">
            <a:extLst>
              <a:ext uri="{FF2B5EF4-FFF2-40B4-BE49-F238E27FC236}">
                <a16:creationId xmlns:a16="http://schemas.microsoft.com/office/drawing/2014/main" id="{5BFB0CC7-3088-6914-F2DF-BCD64B78A01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C9C8BF9B-2875-9819-0C62-101BC4855F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6749" y="241902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marker_2">
            <a:extLst>
              <a:ext uri="{FF2B5EF4-FFF2-40B4-BE49-F238E27FC236}">
                <a16:creationId xmlns:a16="http://schemas.microsoft.com/office/drawing/2014/main" id="{DC6DC340-B864-EBA0-B8DC-EE02A3CBE8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52637F37-364C-1FFF-4F65-ED326D4A3A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6749" y="335016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marker_3">
            <a:extLst>
              <a:ext uri="{FF2B5EF4-FFF2-40B4-BE49-F238E27FC236}">
                <a16:creationId xmlns:a16="http://schemas.microsoft.com/office/drawing/2014/main" id="{3906C4D6-203D-0F61-B9DE-591AFDDF7D2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marker_3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3D8163CB-CC69-EF51-584D-F1C51F2332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6749" y="428131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marker_4">
            <a:extLst>
              <a:ext uri="{FF2B5EF4-FFF2-40B4-BE49-F238E27FC236}">
                <a16:creationId xmlns:a16="http://schemas.microsoft.com/office/drawing/2014/main" id="{5353E147-2697-0B91-CDA9-885367A0EC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marker_4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62DDBC64-5146-4937-44F5-3399F916A1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96749" y="521245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73259261-8099-894E-4838-46DD2B602B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8530202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ecisions_title">
            <a:extLst>
              <a:ext uri="{FF2B5EF4-FFF2-40B4-BE49-F238E27FC236}">
                <a16:creationId xmlns:a16="http://schemas.microsoft.com/office/drawing/2014/main" id="{120FF6D2-0353-7D1F-67BA-15C98C9FA2E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223514" y="4869263"/>
            <a:ext cx="2128447" cy="795464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decisions_title</a:t>
            </a:r>
          </a:p>
        </p:txBody>
      </p:sp>
      <p:sp>
        <p:nvSpPr>
          <p:cNvPr id="7" name="decisions">
            <a:extLst>
              <a:ext uri="{FF2B5EF4-FFF2-40B4-BE49-F238E27FC236}">
                <a16:creationId xmlns:a16="http://schemas.microsoft.com/office/drawing/2014/main" id="{8C0C8D7D-3973-4B62-955D-4FCD95B3A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7935" y="4869263"/>
            <a:ext cx="6696881" cy="79546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decisions</a:t>
            </a:r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D1915385-600F-E6BC-D467-8E82A86CBD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23514" y="2498834"/>
            <a:ext cx="2708328" cy="50860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834ED53F-3E32-2894-B604-8C9CA593C5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3514" y="3007443"/>
            <a:ext cx="2708328" cy="122066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B7504EEE-7836-ABA4-4ACA-0B3B88C935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30001" y="2498834"/>
            <a:ext cx="2708328" cy="50860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C33D4015-7BDB-5BD7-A7C6-4D94C0C2F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30001" y="3007443"/>
            <a:ext cx="2708328" cy="122066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216818D1-54D8-8B06-523B-84E63A4BCD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36487" y="2498834"/>
            <a:ext cx="2708328" cy="50860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B5B3CC8A-4CDF-7DBC-E2DC-B88751F139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36487" y="3007443"/>
            <a:ext cx="2708328" cy="122066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0DD8D4E0-D828-62CC-14DA-96BAA04952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909271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AA401AF-96B9-4795-80AC-645028D1490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B0BFBF9-3444-4A23-A691-88293893E3E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029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Segoe UI" panose="020B05020402040202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Bahnschrift SemiBold" panose="020B06060201040202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integral-dark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Bahnschrift SemiBold</vt:lpstr>
      <vt:lpstr>Segoe UI</vt:lpstr>
      <vt:lpstr>Wingdings 3</vt:lpstr>
      <vt:lpstr>Integral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2026-10-03T16:18:17Z</dcterms:created>
  <dcterms:modified xsi:type="dcterms:W3CDTF">2026-10-03T16:18:44Z</dcterms:modified>
</cp:coreProperties>
</file>