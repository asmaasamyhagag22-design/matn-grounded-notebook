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62809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024128" y="3814877"/>
            <a:ext cx="9720073" cy="1448410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CA9A3798-6EF3-B6C1-EC39-85E6AF3D9B8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4572000" cy="144841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771D1D8F-74BC-E1E6-6785-49F175EB9B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9" y="5343754"/>
            <a:ext cx="9720073" cy="9656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262775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935D8A7-E4B5-E3CB-B297-D292E923EB1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2527219" cy="7901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6B0B7F75-27D6-0059-0148-57A3E61EFC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2949" y="2286001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817F8B86-3AFA-E39A-F240-807BA3CFD6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9" y="3219807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5BD67327-3A41-1294-5A5B-5439E75B41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2949" y="3219807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6353BE6-C913-04B5-CE24-1A69595A1DD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4153612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D749BC7-2AD1-BD78-158A-E6B401CF43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42949" y="4153612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421A4C1-F84A-7631-BAF1-265BBB2841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9" y="5087418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C2DB3466-7435-CA5E-45D2-34BFBB487F8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42949" y="5087418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A16C833-1DEA-9AA7-CA62-94407F320D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4223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B1CB8766-C0F5-8DD0-AF27-D5E748737767}"/>
              </a:ext>
            </a:extLst>
          </p:cNvPr>
          <p:cNvSpPr/>
          <p:nvPr userDrawn="1"/>
        </p:nvSpPr>
        <p:spPr>
          <a:xfrm>
            <a:off x="1024128" y="2286000"/>
            <a:ext cx="471423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C15A1D28-C9DD-EA00-C1FB-6EDCCDEA5141}"/>
              </a:ext>
            </a:extLst>
          </p:cNvPr>
          <p:cNvSpPr/>
          <p:nvPr userDrawn="1"/>
        </p:nvSpPr>
        <p:spPr>
          <a:xfrm>
            <a:off x="6029966" y="2286000"/>
            <a:ext cx="471423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668E5AD-7B96-ECAE-A0D0-75B0F36AD5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15730" y="2429662"/>
            <a:ext cx="4131031" cy="1436624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3C96EDE-0D14-E98D-C659-F98906EA3E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5731" y="3938118"/>
            <a:ext cx="4131031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3574B81A-DCB2-7C57-9FFB-B36BD9C1F0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21569" y="2429662"/>
            <a:ext cx="4131031" cy="1436624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CFDFA85D-176D-B37D-8BDF-04A02934A2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21569" y="3938118"/>
            <a:ext cx="4131031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5D53C061-8268-9BF3-2874-E0705D07DD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5015585"/>
            <a:ext cx="9720073" cy="861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AC714C8C-CF28-2E57-871B-DC99D1207A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69455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E44BADF2-1693-DC18-4000-7CBCD76E3E2F}"/>
              </a:ext>
            </a:extLst>
          </p:cNvPr>
          <p:cNvSpPr/>
          <p:nvPr userDrawn="1"/>
        </p:nvSpPr>
        <p:spPr>
          <a:xfrm>
            <a:off x="1024128" y="2286000"/>
            <a:ext cx="2284217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A33C433D-098E-6649-16F7-3ED6A926BD43}"/>
              </a:ext>
            </a:extLst>
          </p:cNvPr>
          <p:cNvSpPr/>
          <p:nvPr userDrawn="1"/>
        </p:nvSpPr>
        <p:spPr>
          <a:xfrm>
            <a:off x="3502747" y="2286000"/>
            <a:ext cx="2284217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7A940E03-82C4-5BDA-9CAD-89AAA9AE5689}"/>
              </a:ext>
            </a:extLst>
          </p:cNvPr>
          <p:cNvSpPr/>
          <p:nvPr userDrawn="1"/>
        </p:nvSpPr>
        <p:spPr>
          <a:xfrm>
            <a:off x="5981366" y="2286000"/>
            <a:ext cx="228421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36963030-10D8-5DCA-8DB8-0A408090D0DB}"/>
              </a:ext>
            </a:extLst>
          </p:cNvPr>
          <p:cNvSpPr/>
          <p:nvPr userDrawn="1"/>
        </p:nvSpPr>
        <p:spPr>
          <a:xfrm>
            <a:off x="8459984" y="2286000"/>
            <a:ext cx="2284218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1C99A0E7-C481-953F-407D-11019587FAB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69929" y="2429662"/>
            <a:ext cx="1992615" cy="122113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552C21A0-5EB7-B9E0-11B0-683A4DD0AC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69930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2F6C211E-9D9B-DC6B-0997-A7385481F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48549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5F9B5153-C5BB-19DB-3FA7-6246AD3DFA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48549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AB1F983B-0488-3D10-394B-AAB3DE433B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27167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32959B20-3D61-B29A-D213-DAE065BB27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27167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C99036CE-A8EB-23BA-0C45-BFA084AD74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05786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17D59CF1-4855-248A-2144-14AF88C346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05786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9B036F8E-5B4B-735C-3E6D-F10270B74D7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9" y="5015585"/>
            <a:ext cx="9720073" cy="861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8744D453-723C-6E9D-DECB-4117B0AD8B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2259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4480D1BA-CC24-7AF8-B315-CF5358262D44}"/>
              </a:ext>
            </a:extLst>
          </p:cNvPr>
          <p:cNvSpPr/>
          <p:nvPr userDrawn="1"/>
        </p:nvSpPr>
        <p:spPr>
          <a:xfrm>
            <a:off x="7050574" y="2286000"/>
            <a:ext cx="3693628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F940857F-DD47-72D9-B596-A18B7244017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637642" cy="359156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49F13B83-92B5-0723-F775-775B05F7D7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93575" y="2465579"/>
            <a:ext cx="3207624" cy="25859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94CD281A-27FB-7192-0A44-4112770F9E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93575" y="5231080"/>
            <a:ext cx="3207624" cy="43098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CC7AE881-A094-BE6D-85E4-2590FD0DED0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35675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444AEAA6-2E32-0435-732A-FD748F99FE19}"/>
              </a:ext>
            </a:extLst>
          </p:cNvPr>
          <p:cNvSpPr/>
          <p:nvPr userDrawn="1"/>
        </p:nvSpPr>
        <p:spPr>
          <a:xfrm>
            <a:off x="1024128" y="2286000"/>
            <a:ext cx="3110424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86AE92F9-7B2D-FF8C-E7A0-6A2DEA2CBCB0}"/>
              </a:ext>
            </a:extLst>
          </p:cNvPr>
          <p:cNvSpPr/>
          <p:nvPr userDrawn="1"/>
        </p:nvSpPr>
        <p:spPr>
          <a:xfrm>
            <a:off x="4328953" y="2286000"/>
            <a:ext cx="3110423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DB350FBD-7648-3EE8-EEBB-AD6A46597D8E}"/>
              </a:ext>
            </a:extLst>
          </p:cNvPr>
          <p:cNvSpPr/>
          <p:nvPr userDrawn="1"/>
        </p:nvSpPr>
        <p:spPr>
          <a:xfrm>
            <a:off x="7633777" y="2286000"/>
            <a:ext cx="3110424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90800EF5-5BE3-3BB6-57F6-11CBC49CE3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18529" y="2429663"/>
            <a:ext cx="2721621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C44BA50C-7AEB-7130-7290-7E0AC8B87A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8530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2648462F-2611-E7D1-2294-46B11CA919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356" y="2429663"/>
            <a:ext cx="2721621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152F65F5-0476-2698-858A-898DF883DB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3356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E9413F55-FDC4-E757-7BE8-72F36A4FDB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28181" y="2429663"/>
            <a:ext cx="2721621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1517E753-BB96-1567-85AC-3E40084E81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28181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110E882A-AEAD-D1FF-5D8F-99FDBF284A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73591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B3A1A3EE-574C-6F15-0E0B-3EAA6FB02D4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4568434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454FBC03-1044-9E93-F89A-CA706CDF10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968396"/>
            <a:ext cx="4568434" cy="290916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BBED14F-AED6-D7DA-22E3-4E693DE0A5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5767" y="2286001"/>
            <a:ext cx="4568434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C057941-AD20-976B-D8C3-9D0B99DD79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5767" y="2968396"/>
            <a:ext cx="4568434" cy="290916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8F7A89AB-EBC1-DB03-9065-60B877D2BD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30157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F3A34F43-E5AD-0AAD-C0AD-04FA2FADB1B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609650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D8A645C-514A-7BD3-C38D-96983B0ED9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2582" y="2465578"/>
            <a:ext cx="2721621" cy="34119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F189245C-7A4A-1C7B-30CF-E874DF2A22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78316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C9518572-8302-CDAA-E1CD-F316D5C8F3E7}"/>
              </a:ext>
            </a:extLst>
          </p:cNvPr>
          <p:cNvSpPr/>
          <p:nvPr userDrawn="1"/>
        </p:nvSpPr>
        <p:spPr>
          <a:xfrm>
            <a:off x="1024128" y="2286000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F7075B68-4ACA-EF99-3402-5A5B6E618F92}"/>
              </a:ext>
            </a:extLst>
          </p:cNvPr>
          <p:cNvSpPr/>
          <p:nvPr userDrawn="1"/>
        </p:nvSpPr>
        <p:spPr>
          <a:xfrm>
            <a:off x="5981366" y="2286000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64BC800E-CB7D-80D8-050E-2176306367BE}"/>
              </a:ext>
            </a:extLst>
          </p:cNvPr>
          <p:cNvSpPr/>
          <p:nvPr userDrawn="1"/>
        </p:nvSpPr>
        <p:spPr>
          <a:xfrm>
            <a:off x="1024128" y="4153611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6CD06758-A72B-C36E-70A6-22E26B348BF2}"/>
              </a:ext>
            </a:extLst>
          </p:cNvPr>
          <p:cNvSpPr/>
          <p:nvPr userDrawn="1"/>
        </p:nvSpPr>
        <p:spPr>
          <a:xfrm>
            <a:off x="5981366" y="4153611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0B0853BD-B27D-91BE-0CAD-9970C0FCFEB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18529" y="2357832"/>
            <a:ext cx="4374033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2DCE43D0-F823-FE97-5206-F4ED7A611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8530" y="3004313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34182491-A50C-9283-12CA-84873EBC6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5768" y="2357832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B716F0E-DF2D-9B11-5773-E01D72A658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5768" y="3004313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B04972F9-5FD7-0ABC-3A32-44479948477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8530" y="4225443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BEED85CE-417D-A58B-61B5-B9631669F2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8530" y="4871924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6EB915C5-ABED-A262-33B9-07DD460B58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5768" y="4225443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953C7BC7-5B56-69D4-F5B2-AE14C06772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768" y="4871924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C903A3B5-5C59-4C54-0FA3-9625F6914E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55578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8CF64E7-8764-43D5-4EEC-C78BB382041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57EA4CAD-3E14-0083-92FD-3809B799F8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10587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71CC541-ABBC-8108-40D7-EF22839051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591058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3F284F2-7A94-0D4E-9D2E-676B11BF77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2527219" cy="7901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B139A586-A074-BD70-62AB-43C9F82867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2949" y="2286001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5AA941BC-43E0-8449-3C95-CA4ECE6C1F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9" y="3219807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1B1F228-0BF9-AE91-D96B-C1550CECAE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2949" y="3219807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A4DA374-52DF-9D82-7845-CFA55816B08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4153612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7F9E987-4459-DE8D-BB20-46C658D45E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42949" y="4153612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59ABCE81-4DB6-D1B9-57B9-FA42374C3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9" y="5087418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6BF242F4-1FAE-BC90-3F93-2B820FCE708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42949" y="5087418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6FDA435-22D7-13FD-007B-6E4DEDAD18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75864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E5397229-8BDB-5E46-D3D3-F7B6DC5EA4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B7C3D7FD-9C20-02B6-774D-1CACE24FB8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78419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69967D6-0D4D-4AA6-845A-BEAF13EA87C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E229DD7-1AF9-4A7E-8249-A68E0086EED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29836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Bahnschrift SemiBold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2026-10-03T09:39:48Z</dcterms:created>
  <dcterms:modified xsi:type="dcterms:W3CDTF">2026-10-03T09:39:53Z</dcterms:modified>
</cp:coreProperties>
</file>