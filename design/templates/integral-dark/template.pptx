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52560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5348EB53-28FB-37BF-22DE-BCA5D99AB1F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942F1CC7-A6D1-362F-B580-2BED16BBE7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795B62AD-02EF-6746-D31F-933E36BB23B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246F5FA3-777B-8CFF-C714-3F8F3C8327E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BB316F3F-291C-DD28-BA3D-F00F2714FC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2304C197-C37A-D7BB-BFDE-E25850534C5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88F9B211-429A-2533-2276-FBBEE56B2D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0619BA40-89EF-F900-D38A-BB1D007375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87C6C07-081F-A713-4AEA-A4ABBECC19E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964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CD4AF079-ABBB-897D-BC63-80BF0BF2AC4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226808EF-B0C1-F8E4-D778-1C8C7C1BC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E49CAC1D-A066-2DFA-D411-C9E876884D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1C7EAFAC-C688-57A4-95BC-4A49A131CD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B31596AC-4E4E-39B0-678F-37081AE39F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491C464A-2D85-79DF-0EDD-1284818D53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5173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CB378CD2-16D4-F89E-4AB6-0B215CF5668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B607BCB4-672F-4B36-B593-616246F38B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7B5F80D3-9DEF-1569-3A50-522FF056EC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FB5EBDA0-6C3E-1A7A-D558-9FEBD130CB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F7985B0E-0FCA-25DF-30A6-F22D83D038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E900B20F-5B67-9ACA-1DA5-E9DF8F4FFAF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0ACEB492-5B19-9761-556E-7F995B877D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7C0546EF-6331-7714-B3AB-E87DBBD6A3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AB5DD3E9-55C3-B431-80D8-FD69B74A8F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C8B6660D-C551-FC3E-72B7-9790DE8FADE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70423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D9E0B21D-5B0C-90F2-4225-9D65D9A7BD8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67B57B22-4FFB-B9BD-58CC-159F721CF8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848AB7BB-374A-A26B-D874-F3399C377D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ED9F48EE-AADE-CC46-6036-E7BDCF6ADB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1376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2D25BCAD-6EDB-13DA-99FA-D2610B5AA4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925E3B28-A3AF-4FD1-759B-07ADFFAFC6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12A20243-265F-98FA-9BD4-346E744D8D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C3B349A0-F7A9-0BA3-04AD-31ED120230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8B0F6946-25EA-0B8C-A10B-2CA8ABD6D4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1797B1C2-700A-EED0-08EC-56AD8875A17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A9420A16-EE19-378D-E908-AC5B33CD21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45649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A8AB4EA-E471-3DE0-E9FD-526D31B1682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986B939E-9A36-0346-5DEC-8B4B68FB94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865137E5-E498-C142-5E9F-0CC23F57A1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DD876920-3405-2F59-E969-F7AA3925E3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1D97A42A-4F9B-0930-8587-FEA62CCB79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60911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1B156A41-01F9-31BA-DE41-D1917701D4D9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6591FA73-097C-608B-7CCB-4D4F81CEE50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7AAA9AB3-3D36-2AEA-51C1-4222AE1C7E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22865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7B7386D-85DF-832A-F6F8-CDFB48376F3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7C5E89F2-E736-EBEA-6671-D3A5B34F5E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D45B82E-D04D-5B9C-AD1D-6195F61C10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B7876620-597B-7FF8-3BF3-857D0CA07C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EB381F0B-B9DC-5DB2-53D6-DCA1C1D74F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6D09D6D2-19DC-61E2-24D2-A35FA07B47F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3FC2BA7E-929E-C8E9-EE83-D574E2CF34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C86609EC-4D0C-E003-FF51-6EF8D908FB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D57FBBF-1983-78FD-F8D8-4064BF8A51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29624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EB80BAFC-74CC-86EE-11B9-D32F29BB855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14A4528D-64E1-E1BF-F530-F5CA0C0B4A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5702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6E8448D-8280-89C4-6AD0-C7D2AE264D4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73957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7976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711EE77F-DF8A-57FF-A4C4-5C5F9E25C1D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AB3E33E-67CE-AAD1-E123-4183E89DE06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F2965A84-F4C9-AC90-AF36-40F271BDB1C9}"/>
              </a:ext>
            </a:extLst>
          </p:cNvPr>
          <p:cNvSpPr/>
          <p:nvPr userDrawn="1"/>
        </p:nvSpPr>
        <p:spPr>
          <a:xfrm>
            <a:off x="15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1B9CC802-C34E-1D48-29A8-6983561B8466}"/>
              </a:ext>
            </a:extLst>
          </p:cNvPr>
          <p:cNvSpPr/>
          <p:nvPr userDrawn="1"/>
        </p:nvSpPr>
        <p:spPr>
          <a:xfrm>
            <a:off x="34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7A70C36E-4676-5A5D-1B4F-8F079FDC9D58}"/>
              </a:ext>
            </a:extLst>
          </p:cNvPr>
          <p:cNvSpPr/>
          <p:nvPr userDrawn="1"/>
        </p:nvSpPr>
        <p:spPr>
          <a:xfrm>
            <a:off x="53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D7B9E5C1-27C1-23ED-8D8D-7B11C681B3B2}"/>
              </a:ext>
            </a:extLst>
          </p:cNvPr>
          <p:cNvSpPr/>
          <p:nvPr userDrawn="1"/>
        </p:nvSpPr>
        <p:spPr>
          <a:xfrm>
            <a:off x="72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6334B325-B926-4D95-2047-E2FDCF8C9647}"/>
              </a:ext>
            </a:extLst>
          </p:cNvPr>
          <p:cNvSpPr/>
          <p:nvPr userDrawn="1"/>
        </p:nvSpPr>
        <p:spPr>
          <a:xfrm>
            <a:off x="91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6AA28F4F-3944-E6F6-FAE4-4B916BFC9A53}"/>
              </a:ext>
            </a:extLst>
          </p:cNvPr>
          <p:cNvSpPr/>
          <p:nvPr userDrawn="1"/>
        </p:nvSpPr>
        <p:spPr>
          <a:xfrm>
            <a:off x="110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E7822D14-780E-BEFE-B203-585D84782526}"/>
              </a:ext>
            </a:extLst>
          </p:cNvPr>
          <p:cNvSpPr/>
          <p:nvPr userDrawn="1"/>
        </p:nvSpPr>
        <p:spPr>
          <a:xfrm>
            <a:off x="129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3EBF5A38-61B4-C8D7-6DA7-5EAEEC9632C4}"/>
              </a:ext>
            </a:extLst>
          </p:cNvPr>
          <p:cNvSpPr/>
          <p:nvPr userDrawn="1"/>
        </p:nvSpPr>
        <p:spPr>
          <a:xfrm>
            <a:off x="148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8BCD8AE6-C218-EC26-935F-0C8DC99A2EDD}"/>
              </a:ext>
            </a:extLst>
          </p:cNvPr>
          <p:cNvSpPr/>
          <p:nvPr userDrawn="1"/>
        </p:nvSpPr>
        <p:spPr>
          <a:xfrm>
            <a:off x="167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60D0F4D2-461C-10DB-8885-4B67F8E10377}"/>
              </a:ext>
            </a:extLst>
          </p:cNvPr>
          <p:cNvSpPr/>
          <p:nvPr userDrawn="1"/>
        </p:nvSpPr>
        <p:spPr>
          <a:xfrm>
            <a:off x="186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C2F48850-A53A-1CFE-C22B-2F1FF70BC2CF}"/>
              </a:ext>
            </a:extLst>
          </p:cNvPr>
          <p:cNvSpPr/>
          <p:nvPr userDrawn="1"/>
        </p:nvSpPr>
        <p:spPr>
          <a:xfrm>
            <a:off x="205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551FBAB5-CBE0-B281-CF0A-E80B566977B3}"/>
              </a:ext>
            </a:extLst>
          </p:cNvPr>
          <p:cNvSpPr/>
          <p:nvPr userDrawn="1"/>
        </p:nvSpPr>
        <p:spPr>
          <a:xfrm>
            <a:off x="224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51646548-941B-1A3A-72F7-A6EA10600362}"/>
              </a:ext>
            </a:extLst>
          </p:cNvPr>
          <p:cNvSpPr/>
          <p:nvPr userDrawn="1"/>
        </p:nvSpPr>
        <p:spPr>
          <a:xfrm>
            <a:off x="243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84926EA8-5029-B932-033B-0BA3C6703B58}"/>
              </a:ext>
            </a:extLst>
          </p:cNvPr>
          <p:cNvSpPr/>
          <p:nvPr userDrawn="1"/>
        </p:nvSpPr>
        <p:spPr>
          <a:xfrm>
            <a:off x="262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4A7B9819-95BB-A3FF-E7B6-90801B281959}"/>
              </a:ext>
            </a:extLst>
          </p:cNvPr>
          <p:cNvSpPr/>
          <p:nvPr userDrawn="1"/>
        </p:nvSpPr>
        <p:spPr>
          <a:xfrm>
            <a:off x="281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542AC1B2-0F17-0AFB-CB0D-B6DDCC4AB124}"/>
              </a:ext>
            </a:extLst>
          </p:cNvPr>
          <p:cNvSpPr/>
          <p:nvPr userDrawn="1"/>
        </p:nvSpPr>
        <p:spPr>
          <a:xfrm>
            <a:off x="300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19658215-AD3D-E384-8823-B95AE2098651}"/>
              </a:ext>
            </a:extLst>
          </p:cNvPr>
          <p:cNvSpPr/>
          <p:nvPr userDrawn="1"/>
        </p:nvSpPr>
        <p:spPr>
          <a:xfrm>
            <a:off x="320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2A1F44D4-2225-05A0-3662-A0A5CD67ACB6}"/>
              </a:ext>
            </a:extLst>
          </p:cNvPr>
          <p:cNvSpPr/>
          <p:nvPr userDrawn="1"/>
        </p:nvSpPr>
        <p:spPr>
          <a:xfrm>
            <a:off x="339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20EBD279-AF59-6105-8590-FDBD67A749B6}"/>
              </a:ext>
            </a:extLst>
          </p:cNvPr>
          <p:cNvSpPr/>
          <p:nvPr userDrawn="1"/>
        </p:nvSpPr>
        <p:spPr>
          <a:xfrm>
            <a:off x="358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79A0AF33-3B92-C197-6BCA-6827188B44E3}"/>
              </a:ext>
            </a:extLst>
          </p:cNvPr>
          <p:cNvSpPr/>
          <p:nvPr userDrawn="1"/>
        </p:nvSpPr>
        <p:spPr>
          <a:xfrm>
            <a:off x="377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E0622395-3460-6DBD-2A3B-DA9350952018}"/>
              </a:ext>
            </a:extLst>
          </p:cNvPr>
          <p:cNvSpPr/>
          <p:nvPr userDrawn="1"/>
        </p:nvSpPr>
        <p:spPr>
          <a:xfrm>
            <a:off x="396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3C52C06B-6F93-3B66-51FC-7E35ADBB6F19}"/>
              </a:ext>
            </a:extLst>
          </p:cNvPr>
          <p:cNvSpPr/>
          <p:nvPr userDrawn="1"/>
        </p:nvSpPr>
        <p:spPr>
          <a:xfrm>
            <a:off x="415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1D84C591-BBC4-D790-0EB5-F0C92DB72EE8}"/>
              </a:ext>
            </a:extLst>
          </p:cNvPr>
          <p:cNvSpPr/>
          <p:nvPr userDrawn="1"/>
        </p:nvSpPr>
        <p:spPr>
          <a:xfrm>
            <a:off x="434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1CCB8EB1-BF5F-ED88-DBBC-A3524A564E09}"/>
              </a:ext>
            </a:extLst>
          </p:cNvPr>
          <p:cNvSpPr/>
          <p:nvPr userDrawn="1"/>
        </p:nvSpPr>
        <p:spPr>
          <a:xfrm>
            <a:off x="453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E4554E1C-C59C-01BC-BB29-F31FFC56002A}"/>
              </a:ext>
            </a:extLst>
          </p:cNvPr>
          <p:cNvSpPr/>
          <p:nvPr userDrawn="1"/>
        </p:nvSpPr>
        <p:spPr>
          <a:xfrm>
            <a:off x="472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371AA9B0-19ED-0B70-059C-18BB9C183C53}"/>
              </a:ext>
            </a:extLst>
          </p:cNvPr>
          <p:cNvSpPr/>
          <p:nvPr userDrawn="1"/>
        </p:nvSpPr>
        <p:spPr>
          <a:xfrm>
            <a:off x="491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9AC722B1-D7C7-3157-1149-9D246949E07C}"/>
              </a:ext>
            </a:extLst>
          </p:cNvPr>
          <p:cNvSpPr/>
          <p:nvPr userDrawn="1"/>
        </p:nvSpPr>
        <p:spPr>
          <a:xfrm>
            <a:off x="510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A9DB77F4-584A-F07C-77C0-4991F7DC40C2}"/>
              </a:ext>
            </a:extLst>
          </p:cNvPr>
          <p:cNvSpPr/>
          <p:nvPr userDrawn="1"/>
        </p:nvSpPr>
        <p:spPr>
          <a:xfrm>
            <a:off x="529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A2F4492B-05C6-A425-7EF8-3AB251362C3A}"/>
              </a:ext>
            </a:extLst>
          </p:cNvPr>
          <p:cNvSpPr/>
          <p:nvPr userDrawn="1"/>
        </p:nvSpPr>
        <p:spPr>
          <a:xfrm>
            <a:off x="548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A68D4FAA-6FD6-16AF-44E6-FC918612B623}"/>
              </a:ext>
            </a:extLst>
          </p:cNvPr>
          <p:cNvSpPr/>
          <p:nvPr userDrawn="1"/>
        </p:nvSpPr>
        <p:spPr>
          <a:xfrm>
            <a:off x="567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2BD47DE0-2E7B-6B4A-A536-3051F7E60263}"/>
              </a:ext>
            </a:extLst>
          </p:cNvPr>
          <p:cNvSpPr/>
          <p:nvPr userDrawn="1"/>
        </p:nvSpPr>
        <p:spPr>
          <a:xfrm>
            <a:off x="586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DAEBDC73-284A-0590-0269-4437B98F0726}"/>
              </a:ext>
            </a:extLst>
          </p:cNvPr>
          <p:cNvSpPr/>
          <p:nvPr userDrawn="1"/>
        </p:nvSpPr>
        <p:spPr>
          <a:xfrm>
            <a:off x="605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96CD50AD-F73D-AE65-2416-9960748C2252}"/>
              </a:ext>
            </a:extLst>
          </p:cNvPr>
          <p:cNvSpPr/>
          <p:nvPr userDrawn="1"/>
        </p:nvSpPr>
        <p:spPr>
          <a:xfrm>
            <a:off x="624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970F15A4-CCB7-1B5D-3C04-B79B6145010F}"/>
              </a:ext>
            </a:extLst>
          </p:cNvPr>
          <p:cNvSpPr/>
          <p:nvPr userDrawn="1"/>
        </p:nvSpPr>
        <p:spPr>
          <a:xfrm>
            <a:off x="643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497C2EC2-DB3D-604A-81A4-88CE35983506}"/>
              </a:ext>
            </a:extLst>
          </p:cNvPr>
          <p:cNvSpPr/>
          <p:nvPr userDrawn="1"/>
        </p:nvSpPr>
        <p:spPr>
          <a:xfrm>
            <a:off x="662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7673280D-2D94-EA1E-797A-E3BC0159BA5A}"/>
              </a:ext>
            </a:extLst>
          </p:cNvPr>
          <p:cNvSpPr/>
          <p:nvPr userDrawn="1"/>
        </p:nvSpPr>
        <p:spPr>
          <a:xfrm>
            <a:off x="681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61D7D84E-E0E5-6B89-A639-B85185F93D1B}"/>
              </a:ext>
            </a:extLst>
          </p:cNvPr>
          <p:cNvSpPr/>
          <p:nvPr userDrawn="1"/>
        </p:nvSpPr>
        <p:spPr>
          <a:xfrm>
            <a:off x="701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1C50B185-471A-1F7C-E308-0F39FD98D638}"/>
              </a:ext>
            </a:extLst>
          </p:cNvPr>
          <p:cNvSpPr/>
          <p:nvPr userDrawn="1"/>
        </p:nvSpPr>
        <p:spPr>
          <a:xfrm>
            <a:off x="720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64B221C1-0EEB-C983-DFF3-B2F76B19D5B4}"/>
              </a:ext>
            </a:extLst>
          </p:cNvPr>
          <p:cNvSpPr/>
          <p:nvPr userDrawn="1"/>
        </p:nvSpPr>
        <p:spPr>
          <a:xfrm>
            <a:off x="739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4ED1ADB9-1678-B69D-12B3-B296E9ED371F}"/>
              </a:ext>
            </a:extLst>
          </p:cNvPr>
          <p:cNvSpPr/>
          <p:nvPr userDrawn="1"/>
        </p:nvSpPr>
        <p:spPr>
          <a:xfrm>
            <a:off x="758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B5D22CFB-8B1E-7D4F-75F4-861A14CB0A17}"/>
              </a:ext>
            </a:extLst>
          </p:cNvPr>
          <p:cNvSpPr/>
          <p:nvPr userDrawn="1"/>
        </p:nvSpPr>
        <p:spPr>
          <a:xfrm>
            <a:off x="777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FEBA6A00-8AE2-F881-6C09-92AD0B891679}"/>
              </a:ext>
            </a:extLst>
          </p:cNvPr>
          <p:cNvSpPr/>
          <p:nvPr userDrawn="1"/>
        </p:nvSpPr>
        <p:spPr>
          <a:xfrm>
            <a:off x="796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2521ACB9-AE29-6B7F-37C4-A9011378B145}"/>
              </a:ext>
            </a:extLst>
          </p:cNvPr>
          <p:cNvSpPr/>
          <p:nvPr userDrawn="1"/>
        </p:nvSpPr>
        <p:spPr>
          <a:xfrm>
            <a:off x="815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11EC8E17-2F0B-AC3F-E3CF-48D3AFB9C213}"/>
              </a:ext>
            </a:extLst>
          </p:cNvPr>
          <p:cNvSpPr/>
          <p:nvPr userDrawn="1"/>
        </p:nvSpPr>
        <p:spPr>
          <a:xfrm>
            <a:off x="834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10B0F076-A1D8-BBA8-B1F2-8C6ABED566C9}"/>
              </a:ext>
            </a:extLst>
          </p:cNvPr>
          <p:cNvSpPr/>
          <p:nvPr userDrawn="1"/>
        </p:nvSpPr>
        <p:spPr>
          <a:xfrm>
            <a:off x="853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A617416E-44AF-8906-2716-64F90721921D}"/>
              </a:ext>
            </a:extLst>
          </p:cNvPr>
          <p:cNvSpPr/>
          <p:nvPr userDrawn="1"/>
        </p:nvSpPr>
        <p:spPr>
          <a:xfrm>
            <a:off x="872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D4B49CD9-568B-0302-E656-E36F5E41B3B4}"/>
              </a:ext>
            </a:extLst>
          </p:cNvPr>
          <p:cNvSpPr/>
          <p:nvPr userDrawn="1"/>
        </p:nvSpPr>
        <p:spPr>
          <a:xfrm>
            <a:off x="891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350EE8D7-BE8E-CAA1-DFEE-165CD8BAA6AB}"/>
              </a:ext>
            </a:extLst>
          </p:cNvPr>
          <p:cNvSpPr/>
          <p:nvPr userDrawn="1"/>
        </p:nvSpPr>
        <p:spPr>
          <a:xfrm>
            <a:off x="910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C541AAD2-8234-94E1-95B5-363B25640AFA}"/>
              </a:ext>
            </a:extLst>
          </p:cNvPr>
          <p:cNvSpPr/>
          <p:nvPr userDrawn="1"/>
        </p:nvSpPr>
        <p:spPr>
          <a:xfrm>
            <a:off x="929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17E09E81-D212-A95F-B4A6-7E8819BB4E63}"/>
              </a:ext>
            </a:extLst>
          </p:cNvPr>
          <p:cNvSpPr/>
          <p:nvPr userDrawn="1"/>
        </p:nvSpPr>
        <p:spPr>
          <a:xfrm>
            <a:off x="948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59C0FEFF-6A93-6613-699C-F5FDD9402C24}"/>
              </a:ext>
            </a:extLst>
          </p:cNvPr>
          <p:cNvSpPr/>
          <p:nvPr userDrawn="1"/>
        </p:nvSpPr>
        <p:spPr>
          <a:xfrm>
            <a:off x="967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B9AE42C8-77D4-A373-93C5-294986F959EF}"/>
              </a:ext>
            </a:extLst>
          </p:cNvPr>
          <p:cNvSpPr/>
          <p:nvPr userDrawn="1"/>
        </p:nvSpPr>
        <p:spPr>
          <a:xfrm>
            <a:off x="986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2F181702-5A22-A718-0EAE-7807D8C2C00F}"/>
              </a:ext>
            </a:extLst>
          </p:cNvPr>
          <p:cNvSpPr/>
          <p:nvPr userDrawn="1"/>
        </p:nvSpPr>
        <p:spPr>
          <a:xfrm>
            <a:off x="1005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E2B6ED97-F60E-58BE-C744-28A4792B951A}"/>
              </a:ext>
            </a:extLst>
          </p:cNvPr>
          <p:cNvSpPr/>
          <p:nvPr userDrawn="1"/>
        </p:nvSpPr>
        <p:spPr>
          <a:xfrm>
            <a:off x="1024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FFC8ACD8-A4C4-6280-5419-6E6029263E99}"/>
              </a:ext>
            </a:extLst>
          </p:cNvPr>
          <p:cNvSpPr/>
          <p:nvPr userDrawn="1"/>
        </p:nvSpPr>
        <p:spPr>
          <a:xfrm>
            <a:off x="1043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07860084-C3F1-37E2-1331-FCC569492B98}"/>
              </a:ext>
            </a:extLst>
          </p:cNvPr>
          <p:cNvSpPr/>
          <p:nvPr userDrawn="1"/>
        </p:nvSpPr>
        <p:spPr>
          <a:xfrm>
            <a:off x="1062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9F5DA0A3-7434-FB6B-F420-7810438A2C4F}"/>
              </a:ext>
            </a:extLst>
          </p:cNvPr>
          <p:cNvSpPr/>
          <p:nvPr userDrawn="1"/>
        </p:nvSpPr>
        <p:spPr>
          <a:xfrm>
            <a:off x="1082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30E617F4-6767-6864-215F-7EB6A2C84953}"/>
              </a:ext>
            </a:extLst>
          </p:cNvPr>
          <p:cNvSpPr/>
          <p:nvPr userDrawn="1"/>
        </p:nvSpPr>
        <p:spPr>
          <a:xfrm>
            <a:off x="1101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77236222-6871-50F2-FF95-08212C92A5D8}"/>
              </a:ext>
            </a:extLst>
          </p:cNvPr>
          <p:cNvSpPr/>
          <p:nvPr userDrawn="1"/>
        </p:nvSpPr>
        <p:spPr>
          <a:xfrm>
            <a:off x="1120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DC7CA373-F69F-A44A-3BF0-51E6E17A0BC8}"/>
              </a:ext>
            </a:extLst>
          </p:cNvPr>
          <p:cNvSpPr/>
          <p:nvPr userDrawn="1"/>
        </p:nvSpPr>
        <p:spPr>
          <a:xfrm>
            <a:off x="1139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70CCEB2F-7751-BAF0-7291-6C787663D2C0}"/>
              </a:ext>
            </a:extLst>
          </p:cNvPr>
          <p:cNvSpPr/>
          <p:nvPr userDrawn="1"/>
        </p:nvSpPr>
        <p:spPr>
          <a:xfrm>
            <a:off x="1158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F692E088-55CF-71B7-42E9-8588A5A55878}"/>
              </a:ext>
            </a:extLst>
          </p:cNvPr>
          <p:cNvSpPr/>
          <p:nvPr userDrawn="1"/>
        </p:nvSpPr>
        <p:spPr>
          <a:xfrm>
            <a:off x="1177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A02416BF-1DAF-B3FF-891D-66A0ACA215B1}"/>
              </a:ext>
            </a:extLst>
          </p:cNvPr>
          <p:cNvSpPr/>
          <p:nvPr userDrawn="1"/>
        </p:nvSpPr>
        <p:spPr>
          <a:xfrm>
            <a:off x="1196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AFEA8C0A-EB35-6BBF-139B-67104DAA4261}"/>
              </a:ext>
            </a:extLst>
          </p:cNvPr>
          <p:cNvSpPr/>
          <p:nvPr userDrawn="1"/>
        </p:nvSpPr>
        <p:spPr>
          <a:xfrm>
            <a:off x="1215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D3450C68-4D81-5EE5-EBD1-659FF6763127}"/>
              </a:ext>
            </a:extLst>
          </p:cNvPr>
          <p:cNvSpPr/>
          <p:nvPr userDrawn="1"/>
        </p:nvSpPr>
        <p:spPr>
          <a:xfrm>
            <a:off x="24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F2430711-E219-D02F-C7A1-7A844B127FE4}"/>
              </a:ext>
            </a:extLst>
          </p:cNvPr>
          <p:cNvSpPr/>
          <p:nvPr userDrawn="1"/>
        </p:nvSpPr>
        <p:spPr>
          <a:xfrm>
            <a:off x="43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B8668B49-AAA8-80E6-C57C-203C81BCC689}"/>
              </a:ext>
            </a:extLst>
          </p:cNvPr>
          <p:cNvSpPr/>
          <p:nvPr userDrawn="1"/>
        </p:nvSpPr>
        <p:spPr>
          <a:xfrm>
            <a:off x="62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AB6B5871-3813-A59F-9287-8AD490B7B29D}"/>
              </a:ext>
            </a:extLst>
          </p:cNvPr>
          <p:cNvSpPr/>
          <p:nvPr userDrawn="1"/>
        </p:nvSpPr>
        <p:spPr>
          <a:xfrm>
            <a:off x="81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573FE78C-4FE4-6788-408E-D9CDA09AB892}"/>
              </a:ext>
            </a:extLst>
          </p:cNvPr>
          <p:cNvSpPr/>
          <p:nvPr userDrawn="1"/>
        </p:nvSpPr>
        <p:spPr>
          <a:xfrm>
            <a:off x="100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EF36EA49-BFB9-72A5-58CC-8B9B4F90A33D}"/>
              </a:ext>
            </a:extLst>
          </p:cNvPr>
          <p:cNvSpPr/>
          <p:nvPr userDrawn="1"/>
        </p:nvSpPr>
        <p:spPr>
          <a:xfrm>
            <a:off x="120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6B4E0B00-D57A-893F-F36E-BC2933B18F8F}"/>
              </a:ext>
            </a:extLst>
          </p:cNvPr>
          <p:cNvSpPr/>
          <p:nvPr userDrawn="1"/>
        </p:nvSpPr>
        <p:spPr>
          <a:xfrm>
            <a:off x="139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82A9753A-D93C-BA9D-800C-E96AD81A8FC4}"/>
              </a:ext>
            </a:extLst>
          </p:cNvPr>
          <p:cNvSpPr/>
          <p:nvPr userDrawn="1"/>
        </p:nvSpPr>
        <p:spPr>
          <a:xfrm>
            <a:off x="158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F9D3063D-967A-12BB-2CD1-75BD9BEDB636}"/>
              </a:ext>
            </a:extLst>
          </p:cNvPr>
          <p:cNvSpPr/>
          <p:nvPr userDrawn="1"/>
        </p:nvSpPr>
        <p:spPr>
          <a:xfrm>
            <a:off x="177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7B891992-B829-2E83-84A9-683D67517B6F}"/>
              </a:ext>
            </a:extLst>
          </p:cNvPr>
          <p:cNvSpPr/>
          <p:nvPr userDrawn="1"/>
        </p:nvSpPr>
        <p:spPr>
          <a:xfrm>
            <a:off x="196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32DADF81-C29D-75CE-8EA1-DE26CBCE7BB1}"/>
              </a:ext>
            </a:extLst>
          </p:cNvPr>
          <p:cNvSpPr/>
          <p:nvPr userDrawn="1"/>
        </p:nvSpPr>
        <p:spPr>
          <a:xfrm>
            <a:off x="215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E97CCE42-81A5-16A3-8DC6-D27D9FAE0EED}"/>
              </a:ext>
            </a:extLst>
          </p:cNvPr>
          <p:cNvSpPr/>
          <p:nvPr userDrawn="1"/>
        </p:nvSpPr>
        <p:spPr>
          <a:xfrm>
            <a:off x="234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7432D5D6-F130-87F7-3A39-5F3AF7B8E4FB}"/>
              </a:ext>
            </a:extLst>
          </p:cNvPr>
          <p:cNvSpPr/>
          <p:nvPr userDrawn="1"/>
        </p:nvSpPr>
        <p:spPr>
          <a:xfrm>
            <a:off x="253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414F9E6C-5857-1344-EA14-9F246A70D8CA}"/>
              </a:ext>
            </a:extLst>
          </p:cNvPr>
          <p:cNvSpPr/>
          <p:nvPr userDrawn="1"/>
        </p:nvSpPr>
        <p:spPr>
          <a:xfrm>
            <a:off x="272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B9A718F5-4F40-3EB0-A254-86F9B8A2CCCC}"/>
              </a:ext>
            </a:extLst>
          </p:cNvPr>
          <p:cNvSpPr/>
          <p:nvPr userDrawn="1"/>
        </p:nvSpPr>
        <p:spPr>
          <a:xfrm>
            <a:off x="291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D35B3C21-D9CE-EB69-CDB1-4150A56D009E}"/>
              </a:ext>
            </a:extLst>
          </p:cNvPr>
          <p:cNvSpPr/>
          <p:nvPr userDrawn="1"/>
        </p:nvSpPr>
        <p:spPr>
          <a:xfrm>
            <a:off x="310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48AD97B0-511D-891B-0BA5-5F1EE88A53ED}"/>
              </a:ext>
            </a:extLst>
          </p:cNvPr>
          <p:cNvSpPr/>
          <p:nvPr userDrawn="1"/>
        </p:nvSpPr>
        <p:spPr>
          <a:xfrm>
            <a:off x="329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C9C4FEC0-6E1B-0736-F248-778B9D3F85E1}"/>
              </a:ext>
            </a:extLst>
          </p:cNvPr>
          <p:cNvSpPr/>
          <p:nvPr userDrawn="1"/>
        </p:nvSpPr>
        <p:spPr>
          <a:xfrm>
            <a:off x="348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B49167BC-9611-DB07-92AC-4E93C41C0FE3}"/>
              </a:ext>
            </a:extLst>
          </p:cNvPr>
          <p:cNvSpPr/>
          <p:nvPr userDrawn="1"/>
        </p:nvSpPr>
        <p:spPr>
          <a:xfrm>
            <a:off x="367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BF8FFE4E-A197-2EA8-721D-E02CCBBBF070}"/>
              </a:ext>
            </a:extLst>
          </p:cNvPr>
          <p:cNvSpPr/>
          <p:nvPr userDrawn="1"/>
        </p:nvSpPr>
        <p:spPr>
          <a:xfrm>
            <a:off x="386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5978D5D3-4413-1391-4143-3972293D8405}"/>
              </a:ext>
            </a:extLst>
          </p:cNvPr>
          <p:cNvSpPr/>
          <p:nvPr userDrawn="1"/>
        </p:nvSpPr>
        <p:spPr>
          <a:xfrm>
            <a:off x="405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078B6037-5750-C76F-A366-1CFFFE914218}"/>
              </a:ext>
            </a:extLst>
          </p:cNvPr>
          <p:cNvSpPr/>
          <p:nvPr userDrawn="1"/>
        </p:nvSpPr>
        <p:spPr>
          <a:xfrm>
            <a:off x="424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255EE6AA-75AA-3331-5B02-930FEB450439}"/>
              </a:ext>
            </a:extLst>
          </p:cNvPr>
          <p:cNvSpPr/>
          <p:nvPr userDrawn="1"/>
        </p:nvSpPr>
        <p:spPr>
          <a:xfrm>
            <a:off x="443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255DBD65-F601-4401-BE4C-6D475361A206}"/>
              </a:ext>
            </a:extLst>
          </p:cNvPr>
          <p:cNvSpPr/>
          <p:nvPr userDrawn="1"/>
        </p:nvSpPr>
        <p:spPr>
          <a:xfrm>
            <a:off x="462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3B1C3199-6A08-44D5-4296-3DC8A15C480E}"/>
              </a:ext>
            </a:extLst>
          </p:cNvPr>
          <p:cNvSpPr/>
          <p:nvPr userDrawn="1"/>
        </p:nvSpPr>
        <p:spPr>
          <a:xfrm>
            <a:off x="481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307BD11B-8A2D-7673-EA73-AEA1828EF4B5}"/>
              </a:ext>
            </a:extLst>
          </p:cNvPr>
          <p:cNvSpPr/>
          <p:nvPr userDrawn="1"/>
        </p:nvSpPr>
        <p:spPr>
          <a:xfrm>
            <a:off x="501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CB16566D-5CF9-9D2E-E5DA-B658879D18E4}"/>
              </a:ext>
            </a:extLst>
          </p:cNvPr>
          <p:cNvSpPr/>
          <p:nvPr userDrawn="1"/>
        </p:nvSpPr>
        <p:spPr>
          <a:xfrm>
            <a:off x="520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21A5A9F7-F99B-E3DF-6E15-B842A1C3B46F}"/>
              </a:ext>
            </a:extLst>
          </p:cNvPr>
          <p:cNvSpPr/>
          <p:nvPr userDrawn="1"/>
        </p:nvSpPr>
        <p:spPr>
          <a:xfrm>
            <a:off x="539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D1F9BECA-A659-4F48-8AA3-6E358425D8D3}"/>
              </a:ext>
            </a:extLst>
          </p:cNvPr>
          <p:cNvSpPr/>
          <p:nvPr userDrawn="1"/>
        </p:nvSpPr>
        <p:spPr>
          <a:xfrm>
            <a:off x="558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3888C74F-FCDA-9A65-3406-EE34BBE36606}"/>
              </a:ext>
            </a:extLst>
          </p:cNvPr>
          <p:cNvSpPr/>
          <p:nvPr userDrawn="1"/>
        </p:nvSpPr>
        <p:spPr>
          <a:xfrm>
            <a:off x="577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A90D00F5-6709-9EC4-B0EA-2E6662B3D4B5}"/>
              </a:ext>
            </a:extLst>
          </p:cNvPr>
          <p:cNvSpPr/>
          <p:nvPr userDrawn="1"/>
        </p:nvSpPr>
        <p:spPr>
          <a:xfrm>
            <a:off x="596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7FEABA6C-FDC1-9729-B085-9D8D88C2E08B}"/>
              </a:ext>
            </a:extLst>
          </p:cNvPr>
          <p:cNvSpPr/>
          <p:nvPr userDrawn="1"/>
        </p:nvSpPr>
        <p:spPr>
          <a:xfrm>
            <a:off x="615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1CB82D4E-C103-CD80-70FB-F9577955BEBC}"/>
              </a:ext>
            </a:extLst>
          </p:cNvPr>
          <p:cNvSpPr/>
          <p:nvPr userDrawn="1"/>
        </p:nvSpPr>
        <p:spPr>
          <a:xfrm>
            <a:off x="634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DF9DCBFE-6A63-0199-5D7F-7BECFDEB8FF4}"/>
              </a:ext>
            </a:extLst>
          </p:cNvPr>
          <p:cNvSpPr/>
          <p:nvPr userDrawn="1"/>
        </p:nvSpPr>
        <p:spPr>
          <a:xfrm>
            <a:off x="653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697B8981-A7E4-B8A9-0BD5-D99BB059092E}"/>
              </a:ext>
            </a:extLst>
          </p:cNvPr>
          <p:cNvSpPr/>
          <p:nvPr userDrawn="1"/>
        </p:nvSpPr>
        <p:spPr>
          <a:xfrm>
            <a:off x="672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81D35747-02E3-7007-5053-8CA72747B318}"/>
              </a:ext>
            </a:extLst>
          </p:cNvPr>
          <p:cNvSpPr/>
          <p:nvPr userDrawn="1"/>
        </p:nvSpPr>
        <p:spPr>
          <a:xfrm>
            <a:off x="691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1C6491E8-C85E-8194-E2E3-17E00D30AA50}"/>
              </a:ext>
            </a:extLst>
          </p:cNvPr>
          <p:cNvSpPr/>
          <p:nvPr userDrawn="1"/>
        </p:nvSpPr>
        <p:spPr>
          <a:xfrm>
            <a:off x="710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5C86697E-99B0-1CA4-B944-81FA23DE6D7F}"/>
              </a:ext>
            </a:extLst>
          </p:cNvPr>
          <p:cNvSpPr/>
          <p:nvPr userDrawn="1"/>
        </p:nvSpPr>
        <p:spPr>
          <a:xfrm>
            <a:off x="729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C57E9FD4-B4B8-A9B3-853D-F1581A6D894D}"/>
              </a:ext>
            </a:extLst>
          </p:cNvPr>
          <p:cNvSpPr/>
          <p:nvPr userDrawn="1"/>
        </p:nvSpPr>
        <p:spPr>
          <a:xfrm>
            <a:off x="748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7B183D9E-3A9B-43E9-F5E2-88CA0889AA35}"/>
              </a:ext>
            </a:extLst>
          </p:cNvPr>
          <p:cNvSpPr/>
          <p:nvPr userDrawn="1"/>
        </p:nvSpPr>
        <p:spPr>
          <a:xfrm>
            <a:off x="767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30DFDD34-C48C-4C35-9FA1-75F39ABD2C7D}"/>
              </a:ext>
            </a:extLst>
          </p:cNvPr>
          <p:cNvSpPr/>
          <p:nvPr userDrawn="1"/>
        </p:nvSpPr>
        <p:spPr>
          <a:xfrm>
            <a:off x="786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38E78C28-8A60-959F-0D88-B5D20D43026B}"/>
              </a:ext>
            </a:extLst>
          </p:cNvPr>
          <p:cNvSpPr/>
          <p:nvPr userDrawn="1"/>
        </p:nvSpPr>
        <p:spPr>
          <a:xfrm>
            <a:off x="805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4BCD998C-5959-3DD6-13C6-B21741D8E731}"/>
              </a:ext>
            </a:extLst>
          </p:cNvPr>
          <p:cNvSpPr/>
          <p:nvPr userDrawn="1"/>
        </p:nvSpPr>
        <p:spPr>
          <a:xfrm>
            <a:off x="824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489BE8CD-89F1-9ECA-0231-1D202710F816}"/>
              </a:ext>
            </a:extLst>
          </p:cNvPr>
          <p:cNvSpPr/>
          <p:nvPr userDrawn="1"/>
        </p:nvSpPr>
        <p:spPr>
          <a:xfrm>
            <a:off x="843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9817D2A8-5353-6D48-0593-52D747315BBC}"/>
              </a:ext>
            </a:extLst>
          </p:cNvPr>
          <p:cNvSpPr/>
          <p:nvPr userDrawn="1"/>
        </p:nvSpPr>
        <p:spPr>
          <a:xfrm>
            <a:off x="862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539AE54E-D9E4-2593-5C09-B9C6B4B79232}"/>
              </a:ext>
            </a:extLst>
          </p:cNvPr>
          <p:cNvSpPr/>
          <p:nvPr userDrawn="1"/>
        </p:nvSpPr>
        <p:spPr>
          <a:xfrm>
            <a:off x="882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1ACDD3C8-D6A2-329F-FFBB-C14B9C287623}"/>
              </a:ext>
            </a:extLst>
          </p:cNvPr>
          <p:cNvSpPr/>
          <p:nvPr userDrawn="1"/>
        </p:nvSpPr>
        <p:spPr>
          <a:xfrm>
            <a:off x="901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1F6E2881-7E0A-FE2E-9CA0-DD69862DF575}"/>
              </a:ext>
            </a:extLst>
          </p:cNvPr>
          <p:cNvSpPr/>
          <p:nvPr userDrawn="1"/>
        </p:nvSpPr>
        <p:spPr>
          <a:xfrm>
            <a:off x="920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6F2C62A5-3E9A-EE55-B9C5-37A28B96014D}"/>
              </a:ext>
            </a:extLst>
          </p:cNvPr>
          <p:cNvSpPr/>
          <p:nvPr userDrawn="1"/>
        </p:nvSpPr>
        <p:spPr>
          <a:xfrm>
            <a:off x="939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A71BE667-B5AA-C8BA-39A9-9D2CB13D053F}"/>
              </a:ext>
            </a:extLst>
          </p:cNvPr>
          <p:cNvSpPr/>
          <p:nvPr userDrawn="1"/>
        </p:nvSpPr>
        <p:spPr>
          <a:xfrm>
            <a:off x="958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41D8E996-222A-0DBE-088F-0BF71A99B8D8}"/>
              </a:ext>
            </a:extLst>
          </p:cNvPr>
          <p:cNvSpPr/>
          <p:nvPr userDrawn="1"/>
        </p:nvSpPr>
        <p:spPr>
          <a:xfrm>
            <a:off x="977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C5E523BC-312A-5400-43F9-7CA425E18710}"/>
              </a:ext>
            </a:extLst>
          </p:cNvPr>
          <p:cNvSpPr/>
          <p:nvPr userDrawn="1"/>
        </p:nvSpPr>
        <p:spPr>
          <a:xfrm>
            <a:off x="996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BF800DBC-9431-A36A-1EF2-6C9557CE6BFA}"/>
              </a:ext>
            </a:extLst>
          </p:cNvPr>
          <p:cNvSpPr/>
          <p:nvPr userDrawn="1"/>
        </p:nvSpPr>
        <p:spPr>
          <a:xfrm>
            <a:off x="1015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552FE99E-61AA-1FE8-B119-4E35B5FDB0C0}"/>
              </a:ext>
            </a:extLst>
          </p:cNvPr>
          <p:cNvSpPr/>
          <p:nvPr userDrawn="1"/>
        </p:nvSpPr>
        <p:spPr>
          <a:xfrm>
            <a:off x="1034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9423BA8A-B78F-150F-1436-02740B185C8C}"/>
              </a:ext>
            </a:extLst>
          </p:cNvPr>
          <p:cNvSpPr/>
          <p:nvPr userDrawn="1"/>
        </p:nvSpPr>
        <p:spPr>
          <a:xfrm>
            <a:off x="1053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BDBA4CB5-C23B-02C7-A449-27E7B27654C2}"/>
              </a:ext>
            </a:extLst>
          </p:cNvPr>
          <p:cNvSpPr/>
          <p:nvPr userDrawn="1"/>
        </p:nvSpPr>
        <p:spPr>
          <a:xfrm>
            <a:off x="1072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BFD347F5-5475-A328-F078-6DA3356A0431}"/>
              </a:ext>
            </a:extLst>
          </p:cNvPr>
          <p:cNvSpPr/>
          <p:nvPr userDrawn="1"/>
        </p:nvSpPr>
        <p:spPr>
          <a:xfrm>
            <a:off x="1091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2E200BA8-4841-3FDC-D495-88A7C0E5CC70}"/>
              </a:ext>
            </a:extLst>
          </p:cNvPr>
          <p:cNvSpPr/>
          <p:nvPr userDrawn="1"/>
        </p:nvSpPr>
        <p:spPr>
          <a:xfrm>
            <a:off x="1110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2A95E72D-CF26-7DB8-564D-FD2963622991}"/>
              </a:ext>
            </a:extLst>
          </p:cNvPr>
          <p:cNvSpPr/>
          <p:nvPr userDrawn="1"/>
        </p:nvSpPr>
        <p:spPr>
          <a:xfrm>
            <a:off x="1129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30AC7FB6-C487-95D3-7419-234E28EE5A2E}"/>
              </a:ext>
            </a:extLst>
          </p:cNvPr>
          <p:cNvSpPr/>
          <p:nvPr userDrawn="1"/>
        </p:nvSpPr>
        <p:spPr>
          <a:xfrm>
            <a:off x="1148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5D25715B-A7DF-F1A0-CA3B-C458FBD05F82}"/>
              </a:ext>
            </a:extLst>
          </p:cNvPr>
          <p:cNvSpPr/>
          <p:nvPr userDrawn="1"/>
        </p:nvSpPr>
        <p:spPr>
          <a:xfrm>
            <a:off x="1167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B546AF62-EA12-7D0A-99E6-AB81E1340929}"/>
              </a:ext>
            </a:extLst>
          </p:cNvPr>
          <p:cNvSpPr/>
          <p:nvPr userDrawn="1"/>
        </p:nvSpPr>
        <p:spPr>
          <a:xfrm>
            <a:off x="1186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CB0B85D9-9E93-5F09-3208-F429550C33EA}"/>
              </a:ext>
            </a:extLst>
          </p:cNvPr>
          <p:cNvSpPr/>
          <p:nvPr userDrawn="1"/>
        </p:nvSpPr>
        <p:spPr>
          <a:xfrm>
            <a:off x="1205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4A7AB4F5-CA3F-2830-82D3-4EDA33EFD070}"/>
              </a:ext>
            </a:extLst>
          </p:cNvPr>
          <p:cNvSpPr/>
          <p:nvPr userDrawn="1"/>
        </p:nvSpPr>
        <p:spPr>
          <a:xfrm>
            <a:off x="1224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3741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E9892156-E56D-CC25-5F5B-1F6186DEEE7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2BB83C44-30A5-1AE9-AF1C-56448B5296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A8B748FC-0A4F-7AF0-8142-8AC1917451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1F03940C-1C57-F04C-E318-280F944698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4D8A2CF9-D73D-0EE1-E24F-FA954D43FC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B39633E-5A6C-9D3A-5B66-8DE634D00B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347F2DEE-AE60-59DA-B301-5E39C8E8E2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6C13FCD-96B7-D0CE-4734-F737ABC20DA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025F201-2B03-93B0-64C8-277EEB9DBC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120356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E61BE6C-02D7-4259-FBCA-11A01CE0B65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A43129C7-913F-1E4B-687E-CE8EC3B43FA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192624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46C8A9C-C8D9-8611-4BDE-0AFE4AA8FB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128B7ABA-3B3E-C1FE-256D-51616E884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8C653A9-BACC-2723-39A2-C338CA5045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A2AA26E-0F7B-C0C3-F211-C21BE01208E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AE2F328B-AD8F-BA64-64E1-627B03F19F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C927851C-4AA8-FEEE-9B8A-427C4EEA9A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5E8C4A55-BAB9-9637-54A0-760BC17263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BC1EC8FC-7921-E9DD-3955-71437DEFE4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A5CC9BE-8595-AEC3-4941-15DB7013843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2817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E2197B2-3CEA-2FE7-2A42-C191DE68A28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C19DEA8A-ADE4-D25E-4845-408CC9B7F3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ECB30D89-93F6-F0E3-B35E-40523114CA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6A651DFF-BA1A-BB8B-4008-C0D0EC3973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745777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1D75C1CE-135D-A602-7357-4969780DE94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98E535CB-1409-2D36-7051-66C892E01F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28D109CC-E530-DE6A-CFC0-B180FBAFD17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B374F6ED-9ECD-84F6-6510-2B34C1FEEC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A8B6E68E-5331-C14E-9FA0-A61BFAE364A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6C6D9062-0BA2-006F-B1FB-F28DAC0985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58D90604-8DDF-79DB-A560-23A6A221F0A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43C482C0-E4C0-E8FE-66DA-233D3C5FB7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5CC35BAD-99FA-38AA-7BDD-421696EF9F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91CAA85D-93C5-63AD-3B1C-E103E1CC7B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722357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3F4255C-9360-B5B6-2494-52B864A2AEA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645DC094-BAA8-4886-E679-34F867EB56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E5434290-4356-8F48-1BD6-52F9581265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415B3DE8-B52C-F70B-EF2B-E7B1CDFBED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A912C446-98F4-14B1-D6E8-C0B737AC522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384EAE7-27B7-A379-968D-7E0C1E2E9D8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942268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E37ED9F-D491-B155-DCAB-20CF2158DBE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BBB60703-741E-22D3-4843-B9037E5BC3B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32B9F2C3-2DBC-91C7-0C6D-AB92088C7D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DC2954CD-A644-E90C-D7D4-D5A8C33040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596E7189-3E9B-A0B6-F4C2-B76AB6951D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92657B7A-5567-3AC9-7AFA-BDA25254303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FC3A8E59-6965-89EE-1462-9F2AD942EA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9A9946CE-869C-4295-72CF-9A1FC755E5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CC2EF97F-6AEA-B6E0-02B4-595B24432C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EC85FDA5-BC44-5FDA-4D2B-C666425610C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948694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6795392D-3F09-C8E8-0A4D-6F9B870C84D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C30F894A-BFF2-7085-72A3-BB978E3E65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658E55B2-B39A-1F7D-6F0C-FD008BECF3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CEA72C64-A07E-BDE5-AB9A-48572E719CE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FC91CD8-1276-C3A6-C338-EE5BF528490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3547CC2-0BC3-90B8-B800-711385F24A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23225780-2609-497E-9645-3D1C5B8EB34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548590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59727B56-D5DE-CA6A-67D1-09010BE64AF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464FF2D9-2BAA-9866-C398-E682AC1082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5A158266-AEF2-CFCF-DC00-CAB94236D9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2626AC1A-3A51-408F-A1CC-1FF52898D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557AB4B0-D5B5-CCAF-4397-111A50AF7D2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036D30A6-777B-DBC0-DFC9-3CB3B9478A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CFD02D52-C628-C114-4B56-635180EC4D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05702C84-7A73-C3CC-9DAB-77618DF3A84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3F60505-BEFF-49A1-78C1-6977C78716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890799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45BBAAE-0117-D621-423E-BA4A3417ED0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BAD300C-1B9D-5CDC-B273-0006A60AB2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71EF0DDE-59AC-8AEB-E666-28572A2E4F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FB652846-68F5-0281-4F9A-EE8865018E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4818A4CD-3AF2-AB38-3068-AE8041C63BF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A5ED1F12-1CF0-B34B-BF4C-5ED2FC56A65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643BC214-066F-4470-2267-D191560B367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0F268940-4DED-73BA-6309-F5D6ED58C0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258A911-0F84-DB0F-78B1-51EC5869ED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358493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645E37A5-FD5C-98DA-4B0E-E87CECCA85C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AA6CC78E-3B31-BDA7-853A-73A06F2FB3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77E5C667-C052-FB59-8943-385B0D5C5B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403A8AC7-A9D0-B157-D859-A0614ACA5A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8BDB5444-EBA8-4694-1A3D-86F7790432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7C3D1EBD-0914-8B07-9EA3-25D719CE8D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462DFE49-A03B-D762-9B0B-06D1F2B98F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88115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536AB73-8919-FDA5-7A94-8B0B65934A5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72DBEAAA-DF0E-CBFF-9BCC-9B047C500D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32FFC729-8ADC-4D09-24FC-E5E55BE82F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C6834FB6-E385-673B-2EE6-88D342461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EBD79ECB-BD97-F576-A4E1-781AFB07104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A59AAE5D-357A-2AAE-5B18-D74F89CF5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4E73E375-1A16-A7B4-45B1-BE3D61DAF7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2626920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2423350E-7110-E8E9-543B-FBA3A70241D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4E2F924F-52ED-1653-10F7-AB2F0BC866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0188C4CB-4BE1-C36E-8812-C5633D2185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AA6A4202-C978-5380-ABCF-8C3AAC1030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1187519-B133-DCE7-320C-0ADA59FB19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80BE27D-0FA2-178C-D932-55DF13EDE86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11851C92-828C-5EC8-66FE-35725B176F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08852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AC3642F4-15B4-1618-81D1-8147E4D84E9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589B28B3-189D-D986-EFBC-7359661C76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C5935D22-2F33-4CFF-B97A-42C8D1B8E7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A36B3145-5042-182D-2301-4E0CD28FC7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9CD960E9-9F7A-9333-7A23-2060B94468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71D700E8-33CE-E4E5-EFA5-34802D2573B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511CA09-57D6-3B7A-F941-C9C5297E85A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13970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301E58F6-FAA3-8668-D0AE-D5C1A0A2495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B3F1708E-2968-2107-3425-991E7C4B74F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B972FB27-A85A-7854-C75C-9B7E591A7B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7DDD3C7D-41B4-1BDA-F4F2-2FB15CC5615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marker_3">
            <a:extLst>
              <a:ext uri="{FF2B5EF4-FFF2-40B4-BE49-F238E27FC236}">
                <a16:creationId xmlns:a16="http://schemas.microsoft.com/office/drawing/2014/main" id="{EF47EF58-4AE6-6CC4-94DE-7C769CBA3CB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21ECBA9D-60E5-F652-2C99-9A0F36C4C9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marker_4">
            <a:extLst>
              <a:ext uri="{FF2B5EF4-FFF2-40B4-BE49-F238E27FC236}">
                <a16:creationId xmlns:a16="http://schemas.microsoft.com/office/drawing/2014/main" id="{F0D5C1A6-7E5A-CF0F-D3D1-499181DA91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A84F5E37-F0F5-2C23-0FED-D0304FD6A0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88662FE-A8EE-1A60-7EE4-0B697E0F5B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853016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ecisions_title">
            <a:extLst>
              <a:ext uri="{FF2B5EF4-FFF2-40B4-BE49-F238E27FC236}">
                <a16:creationId xmlns:a16="http://schemas.microsoft.com/office/drawing/2014/main" id="{7492612D-7D8A-C9C1-570E-031240A263D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7" name="decisions">
            <a:extLst>
              <a:ext uri="{FF2B5EF4-FFF2-40B4-BE49-F238E27FC236}">
                <a16:creationId xmlns:a16="http://schemas.microsoft.com/office/drawing/2014/main" id="{DF086732-A8C0-0FD6-F48E-F58B0CCEF8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5B8AB32-9FBD-85E6-E3E5-DE08B5F67EF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53CD6C7-06A1-2CF0-3619-22B59E5311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6DFE81B-4B96-B776-71CE-FC02CADCD7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8DCB7B5-DB54-8FEE-A954-D28E9A4597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783CDA89-0895-C7F4-6606-8FF614D3574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2A42BC8-151D-3DCF-D507-FAAEB29BE8F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801558B-AB0D-6585-3E51-B75BB2625F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68111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74EEE4F-B349-4B31-9811-90D259E0D621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6622063C-0B57-47EC-9E6E-D170EF750DA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5317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Bahnschrift SemiBold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integral-dark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2026-10-03T22:55:30Z</dcterms:created>
  <dcterms:modified xsi:type="dcterms:W3CDTF">2026-10-03T22:55:41Z</dcterms:modified>
</cp:coreProperties>
</file>