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">
            <a:extLst>
              <a:ext uri="{FF2B5EF4-FFF2-40B4-BE49-F238E27FC236}">
                <a16:creationId xmlns:a16="http://schemas.microsoft.com/office/drawing/2014/main" id="{41113F42-0103-1FB9-B52C-99DA13F6862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4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352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4129F8F-99A4-0E44-F189-F7DE0631415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7AF65E89-D1FF-F6BF-0781-B1FB09856E5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B9713993-81CA-4A85-5CA0-B4D01D2512F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49393C99-EC5D-90C8-BA92-9EE7E11604D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88457445-9F95-2A6A-39E9-88F10DA11A8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31598C20-CC5A-B53D-C705-AB11E90AA05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734F34AD-8247-C57C-3E72-ABBFCF2BDD8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07EDA047-7864-E46D-C520-2921475F344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1EAF6E2D-52A7-89F1-04C0-D0F47B0E09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4DA16E7D-A1D9-AA6C-FF65-1653276BB82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3932637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BF7EF36-8C53-4DBB-7B71-0021E51DAF9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18B8114B-56CB-1D94-E24D-99505C984D9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4640859F-F492-633A-95F3-6ED5996831D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41C58D8A-F526-9508-6729-C24F5C5A2D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9774CD8D-8EF4-6575-1751-B83D81676E0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00E21EEB-76ED-5796-0AE2-ADAC8BF089B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80C05DA9-D409-63C3-4F1F-4A37CFFB295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9093756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51E9E67-0454-3A4D-78BD-8AB2E8BE648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B2072524-B019-06E5-440B-4304E50C7E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D26E2428-4D08-FE94-133A-211F06CD14C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B4C62D21-A276-FFCA-E54B-F23558F1827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C3B3F146-078A-11F3-0335-AFF848CD537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79C53591-4021-97A8-F9A3-FA9972929B2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78457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9FEB2A2D-2CDE-32FE-AEB1-3BAD5578FDD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0B5CC9E9-E128-FA85-7D53-F5F66FFC828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FCDEE46A-7B8E-9BB6-0AF6-76F3926EB62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5DD3D0F6-AFA3-48C2-A726-42AD42472DA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38186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B9A89D14-1706-CE0B-A251-E7191E2BF84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241915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9B390C2-EC17-411B-AFCA-6C907977AAE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307C7336-EE26-DE5D-3822-D7C398FED4A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5443241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quote">
            <a:extLst>
              <a:ext uri="{FF2B5EF4-FFF2-40B4-BE49-F238E27FC236}">
                <a16:creationId xmlns:a16="http://schemas.microsoft.com/office/drawing/2014/main" id="{05C1FE27-1DF6-A04B-DE38-F7E05EE2BE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30635" y="2472230"/>
            <a:ext cx="3539104" cy="26870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0" name="attribution">
            <a:extLst>
              <a:ext uri="{FF2B5EF4-FFF2-40B4-BE49-F238E27FC236}">
                <a16:creationId xmlns:a16="http://schemas.microsoft.com/office/drawing/2014/main" id="{163BFC4D-C2EA-51DF-8245-DE668A9722E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30635" y="5159249"/>
            <a:ext cx="353910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564F4171-7F21-7AA5-5386-A02395FB46E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5427583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0995EDA9-6431-7139-AA0E-31A24FCE0DE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6637B837-4691-3191-8522-1C6CE4EAE96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90E9A96D-E877-677C-24BD-5834BBF4775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5113A1CD-053F-8C41-9077-CEEEF0F3A5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B879C18F-0F84-878E-0F11-D5CC7D14B9F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CF479349-43FA-1486-A67D-A4F996782E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4A76BF18-1C30-837C-DE22-DFECEBEE522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F0E76077-2038-7EB5-84B7-5FF0AD77704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205408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38751B9-49F4-78E5-1C7C-4BC33D57517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5AB75ECD-AA8A-580C-7548-F3BF156790B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6820DCAD-345B-6C19-48CE-370AC29927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A0EA23FA-63DE-F48B-723A-9DBBC3BA5D4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EBA958A2-BFE5-C659-7982-647F7764A61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ED1486C2-1ACC-BC13-3018-BC098FAD5A0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6550032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387438D-E439-0C2E-5D78-6CB265F8AE8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hart">
            <a:extLst>
              <a:ext uri="{FF2B5EF4-FFF2-40B4-BE49-F238E27FC236}">
                <a16:creationId xmlns:a16="http://schemas.microsoft.com/office/drawing/2014/main" id="{DEE4DD0C-1032-D22F-D450-2BB7C364544A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1024128" y="2286000"/>
            <a:ext cx="6804051" cy="35915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E8295216-8593-51AB-145F-D531CE3558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16983" y="2429663"/>
            <a:ext cx="2527219" cy="330423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81A4F5E3-72E0-B995-9A71-DABB355BD16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9367043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FD67468-CD8C-C7D1-379E-48B6C4387AC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FF9A4A1E-3D8E-AB77-9DF3-E0786E11417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28E880E7-7AE2-2E0E-44B9-3A9C0166E2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3770C723-21E2-A310-7FE4-03C8AADF31A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AA1B0547-0609-AA73-C647-7E3FC008689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16BF76A0-66A8-FA47-46EA-848908CDBF7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A02611FB-778C-F86D-E590-7763D5340F4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968597CB-EBB5-DB4B-51F0-517328BD25A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5968239C-5BB4-595E-4359-FC8BD9DE780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B0F855A3-5CB9-EBB9-E1F8-D18EB0256C6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8106041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ACF91A0-2BE8-96B8-0A40-B35C1114910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6C02D011-AABB-7BF9-0819-6E6152D4501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BFE6F932-451F-066E-41ED-BED9293C923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232666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113AC3F-402B-6EAB-DCDE-64975576CDC0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AD0208E6-6AA9-4C8C-B143-0C66823197D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39734616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matn:section_divider:default">
    <p:bg>
      <p:bgPr>
        <a:solidFill>
          <a:srgbClr val="2235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975360" y="3538728"/>
            <a:ext cx="10241280" cy="1536192"/>
          </a:xfrm>
        </p:spPr>
        <p:txBody>
          <a:bodyPr lIns="0" anchor="t"/>
          <a:lstStyle>
            <a:lvl1pPr>
              <a:defRPr sz="3600">
                <a:solidFill>
                  <a:srgbClr val="BA925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A2D82D93-5502-2711-148E-BA304C5D291E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ln w="19050">
                  <a:solidFill>
                    <a:srgbClr val="BA9251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3E3F4364-715A-285C-F309-7E9D368350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BA9251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  <p:cxnSp>
        <p:nvCxnSpPr>
          <p:cNvPr id="8" name="divider_rule">
            <a:extLst>
              <a:ext uri="{FF2B5EF4-FFF2-40B4-BE49-F238E27FC236}">
                <a16:creationId xmlns:a16="http://schemas.microsoft.com/office/drawing/2014/main" id="{A9351CA0-3E2D-DF21-FFCE-660B67046AFF}"/>
              </a:ext>
            </a:extLst>
          </p:cNvPr>
          <p:cNvCxnSpPr/>
          <p:nvPr userDrawn="1"/>
        </p:nvCxnSpPr>
        <p:spPr>
          <a:xfrm>
            <a:off x="975360" y="685800"/>
            <a:ext cx="10241280" cy="0"/>
          </a:xfrm>
          <a:prstGeom prst="line">
            <a:avLst/>
          </a:prstGeom>
          <a:ln w="12700" cap="flat" cmpd="sng" algn="ctr">
            <a:solidFill>
              <a:srgbClr val="BA9251">
                <a:alpha val="55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divider_rule">
            <a:extLst>
              <a:ext uri="{FF2B5EF4-FFF2-40B4-BE49-F238E27FC236}">
                <a16:creationId xmlns:a16="http://schemas.microsoft.com/office/drawing/2014/main" id="{C987059D-C48A-A691-CA45-29FA32DDD164}"/>
              </a:ext>
            </a:extLst>
          </p:cNvPr>
          <p:cNvCxnSpPr/>
          <p:nvPr userDrawn="1"/>
        </p:nvCxnSpPr>
        <p:spPr>
          <a:xfrm>
            <a:off x="975360" y="685800"/>
            <a:ext cx="10241280" cy="0"/>
          </a:xfrm>
          <a:prstGeom prst="line">
            <a:avLst/>
          </a:prstGeom>
          <a:ln w="12700" cap="flat" cmpd="sng" algn="ctr">
            <a:solidFill>
              <a:srgbClr val="BA9251">
                <a:alpha val="55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divider_rule">
            <a:extLst>
              <a:ext uri="{FF2B5EF4-FFF2-40B4-BE49-F238E27FC236}">
                <a16:creationId xmlns:a16="http://schemas.microsoft.com/office/drawing/2014/main" id="{0C0B933C-F41E-D473-FEEE-FD77058DDFE1}"/>
              </a:ext>
            </a:extLst>
          </p:cNvPr>
          <p:cNvCxnSpPr/>
          <p:nvPr userDrawn="1"/>
        </p:nvCxnSpPr>
        <p:spPr>
          <a:xfrm>
            <a:off x="975360" y="5486400"/>
            <a:ext cx="10241280" cy="0"/>
          </a:xfrm>
          <a:prstGeom prst="line">
            <a:avLst/>
          </a:prstGeom>
          <a:ln w="12700" cap="flat" cmpd="sng" algn="ctr">
            <a:solidFill>
              <a:srgbClr val="BA9251">
                <a:alpha val="55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59974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04C15105-4C8C-25B3-72E4-2335E04C85F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3F42042A-7473-FFD3-00FE-E37B3FFBCD6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9D9784EC-0635-2F3B-AAD8-A50D2359055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B6836596-5738-DAD3-1DC9-219508490B7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317F6BDE-7823-2412-1DFC-472A676935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2C3C5429-FDF8-7B76-2FF7-4A327B4372E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500A39B3-03B7-2A06-B605-0E678E44F95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4171D8C0-A115-D91D-AF8C-9CD21FA3DBE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F3119B7B-9CCA-9F1A-4135-BFE7D58C7E5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09257A96-F813-8D81-A7F2-4CCF771058E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1606625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EF9313DC-976E-38EE-B7C5-72EF2EB92EC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F54BD338-4A25-DB0F-C474-31457BF51B3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F1EF8D9A-3B4D-CE54-4F8F-50EE6DCD0DD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79472187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CF24849-1334-F08A-6E22-1C02F6D0695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7A8C7E20-6A37-02AE-FE41-BF485DCC632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B3F6819B-A561-71A9-8CC9-FCADEAD475E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2AA3E790-ECE9-7ED6-BDD9-499D81FFFC1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EE6B341C-8DC9-A439-9A95-C524F01AB18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073BC8CD-76B8-9C9F-7B02-EFE04BB73F3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DC32428F-F705-71F5-DBC7-7B96FEDB24D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C7E9B52B-FFDA-F287-7DC3-32FCA25AFCE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F16E0CEF-F171-9CA2-6B61-3E0554C8B90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60CECFEC-E212-62C5-0701-42B7388D00E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6407105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3A9FC44-051D-8FA6-5259-13EE9DB9DBD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4E088F21-3769-4C0E-7BBA-7C970B1F4FC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244975" y="2824734"/>
            <a:ext cx="3499226" cy="251409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36E6A9C6-7578-5B27-4F0B-6D13C7D5080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2286000"/>
            <a:ext cx="5832044" cy="23088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B2D4D756-06C8-B2AB-3A57-2D197D8B331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4594860"/>
            <a:ext cx="5832044" cy="12827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7A1D7695-16E6-7DC8-BFA1-A74A2DC0836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551880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87E6A50-07F5-4512-8101-32FF78A8928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454305C6-05C5-EAED-E04F-0FBA4CEAF98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2BE65C1D-3409-4FA8-AF96-7E3E01E0CA0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30"/>
            <a:ext cx="4511111" cy="156147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99841234-E920-54C0-15EC-6D0407E11B9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4033703"/>
            <a:ext cx="4511111" cy="8674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C80008BA-396A-34E1-C8C4-5DF25FB5F84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58015" y="2472230"/>
            <a:ext cx="4311725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D5BE4218-84B7-46ED-FBED-1990FFF6A2D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58015" y="3064836"/>
            <a:ext cx="4311725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07C3055A-B25C-9656-202A-682F26EB997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8014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A1E4CC16-9E9B-A143-DB69-C92C09EBCCE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58014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DAEC246B-1517-4857-69E2-B23D6478397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88032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1178FC08-DCE4-E4CA-92F7-AE4D8A2A465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88032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F9390A7C-BB5C-98B3-4AB9-C44D5567255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0990028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888AF29-745E-44CC-D877-1E6E234D54C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29B980CA-FA26-8F63-98CC-12DF490AEA7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20374B39-A3A3-E7C5-DC43-94F102BDF19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B35B5CB2-A2AD-8CA1-0AB4-5916004AD1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F2D1D074-CB36-FA97-4567-10B788D4B6D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BAFB7447-5BE1-1397-394A-23FBA596A24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D26711C8-369E-7ADE-420F-00F761FAEF3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756631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DE16947-3C96-BE10-7BF7-2D4AD0011A3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0591D5EB-A78E-D72A-8F64-CFC8D1B0434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E1659F68-0014-F9B5-C618-7CB3B051BD5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48744" y="2419022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0AB94429-4B2B-AE64-7321-A1AD0A28027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10857" y="2419022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08753A1B-1E07-269E-CC2F-D3679704C54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48744" y="315263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EA94974C-20D6-B60B-B896-1C24A4C8E7E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10857" y="315263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BD98E7A0-F074-F35F-1694-C92A2EB5FF4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48744" y="388624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B3A3F29E-2E70-C566-CB7D-19BE7F555FC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0857" y="388624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CFFF5C9A-A433-AC2F-9E7B-44651405FC5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48744" y="4619850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27E8F0CB-9966-2C01-663E-FD08C543DC3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10857" y="4619850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7C1DE3E7-37EA-C8E8-0F58-3D8C52DDF00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360691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A31172D-99B5-3507-DCAA-93B54E5642F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5C2F2EFC-367E-B69D-6ACB-59F7156E64E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8F8451C0-4FAB-A237-161C-B78F3ACA8B7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12504672-EA29-FF35-7D05-F53510E6C3B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531750FB-ED1A-2298-31F2-1D3B0A6B4D0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E3CA37BB-D915-3B4E-F3BE-99D39B7A8A6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E17FD7AB-5323-6AFB-F550-6491A124794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CF19734B-04D6-D0F1-5F48-42CB3BF64FA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7276407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9E354FC-6C6D-E674-23B0-032A7121357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59659368-1494-9909-2DBC-191B529C8F6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F9D3D4C1-354B-41FF-E66D-4C9AEED849B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C12E4FA2-B2A2-703E-76D5-ABE436F0792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C7CCDB14-2EED-576D-FC03-C220394497F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61401E81-8ADC-F1E8-1744-F5FA65F3759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435E1D32-E374-76D7-60FD-EA1AEE4264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16867D90-E2C2-D56A-0876-29A10B142BA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D891BFBB-B0E8-E5E4-5B94-9251FF9A775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EF5BBA39-BBFD-0172-5D4B-DE83F87130A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6394841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7A80702-9F0F-69C9-3D31-844496ED9BE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02280044-E4A1-A389-EB8C-A10A8B77293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811082"/>
            <a:ext cx="1931553" cy="84713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CA6A4E69-521F-8F4D-5ACD-182C7FE3C25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BCDAFB60-5344-E718-90AE-0EBD9FFF0A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78457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8C079E6E-F531-3FA2-BBE4-83D3659A12D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45E6C117-FFA5-AF86-596F-65F13665D67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2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AC6A0DBA-E557-2B9E-47CB-D5EBF427007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B135357A-1599-54F0-9551-14FBC2E9FDB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38186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F1EC1D0E-A375-2BDF-FED2-E203BFC6EA2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4D590703-047D-35DD-43B6-1CF7B69B013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8878119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3CFAF3B-9CD1-F0F5-3AB2-2E9AF3A8E63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BBB6A7A1-DE56-1152-8F85-D2FA8C542C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251A601D-E53E-224A-9DF9-9E809E18E42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02661B4A-57A0-BF15-57E5-2E2268666B2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4DE23E3E-E556-94B9-B2A5-0BBC0B87D4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68280565-9F63-2FB1-841B-7D9F53CBC83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76A9A922-7FF5-E3B5-1D74-D7762717E2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76B457D2-8B9C-9691-96A2-8B31E26F20A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9899266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BB008A0-3BD7-FFB8-F254-3B137C0C53C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D7C34665-34FD-0A72-5D8F-2BD46FB6240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194D93F5-31DE-C820-8B37-DE12EE734D9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79570BE8-DB9D-296B-F936-93ABC99CBE2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91009830-37DF-DC9B-6049-BBBC2D69E50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F46DB6BA-65B2-A13F-2CA1-A3DE0BC41E1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B92CC31D-DE7D-9A42-E068-61C124DC4A0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AE3FC558-A1F7-F02F-A6A6-A4694D25919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96642093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5281689-E6F7-83CC-DF57-0D55A0830ED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8D2E5058-81F1-D541-2E88-A47D4CF183F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BAB897BF-FB6C-C0E3-B752-BA36B2BC42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E7BAA097-4EC7-495D-441E-BF7977641EE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539D2A93-8E3D-8EEA-7F66-880133C4040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13CED4D1-5818-A53C-D7B5-99BD04F37D7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D667F73D-2363-DA60-325B-8462EEB188D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1A55F7C7-3FCD-5271-DE67-3C831CBD27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95818822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BD3B9FE-D760-8BB6-9847-714DD2D36BD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9ADC4DAB-26F5-CD5F-462B-5F4EF9F4D67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9591D87C-0B59-1438-7C73-9AE721A7DED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BC6DD4F2-C3B5-79B5-3332-D4DB005CCAE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D7460A4E-FBE3-0B20-BF3E-F2160350C3E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9D6F2EF4-F1E7-7490-5D4F-52B7B3658DE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F0CE9CC3-F903-6E41-AE14-AD183133529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75287459-779D-C4D9-053E-6CBC4BE1934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41790507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3CBA71BE-600E-6073-EC1E-F197F27778B0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75DA9DA4-0A46-BCCD-5E4E-ABBA68729F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5A17039B-7E29-6F2D-74B8-EA1C3BF9E0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96749" y="241902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marker_2">
            <a:extLst>
              <a:ext uri="{FF2B5EF4-FFF2-40B4-BE49-F238E27FC236}">
                <a16:creationId xmlns:a16="http://schemas.microsoft.com/office/drawing/2014/main" id="{07CD14B5-29E6-360B-AD8F-E87EAA07585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70A296D8-7069-1FAB-7371-E49562308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6749" y="335016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marker_3">
            <a:extLst>
              <a:ext uri="{FF2B5EF4-FFF2-40B4-BE49-F238E27FC236}">
                <a16:creationId xmlns:a16="http://schemas.microsoft.com/office/drawing/2014/main" id="{E9EA6C8B-99A2-0420-21C7-A24643BA28E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A39A4E5D-31FB-FDD6-3D7A-9548F90628E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96749" y="428131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marker_4">
            <a:extLst>
              <a:ext uri="{FF2B5EF4-FFF2-40B4-BE49-F238E27FC236}">
                <a16:creationId xmlns:a16="http://schemas.microsoft.com/office/drawing/2014/main" id="{CEFCE449-4B40-28C2-C1DF-776D8F60ADB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66BC734F-14D1-5A28-090E-5EFCC0DF47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796749" y="521245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F35E1020-8F98-E1EE-5DEC-CA273C80419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1363169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AE835F4-2E67-BC96-E52B-074075EF614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decisions_title">
            <a:extLst>
              <a:ext uri="{FF2B5EF4-FFF2-40B4-BE49-F238E27FC236}">
                <a16:creationId xmlns:a16="http://schemas.microsoft.com/office/drawing/2014/main" id="{7401B1FE-AF83-C57F-BDEE-B878ED75D92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4842659"/>
            <a:ext cx="2352756" cy="84867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9" name="decisions">
            <a:extLst>
              <a:ext uri="{FF2B5EF4-FFF2-40B4-BE49-F238E27FC236}">
                <a16:creationId xmlns:a16="http://schemas.microsoft.com/office/drawing/2014/main" id="{D2CE8524-C39C-9405-BA67-CF5188ABA02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48549" y="4842659"/>
            <a:ext cx="6921191" cy="84867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6927B997-4FA0-6760-03C3-E6C6B9D766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FB5A8D84-6520-00CE-B77B-094ACE59D53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2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90ECD861-CD75-A41C-0807-88CBF111CB2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05078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7A3A271F-90C9-76BC-9C60-59DABD67DCC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05078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item_3_title">
            <a:extLst>
              <a:ext uri="{FF2B5EF4-FFF2-40B4-BE49-F238E27FC236}">
                <a16:creationId xmlns:a16="http://schemas.microsoft.com/office/drawing/2014/main" id="{A4995732-B05E-94AC-2A19-8865F73ADBC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11565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5" name="item_3">
            <a:extLst>
              <a:ext uri="{FF2B5EF4-FFF2-40B4-BE49-F238E27FC236}">
                <a16:creationId xmlns:a16="http://schemas.microsoft.com/office/drawing/2014/main" id="{942666FE-A86A-60F3-732A-D68652F70C7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11565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9AD79A3D-B0AD-5691-92E3-322C14BADD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06582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_master">
            <a:extLst>
              <a:ext uri="{FF2B5EF4-FFF2-40B4-BE49-F238E27FC236}">
                <a16:creationId xmlns:a16="http://schemas.microsoft.com/office/drawing/2014/main" id="{AFD2016D-3BFC-B736-C88F-BF900AD251A3}"/>
              </a:ext>
            </a:extLst>
          </p:cNvPr>
          <p:cNvPicPr>
            <a:picLocks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10ED7D75-8BCA-4792-8B33-188BE8B045C9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EDD050AF-432A-42B3-B4EC-757E823036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520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  <p:sldLayoutId id="2147483691" r:id="rId20"/>
    <p:sldLayoutId id="2147483692" r:id="rId21"/>
    <p:sldLayoutId id="2147483693" r:id="rId22"/>
    <p:sldLayoutId id="2147483694" r:id="rId23"/>
    <p:sldLayoutId id="2147483695" r:id="rId24"/>
    <p:sldLayoutId id="2147483696" r:id="rId25"/>
    <p:sldLayoutId id="2147483697" r:id="rId26"/>
    <p:sldLayoutId id="2147483698" r:id="rId27"/>
    <p:sldLayoutId id="2147483699" r:id="rId28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Segoe UI" panose="020B05020402040202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63F3A"/>
      </a:dk1>
      <a:lt1>
        <a:srgbClr val="F7F5F0"/>
      </a:lt1>
      <a:dk2>
        <a:srgbClr val="4C5150"/>
      </a:dk2>
      <a:lt2>
        <a:srgbClr val="E9E8E4"/>
      </a:lt2>
      <a:accent1>
        <a:srgbClr val="8A641F"/>
      </a:accent1>
      <a:accent2>
        <a:srgbClr val="263F3A"/>
      </a:accent2>
      <a:accent3>
        <a:srgbClr val="4C5150"/>
      </a:accent3>
      <a:accent4>
        <a:srgbClr val="263F3A"/>
      </a:accent4>
      <a:accent5>
        <a:srgbClr val="8A641F"/>
      </a:accent5>
      <a:accent6>
        <a:srgbClr val="4C5150"/>
      </a:accent6>
      <a:hlink>
        <a:srgbClr val="263F3A"/>
      </a:hlink>
      <a:folHlink>
        <a:srgbClr val="4C5150"/>
      </a:folHlink>
    </a:clrScheme>
    <a:fontScheme name="Integral">
      <a:majorFont>
        <a:latin typeface="Georgia" panose="020B06060201040202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20201040206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Georgia</vt:lpstr>
      <vt:lpstr>Segoe UI</vt:lpstr>
      <vt:lpstr>Wingdings 3</vt:lpstr>
      <vt:lpstr>Integral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2026-10-03T19:33:50Z</dcterms:created>
  <dcterms:modified xsi:type="dcterms:W3CDTF">2026-10-03T19:34:03Z</dcterms:modified>
</cp:coreProperties>
</file>