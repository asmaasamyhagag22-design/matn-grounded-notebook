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">
            <a:extLst>
              <a:ext uri="{FF2B5EF4-FFF2-40B4-BE49-F238E27FC236}">
                <a16:creationId xmlns:a16="http://schemas.microsoft.com/office/drawing/2014/main" id="{28A5D8D3-22B8-298D-171D-6A36F483D4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057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1E32754-AD72-4423-B446-605BD51119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D71674E9-B502-E4E3-87F6-ECFE3B644C4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972EB0D4-CA56-A0F6-E172-F930F301760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C087C155-B973-6C3C-7E23-22E58E271EA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AC375A78-7C86-CFDA-7F4F-7140F2F5F02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1730C7AE-61A4-174F-FBD3-BD25936F68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D228F514-0AC8-F1F2-7237-109A6CD7405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2871C8B2-76A6-62AE-3425-0579A9F6DCE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71BCA380-A1B8-BFAB-8C82-1586A7E0D54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5AF49936-8EDD-6993-12E7-A5BCB08719D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716090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C19DCE0-5B9C-BD74-4404-66CBB7E290B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0346A32D-78B2-03CD-2D68-0B5BB0650EA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AB942302-B5B7-0107-7F65-04A48ED6E32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3D086127-5BC4-F362-D84D-E30BE0D5455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DCDF920A-9D56-A3D7-5BFF-E79964DCAD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D016D15F-35F6-A936-745C-99084FBCC9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744B23BE-3770-611B-64D8-3EABD88D6EB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159505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ECE9EF9-F4D1-AB34-F5BD-A2977C1CCBC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E46199E9-ABBC-434F-4371-F16C94F4DBF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B4ABCF8A-F321-72C1-1338-B2F3128B46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42E1EBB5-48F4-224D-082F-E49A5BD38AC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AF6D3426-7662-84A1-4854-C465EFA3B56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A317069A-3B4D-EC6E-3B4F-E3BCB84D90F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78457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123A2BDB-2493-DA79-84D8-0CED135B48B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1C8DD19B-2B26-FCB5-06FE-4652BA6CEA3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FA01E137-CA6F-E4D7-8804-8900659F2C7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65DFC636-AF8C-07D6-2396-8338BA737A5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38186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27F3341F-F518-C226-AC5A-FF0074FB180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832572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3EAE19D-3B1D-33A9-9B29-60F48CA0B8C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B34139D2-7FB8-C132-F6A2-825E1A9C71D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5443241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32D2BC1C-C6FB-4D45-BF68-C73D05D53A7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30635" y="2472230"/>
            <a:ext cx="3539104" cy="2687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5EB63CDF-3BF7-87C2-445F-B7E6D4786C6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30635" y="5159249"/>
            <a:ext cx="353910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E641EBCB-1923-DF28-82F0-F4A7754DBB3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473349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A09EA44-EB9B-92B0-7BC0-A989DBC3042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C6A5F7BB-FF8F-E1D5-F4F8-BC7723F1333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56F5075-07DB-3644-164B-D8DB7D3D87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58DB4DF6-9E07-127F-B4BF-D0E2E889B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D8FB0A36-6591-9CCC-ACA2-DC8143542DF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AEA69F5E-49C8-897E-6584-BF0D46654F9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84829AA9-1DE9-3F78-3E76-95253FF482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1C392350-05F5-206F-FE26-9627A2CEF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3294712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9FD7033-4F1A-C54A-0FA4-F80B4093C81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BC6A2A1E-EB65-4105-C39E-ADE0B636E21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58141330-AEE1-8BC9-A93E-B514EB2473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B6F28D6D-DDE4-6878-15F6-4010E48F206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3327835A-7601-445F-603C-3FEBCF13F8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6A3D4032-71AC-9121-6D00-70ABB38D009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778729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F5AD1CF-23FA-D5F4-1DD8-446E760584A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hart">
            <a:extLst>
              <a:ext uri="{FF2B5EF4-FFF2-40B4-BE49-F238E27FC236}">
                <a16:creationId xmlns:a16="http://schemas.microsoft.com/office/drawing/2014/main" id="{60DD0141-A3AB-B18F-A59B-3776DA6DE3C8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1024128" y="2286000"/>
            <a:ext cx="6804051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69173EA1-9738-0AF3-9179-215E8D4849F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16983" y="2429663"/>
            <a:ext cx="2527219" cy="330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BEB2AB3B-7B1D-1F47-9AAE-BAA5A7944D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319313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A666075-4D27-5E07-554F-FC18C837B08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FFBF4879-3587-861E-DCEB-5D28DB9CB10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5A1A687-916F-2DF1-22F1-74C0E768983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84319223-AF73-BDE0-E78E-18F54C0285B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86007F08-773F-C0D8-D5F9-51BB6B23B2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F615795E-7F03-5429-A67B-4A6CF33709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D9AC5B95-DB9E-8486-5277-1BCA6EEEC28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44468ADA-3F07-C467-69BB-3407E4DBE88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53031E09-1431-7AA9-4A60-E6C668E1460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792582A5-B718-55AB-9149-15BDE45A799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49991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6F03BD5-0413-1019-0EC4-94ADE428CA9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3A3EEF01-6002-54A9-EA86-307409E2388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33D68747-A6C0-A229-2741-1D50A85C2F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36986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050ACB82-067E-551F-E440-8BF07EDD2CA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69AFDEF1-FDDC-B751-9508-94249A86736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13618521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solidFill>
          <a:srgbClr val="2235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BA925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D8BD0806-345B-D6AA-B72F-DCF1CB6A7C8C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ln w="57150">
                  <a:solidFill>
                    <a:srgbClr val="BA925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FD0A2719-2ED6-62AB-0748-45900E62299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BA9251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cxnSp>
        <p:nvCxnSpPr>
          <p:cNvPr id="8" name="divider_rule">
            <a:extLst>
              <a:ext uri="{FF2B5EF4-FFF2-40B4-BE49-F238E27FC236}">
                <a16:creationId xmlns:a16="http://schemas.microsoft.com/office/drawing/2014/main" id="{0218BF31-2EEC-FEFB-82DB-982541C952B6}"/>
              </a:ext>
            </a:extLst>
          </p:cNvPr>
          <p:cNvCxnSpPr/>
          <p:nvPr userDrawn="1"/>
        </p:nvCxnSpPr>
        <p:spPr>
          <a:xfrm>
            <a:off x="975360" y="685800"/>
            <a:ext cx="10241280" cy="0"/>
          </a:xfrm>
          <a:prstGeom prst="line">
            <a:avLst/>
          </a:prstGeom>
          <a:ln w="12700" cap="flat" cmpd="sng" algn="ctr">
            <a:solidFill>
              <a:srgbClr val="BA9251">
                <a:alpha val="55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divider_rule">
            <a:extLst>
              <a:ext uri="{FF2B5EF4-FFF2-40B4-BE49-F238E27FC236}">
                <a16:creationId xmlns:a16="http://schemas.microsoft.com/office/drawing/2014/main" id="{E8038842-BBB7-558B-3C86-FA899E18D370}"/>
              </a:ext>
            </a:extLst>
          </p:cNvPr>
          <p:cNvCxnSpPr/>
          <p:nvPr userDrawn="1"/>
        </p:nvCxnSpPr>
        <p:spPr>
          <a:xfrm>
            <a:off x="975360" y="685800"/>
            <a:ext cx="10241280" cy="0"/>
          </a:xfrm>
          <a:prstGeom prst="line">
            <a:avLst/>
          </a:prstGeom>
          <a:ln w="12700" cap="flat" cmpd="sng" algn="ctr">
            <a:solidFill>
              <a:srgbClr val="BA9251">
                <a:alpha val="55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divider_rule">
            <a:extLst>
              <a:ext uri="{FF2B5EF4-FFF2-40B4-BE49-F238E27FC236}">
                <a16:creationId xmlns:a16="http://schemas.microsoft.com/office/drawing/2014/main" id="{740F7BA7-C22D-A2F4-165F-6B48D3916BCD}"/>
              </a:ext>
            </a:extLst>
          </p:cNvPr>
          <p:cNvCxnSpPr/>
          <p:nvPr userDrawn="1"/>
        </p:nvCxnSpPr>
        <p:spPr>
          <a:xfrm>
            <a:off x="975360" y="5486400"/>
            <a:ext cx="10241280" cy="0"/>
          </a:xfrm>
          <a:prstGeom prst="line">
            <a:avLst/>
          </a:prstGeom>
          <a:ln w="12700" cap="flat" cmpd="sng" algn="ctr">
            <a:solidFill>
              <a:srgbClr val="BA9251">
                <a:alpha val="55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93885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8F95A41-2581-B0D3-6632-45AF20052C7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FDE0C346-BB37-A1F7-DCFE-05F56B01078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FD353FE-8E8F-3E26-3520-AA6A1FD961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5C1C7D9E-E481-DC28-A76B-F44E8F3EFC6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89F7A827-8F1B-DD44-32EF-95642EA459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FC9172BF-3E59-FD09-DE0E-1C5678AB9F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7E3F584D-3276-B5AB-B325-2E971FA05D5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52F6837B-C8C5-B721-E7B7-CDD597B4EB9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124D8A2D-4148-370A-0C21-6FFB9213D10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A5BB4514-AE89-126F-28D6-E46664A4B0F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965357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E135178-CF95-5C1C-DC34-86D505E161D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8B1C0A8F-220E-EAF6-55C0-0352B1A0B09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51776F08-0ECA-21C7-01F7-61BE65C553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4598997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D1AEE64-246E-A0DA-58B1-631AB7C148E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F9ECD2B2-9283-3794-9C07-A434BBEBDBB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B8B02962-AB03-1A70-9993-40F1828F9C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79D1F66B-70B4-BAE4-6AD7-534CAA506BC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04A1A06F-0E1E-4035-3968-B47316900B2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2DD2DE4F-BA24-1511-32FF-EBB0CBFF18B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9C0E8256-0C35-C993-EFC3-7AC8C0674B7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160D68BE-A20F-3334-D587-CCB05FB60C4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14739726-0F18-1653-DE92-8B2254A54C9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52CB817C-3299-B1B7-E9C1-784ADC40A5F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145680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1BF9CD3-B8B9-3137-3114-CE026A5ADBA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9F6DCE20-4282-3D02-545A-1D19FACDFB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244975" y="2824734"/>
            <a:ext cx="3499226" cy="251409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20FC2C31-5803-B1EF-81E1-7C8AEE745F0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2286000"/>
            <a:ext cx="5832044" cy="23088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04D2E11E-4DCC-B6C2-D13B-50659851C6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4594860"/>
            <a:ext cx="5832044" cy="12827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B82D0E9E-E2ED-4088-CD27-CDF85DD58A3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8420176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E5A9272-20C9-53EB-FF04-28E31805165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EF15FF1C-195B-8534-29EC-DD7F12BC4EB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D11485A4-C786-335A-9C42-5662E96BF0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30"/>
            <a:ext cx="4511111" cy="156147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A2C200B6-A447-D1B0-6DB1-462E42795A0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4033703"/>
            <a:ext cx="4511111" cy="8674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43C76429-6A1F-7CE7-AB97-49B3C61ACF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58015" y="2472230"/>
            <a:ext cx="4311725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5A545BF1-60A6-4A9D-67EF-6FA3012DC4E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58015" y="3064836"/>
            <a:ext cx="4311725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45654B90-B05E-410B-FF88-3A9562CCE0D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8014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486EF39B-898B-71C3-F1FE-F45C64A8C8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58014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71674B4D-2DA5-C288-796A-38591692049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88032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52AB1C7D-CD2F-949A-FBC9-639EAD64B08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88032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BA147568-E5AB-005A-9598-09FF93AB694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9475746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28AA623-1FBF-145E-1A7A-1C5454257E9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47857655-78C6-DE2F-3D72-3DF00C9CCD8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772F1255-0F4B-9C16-D33C-1016124848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E2C3540C-6B38-DF2C-5B55-61DAACADA10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7D4B79C7-CC15-F3AB-81C5-A4A9EC07631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86A807D7-6C85-4D5F-EC14-98C076185A8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CB49C547-D6D6-F9CC-7BB8-F718F1037B3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5616383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1FFD335-17A8-F556-1B17-6FB00C2A43F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2F8F02E-8357-73C3-54D2-1BB52310E66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228636D9-6910-28AC-97ED-A2DD4D947AA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48744" y="2419022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FE7E6D2A-B463-C0FE-59C7-FDCA54E91D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10857" y="2419022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F79D7683-1E9D-E4CC-1A94-0B7103E6D44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48744" y="315263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ECAB2FBC-C26E-D1B0-CB82-13D8E47C4F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10857" y="315263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9E448A82-A923-3F9C-5285-383AFFD8B55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8744" y="388624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B2764F01-FC4E-C804-B375-3A6A908A894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0857" y="388624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D50FC6B7-A4F0-34CC-5C97-1FB7E147A20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48744" y="4619850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AD4450FD-8FBE-46B5-315C-360E9E7B37D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10857" y="4619850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8C3418F0-507A-9BF5-ED18-35F9D978411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8682598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BE4611E-922D-BEE1-F6AD-ED849778829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2457897D-1D69-0959-EEA5-AC2567A63EB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F0142AEC-D8C9-730C-A05C-51C86BF77E2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7FC939E9-8BC6-55E2-28E0-C05CE49465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C5C0400C-7C47-5DF1-4704-44F4459BBFE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9BB8DD53-3B3A-D8CC-486B-88439D173F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24E9FF03-586E-FFE2-DFEE-5FCCF231F2B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DAB6B5E6-FE4E-9FC7-4071-4620902DC8E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9719523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8985886-1A20-208F-51D6-25F4FB14E33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54896430-D7AF-3B73-5230-55CD654BE0D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2D0E2FED-B6E7-9BD8-35E8-4570E6EDBF5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04E91C5A-FA3D-8695-170D-F21AC7027B6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177EBE58-84AC-9DF4-37EE-5EBC4588C2B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3A15C407-CD3D-1714-325B-899FE967FC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C07A71B9-4E8E-6D6F-4D54-273922B9413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36BDB821-85B1-6E13-33C3-A2DDAFFBB4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C7F5B5CC-CF6A-BA26-1984-00ECFABE0C4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CB8AA93E-2583-55C6-BDEA-B4DCE0287CD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76666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DA9D0B9-B170-3AE7-5027-5C064783F9D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E22DB2D2-C383-25E9-CF7A-1FADA04485F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811082"/>
            <a:ext cx="1931553" cy="84713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1D526D5B-BBD1-5DEC-50AD-B9852B3341F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D22F57AA-795C-9E55-B96F-82BD55F0D87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78457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6F540C72-DB3D-8871-AC73-798699C8E23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721EC035-DAFF-9116-18D6-F21E583FB57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2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DF62C88F-39BE-8D1D-7BB4-E4D18707983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A98222C7-C460-C0AB-0E31-003340982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38186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9A79F9A8-26CF-366F-D57E-3FCE228F396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9E703325-FCDF-8AF3-52C2-626BB645B4C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93570054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83CDAEB-E1D5-978B-3972-C5EA105B5AF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83F796AC-9C49-1ED8-4F81-10D6D3E0B78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B8B17B9C-3B63-9AF2-0160-87BDF317B0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C902A0CC-6F05-48C5-56DD-0FC9624DEE4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77CA54C3-860A-0C63-2F7B-ACC49C78B83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667FD638-6B13-15E0-C23A-D045B038CAD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C270AD22-034C-F3CB-02AF-A794952B96C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1DA28C20-323A-CA51-610C-379CD7C3C48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706621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8E20DCA-9185-116C-99D8-4FBAC9319AE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9A7736B7-C466-C03C-4EC4-BBF43F2D0F7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895349DF-8A0C-1E65-F79C-D87C73850E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2E5DA06F-0CB5-98EC-C483-6309FC6EBA1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87D89079-B07A-36BF-B93B-586D6E2CBB9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FF6FA2BF-5973-BCED-5738-BC94D5E8107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E11D5930-95C6-9C1E-A582-15EEDE392AA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941A02BA-EA63-CE21-F2AC-82D758D1BA1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054836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125D63A-2659-C440-4C2B-E8777BF9EA4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728523DF-086E-FE9E-1284-01B089AC5F9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2F9A7365-947A-039E-1FFF-2776958265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F3E7E347-05EC-E911-1666-673A7A29DEE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225E4012-85FC-FD0A-A53A-C844FF823C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A47D816E-3CFF-DE0D-340B-EAE5856EA37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65663B74-2CAD-BC2D-CA45-B141C5EA398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436E3F41-E5AA-1751-C789-529F9A768F7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46784784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0E9CED5-F5C0-C2B9-9CC2-EC9BFA93ECE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5F8F6E2E-DF4D-B2BF-F4F2-A39F97EE21E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C09CF606-65B3-7DCD-8EA6-40126D962E6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6905A810-9094-38C7-9193-161EA909FD9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8E3633E4-49D5-0629-6E57-12C568817FC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7EB74F81-A693-0CE6-AB82-75251454BF3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F913B169-3BB3-F0F0-A674-12E549C5900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CB7643E3-A0D8-5814-6864-D091BCEEA80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8744167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E9C3DEF8-D20D-9680-6191-8E975FEB7CF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BD0D5A47-0273-0621-4B05-C082A7561E6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D8F8EFC6-8784-5313-3BAB-EC41B46DF04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96749" y="241902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F0CCE60D-29DA-C90E-751C-BE46DA0645D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738AFEF7-9DD5-86B6-EE4F-44AAD351DC3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6749" y="335016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marker_3">
            <a:extLst>
              <a:ext uri="{FF2B5EF4-FFF2-40B4-BE49-F238E27FC236}">
                <a16:creationId xmlns:a16="http://schemas.microsoft.com/office/drawing/2014/main" id="{BF699802-1AA7-4B77-8865-1D9768F5A5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144B05A2-2C01-01C8-4D01-3FDC676C604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96749" y="428131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marker_4">
            <a:extLst>
              <a:ext uri="{FF2B5EF4-FFF2-40B4-BE49-F238E27FC236}">
                <a16:creationId xmlns:a16="http://schemas.microsoft.com/office/drawing/2014/main" id="{944610BF-2A3D-1F07-0E94-F3829ED046E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706E80E9-E600-C8B1-02C2-201E45FFB0B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796749" y="521245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57BF8F2B-6336-9A11-5EF7-FC1A6FBF15A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43574706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9A99619-9218-FA50-07A7-A587F393256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ecisions_title">
            <a:extLst>
              <a:ext uri="{FF2B5EF4-FFF2-40B4-BE49-F238E27FC236}">
                <a16:creationId xmlns:a16="http://schemas.microsoft.com/office/drawing/2014/main" id="{5493EC2A-0576-335C-7B5C-26CA246CFF2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4842659"/>
            <a:ext cx="2352756" cy="84867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9" name="decisions">
            <a:extLst>
              <a:ext uri="{FF2B5EF4-FFF2-40B4-BE49-F238E27FC236}">
                <a16:creationId xmlns:a16="http://schemas.microsoft.com/office/drawing/2014/main" id="{3AC790CC-1AAB-A077-4E5D-B9FFFC54D2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48549" y="4842659"/>
            <a:ext cx="6921191" cy="8486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ED3F8C12-4CAC-2D32-FAA5-5C053C32D5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837A0C6D-D0CB-2150-DAE4-22781744B6D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2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16D418B3-4537-1559-F1A8-5FDFDB6DCE6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05078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4D6EA814-A0E6-DC10-6393-1C49E3BF17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05078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0A216FEE-2634-A824-6E1B-0DCE2B31FD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11565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2F91E331-5A10-D69B-FA8A-79E66158CB2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11565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7D04884B-03A0-8CFA-7B52-932DE6F2763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299138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_master">
            <a:extLst>
              <a:ext uri="{FF2B5EF4-FFF2-40B4-BE49-F238E27FC236}">
                <a16:creationId xmlns:a16="http://schemas.microsoft.com/office/drawing/2014/main" id="{6FC0AE8F-6E6C-CA2C-0DE7-E7B9D8BC77F4}"/>
              </a:ext>
            </a:extLst>
          </p:cNvPr>
          <p:cNvPicPr>
            <a:picLocks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5DDA866-DF04-4AEF-ADD4-8AFF018326A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B3BADF7A-34E3-4F53-BB65-9FE23DA90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572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  <p:sldLayoutId id="2147483698" r:id="rId27"/>
    <p:sldLayoutId id="2147483699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63F3A"/>
      </a:dk1>
      <a:lt1>
        <a:srgbClr val="F7F5F0"/>
      </a:lt1>
      <a:dk2>
        <a:srgbClr val="4C5150"/>
      </a:dk2>
      <a:lt2>
        <a:srgbClr val="E9E8E4"/>
      </a:lt2>
      <a:accent1>
        <a:srgbClr val="263F3A"/>
      </a:accent1>
      <a:accent2>
        <a:srgbClr val="8A641F"/>
      </a:accent2>
      <a:accent3>
        <a:srgbClr val="4C5150"/>
      </a:accent3>
      <a:accent4>
        <a:srgbClr val="263F3A"/>
      </a:accent4>
      <a:accent5>
        <a:srgbClr val="263F3A"/>
      </a:accent5>
      <a:accent6>
        <a:srgbClr val="4C5150"/>
      </a:accent6>
      <a:hlink>
        <a:srgbClr val="263F3A"/>
      </a:hlink>
      <a:folHlink>
        <a:srgbClr val="4C5150"/>
      </a:folHlink>
    </a:clrScheme>
    <a:fontScheme name="Integral">
      <a:majorFont>
        <a:latin typeface="Georgia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Georgia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2026-10-03T20:02:10Z</dcterms:created>
  <dcterms:modified xsi:type="dcterms:W3CDTF">2026-10-03T20:02:23Z</dcterms:modified>
</cp:coreProperties>
</file>