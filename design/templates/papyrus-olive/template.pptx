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Sz cx="12192000" cy="6858000"/>
  <p:notesSz cx="6858000" cy="9144000"/>
  <p:defaultTextStyle>
    <a:defPPr lvl="0">
      <a:defRPr lang="en-US"/>
    </a:defPPr>
    <a:lvl1pPr marL="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matn:title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reative_background">
            <a:extLst>
              <a:ext uri="{FF2B5EF4-FFF2-40B4-BE49-F238E27FC236}">
                <a16:creationId xmlns:a16="http://schemas.microsoft.com/office/drawing/2014/main" id="{413D5332-A53A-262F-A491-834AD5B2B57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4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94A3F5-3F5C-489D-BBF0-F0DE1F7D2FC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39956-E560-479A-B447-9AC211AA0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208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xecutive_summary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43529E30-DE28-A60A-953D-666C8A628FEB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A3F5-3F5C-489D-BBF0-F0DE1F7D2FC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39956-E560-479A-B447-9AC211AA0B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649EBEDB-F68F-7458-EEBC-1626872BD49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8744" y="2419022"/>
            <a:ext cx="2841252" cy="53208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33F09887-A881-5D8C-919D-DCD4C6D6D6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9691" y="241902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949DCC03-2DB1-4E0A-4BFB-513EA98D4A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8744" y="335016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9A279EC3-B5A2-9E24-FFAD-B48B3EEDF1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9691" y="335016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BA275FE8-C078-7E22-8563-3BD7350874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744" y="4281312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20DFF9CA-0AF9-B190-EC7A-B89001D638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9691" y="428131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A24CBECD-C111-DD9F-FAC5-5EE81DA6874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744" y="521245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F9059CE5-3372-2E05-8344-489E5C5C2C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9691" y="521245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9B96654D-C359-ACDD-CAFA-4498AD037E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94017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big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13B8E1D7-1FD0-F8C6-65D0-277FCBC6ADC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A3F5-3F5C-489D-BBF0-F0DE1F7D2FC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39956-E560-479A-B447-9AC211AA0B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139CDDF1-90F5-58C3-7FD5-79F47A46A50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159248"/>
            <a:ext cx="9720073" cy="71831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C5513697-6414-8E27-8FD5-0E2D0038E5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472229"/>
            <a:ext cx="4411418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460A6C48-5459-D6BA-1C90-5BF921BBE3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3987526"/>
            <a:ext cx="4411418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CA909D81-EA94-069C-CB54-54712EC177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472229"/>
            <a:ext cx="4411418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CD912DF9-22DB-3168-4ADA-54674AEC32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8321" y="3987526"/>
            <a:ext cx="4411418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source">
            <a:extLst>
              <a:ext uri="{FF2B5EF4-FFF2-40B4-BE49-F238E27FC236}">
                <a16:creationId xmlns:a16="http://schemas.microsoft.com/office/drawing/2014/main" id="{CF3E83E2-E83C-556A-ED5E-793073F60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057744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6D059CB3-8F9F-A697-C4C6-6C6C0ADA256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A3F5-3F5C-489D-BBF0-F0DE1F7D2FC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39956-E560-479A-B447-9AC211AA0B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EAFC0860-7581-CE86-C783-8F99E58ABA2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159248"/>
            <a:ext cx="9720073" cy="71831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CF4B7BD9-AF94-3463-0492-D9536F9A84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D2282000-D94D-03F7-A51E-F07FB1CE15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2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1982F07B-07DE-0B30-AEB5-10710EBA463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78457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3EA41F41-86C9-FA24-3CF1-8189DD2B609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78457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kpi_value_3">
            <a:extLst>
              <a:ext uri="{FF2B5EF4-FFF2-40B4-BE49-F238E27FC236}">
                <a16:creationId xmlns:a16="http://schemas.microsoft.com/office/drawing/2014/main" id="{F3A8CC8D-E4FA-B3C8-3515-527FB7938E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58322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4" name="kpi_label_3">
            <a:extLst>
              <a:ext uri="{FF2B5EF4-FFF2-40B4-BE49-F238E27FC236}">
                <a16:creationId xmlns:a16="http://schemas.microsoft.com/office/drawing/2014/main" id="{290EC865-89B8-0C21-3052-7B36D4A600C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2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5" name="kpi_value_4">
            <a:extLst>
              <a:ext uri="{FF2B5EF4-FFF2-40B4-BE49-F238E27FC236}">
                <a16:creationId xmlns:a16="http://schemas.microsoft.com/office/drawing/2014/main" id="{260970F0-6B04-6F66-AA06-CEB232A8DED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8186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6" name="kpi_label_4">
            <a:extLst>
              <a:ext uri="{FF2B5EF4-FFF2-40B4-BE49-F238E27FC236}">
                <a16:creationId xmlns:a16="http://schemas.microsoft.com/office/drawing/2014/main" id="{365371F2-999F-4D6F-72FA-F90D3E3683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38186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7" name="source">
            <a:extLst>
              <a:ext uri="{FF2B5EF4-FFF2-40B4-BE49-F238E27FC236}">
                <a16:creationId xmlns:a16="http://schemas.microsoft.com/office/drawing/2014/main" id="{E91BE48D-A104-C2B1-55A1-403F82AD1C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15970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split-60-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C39BFE06-1328-9C1C-BC5D-7F6D2314DB6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A3F5-3F5C-489D-BBF0-F0DE1F7D2FC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39956-E560-479A-B447-9AC211AA0B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A3B11E27-5A6A-B79C-95FE-10E2948DE88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5443241" cy="3591560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quote">
            <a:extLst>
              <a:ext uri="{FF2B5EF4-FFF2-40B4-BE49-F238E27FC236}">
                <a16:creationId xmlns:a16="http://schemas.microsoft.com/office/drawing/2014/main" id="{84167558-0FF8-D010-9E7F-93ACD83CC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30635" y="2472230"/>
            <a:ext cx="3539104" cy="26870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10" name="attribution">
            <a:extLst>
              <a:ext uri="{FF2B5EF4-FFF2-40B4-BE49-F238E27FC236}">
                <a16:creationId xmlns:a16="http://schemas.microsoft.com/office/drawing/2014/main" id="{40451CE2-3BDE-3FED-4DAA-DB0949BAEA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30635" y="5159249"/>
            <a:ext cx="3539104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1" name="source">
            <a:extLst>
              <a:ext uri="{FF2B5EF4-FFF2-40B4-BE49-F238E27FC236}">
                <a16:creationId xmlns:a16="http://schemas.microsoft.com/office/drawing/2014/main" id="{CEFCE6E4-9490-2646-B624-02D6C9A434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690924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card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40AEBF09-77F7-F4DF-76AC-B4FCF1059327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A3F5-3F5C-489D-BBF0-F0DE1F7D2FC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39956-E560-479A-B447-9AC211AA0B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C427C087-F85E-F28E-8FD7-A1A08085EE3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2758175" cy="94679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D433C6B7-2DF1-A1E2-ECC6-AC54251133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19E8D1F3-0709-52D4-DD88-7E697A19BC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5078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04E51D19-E0EE-D502-CF78-E69215E980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05078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52B1BD95-8908-5BF0-E193-8A53E594CEA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11565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B21F98D0-DF4D-AEA9-0626-8571D1CCB63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11565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FB09E2AE-2D37-7F6E-DE41-FABA835836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300414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wo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60ECB62F-E280-3934-5382-E110728A7BD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A3F5-3F5C-489D-BBF0-F0DE1F7D2FC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39956-E560-479A-B447-9AC211AA0B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EC4D3B52-EEF3-06F0-D2CF-18EE0CDAA1E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94679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A871C9C2-FA98-D1AF-BFFE-2408CB2655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3419025"/>
            <a:ext cx="4411418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1CC1CA3D-CC72-FAD0-529F-99D8CD8A57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1BFBEFDA-60AD-511A-AA6C-65174E532E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3419025"/>
            <a:ext cx="4411418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E94E4CEC-6DDD-5233-13E8-CF902FBA4B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631759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hart: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739E8519-9A93-D281-C8BB-F5AF2DECC04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A3F5-3F5C-489D-BBF0-F0DE1F7D2FC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39956-E560-479A-B447-9AC211AA0B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hart">
            <a:extLst>
              <a:ext uri="{FF2B5EF4-FFF2-40B4-BE49-F238E27FC236}">
                <a16:creationId xmlns:a16="http://schemas.microsoft.com/office/drawing/2014/main" id="{6542403D-4E24-99D2-EDFF-96F4EC7A83B3}"/>
              </a:ext>
            </a:extLst>
          </p:cNvPr>
          <p:cNvSpPr>
            <a:spLocks noGrp="1"/>
          </p:cNvSpPr>
          <p:nvPr>
            <p:ph type="chart" idx="13"/>
          </p:nvPr>
        </p:nvSpPr>
        <p:spPr>
          <a:xfrm>
            <a:off x="1024128" y="2286000"/>
            <a:ext cx="6804051" cy="35915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57E7E49A-AA21-CE23-C9DA-DAF79BD918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16983" y="2429663"/>
            <a:ext cx="2527219" cy="330423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10" name="source">
            <a:extLst>
              <a:ext uri="{FF2B5EF4-FFF2-40B4-BE49-F238E27FC236}">
                <a16:creationId xmlns:a16="http://schemas.microsoft.com/office/drawing/2014/main" id="{457D4D74-0F80-7571-AF4F-7F9648A103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750249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F3784758-1BFC-0ABC-2E97-03F231D615D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A3F5-3F5C-489D-BBF0-F0DE1F7D2FC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39956-E560-479A-B447-9AC211AA0B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EB1755C9-6628-9806-C6ED-2A13C6F2C79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38732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CF24B372-231F-6C78-D9AB-DA7590DB02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D66FD8E5-CBB3-F9DC-258F-3278A51788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0F047487-2F77-127E-E538-B7243853100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B3EFC4C3-227C-DC2A-5BC9-06CB1F26B2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9859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D412DB67-80E4-2D87-15EA-708E0BF3FB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9859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5F919132-82EE-9F60-4B06-A568573542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86798D3C-A7CB-C2C0-56B2-B3EC880977E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5832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34DFFBFA-BFA0-1157-B3A9-746E1D3B692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422341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limit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F0228AB8-1258-E940-5BF8-D08B50DE73A2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A3F5-3F5C-489D-BBF0-F0DE1F7D2FC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39956-E560-479A-B447-9AC211AA0B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96223E68-D12B-CEF9-6F41-E8F3789236E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9720073" cy="3591560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CB1E224D-07C3-6349-B8A6-518C4A9651B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624442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source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80996799-8265-0DC8-C375-EC403FCEC917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A3F5-3F5C-489D-BBF0-F0DE1F7D2FC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39956-E560-479A-B447-9AC211AA0B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BBD00BB9-3CA8-00F2-11BE-6876B0A8B9D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9720073" cy="359156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288964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matn:section_divider:default">
    <p:bg>
      <p:bgPr>
        <a:solidFill>
          <a:srgbClr val="2235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975360" y="3538728"/>
            <a:ext cx="10241280" cy="1536192"/>
          </a:xfrm>
        </p:spPr>
        <p:txBody>
          <a:bodyPr lIns="0" anchor="t"/>
          <a:lstStyle>
            <a:lvl1pPr>
              <a:defRPr sz="3600">
                <a:solidFill>
                  <a:srgbClr val="BA925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ection_number">
            <a:extLst>
              <a:ext uri="{FF2B5EF4-FFF2-40B4-BE49-F238E27FC236}">
                <a16:creationId xmlns:a16="http://schemas.microsoft.com/office/drawing/2014/main" id="{BBDC511A-69C3-1030-81F4-3D3EBA57271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975360" y="685800"/>
            <a:ext cx="6144768" cy="2743200"/>
          </a:xfrm>
        </p:spPr>
        <p:txBody>
          <a:bodyPr wrap="square" lIns="0" tIns="0" bIns="0" anchor="b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16000" b="1">
                <a:ln w="57150">
                  <a:solidFill>
                    <a:srgbClr val="BA925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0059AFBD-BDFA-B464-650E-1D593A8C74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5360" y="5184648"/>
            <a:ext cx="10241280" cy="987552"/>
          </a:xfrm>
          <a:prstGeom prst="rect">
            <a:avLst/>
          </a:prstGeom>
        </p:spPr>
        <p:txBody>
          <a:bodyPr wrap="square" lIns="0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rgbClr val="BA925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cxnSp>
        <p:nvCxnSpPr>
          <p:cNvPr id="8" name="divider_rule">
            <a:extLst>
              <a:ext uri="{FF2B5EF4-FFF2-40B4-BE49-F238E27FC236}">
                <a16:creationId xmlns:a16="http://schemas.microsoft.com/office/drawing/2014/main" id="{4CDE7696-8B63-6373-ADCA-828518E680E8}"/>
              </a:ext>
            </a:extLst>
          </p:cNvPr>
          <p:cNvCxnSpPr/>
          <p:nvPr userDrawn="1"/>
        </p:nvCxnSpPr>
        <p:spPr>
          <a:xfrm>
            <a:off x="975360" y="685800"/>
            <a:ext cx="10241280" cy="0"/>
          </a:xfrm>
          <a:prstGeom prst="line">
            <a:avLst/>
          </a:prstGeom>
          <a:ln w="12700" cap="flat" cmpd="sng" algn="ctr">
            <a:solidFill>
              <a:srgbClr val="BA9251">
                <a:alpha val="5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divider_rule">
            <a:extLst>
              <a:ext uri="{FF2B5EF4-FFF2-40B4-BE49-F238E27FC236}">
                <a16:creationId xmlns:a16="http://schemas.microsoft.com/office/drawing/2014/main" id="{0840CDF5-A28B-CE98-E77B-6316EDE3FCCB}"/>
              </a:ext>
            </a:extLst>
          </p:cNvPr>
          <p:cNvCxnSpPr/>
          <p:nvPr userDrawn="1"/>
        </p:nvCxnSpPr>
        <p:spPr>
          <a:xfrm>
            <a:off x="975360" y="685800"/>
            <a:ext cx="10241280" cy="0"/>
          </a:xfrm>
          <a:prstGeom prst="line">
            <a:avLst/>
          </a:prstGeom>
          <a:ln w="12700" cap="flat" cmpd="sng" algn="ctr">
            <a:solidFill>
              <a:srgbClr val="BA9251">
                <a:alpha val="5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divider_rule">
            <a:extLst>
              <a:ext uri="{FF2B5EF4-FFF2-40B4-BE49-F238E27FC236}">
                <a16:creationId xmlns:a16="http://schemas.microsoft.com/office/drawing/2014/main" id="{9CBFDA91-251C-E0A4-BF11-F3D7B1D263A2}"/>
              </a:ext>
            </a:extLst>
          </p:cNvPr>
          <p:cNvCxnSpPr/>
          <p:nvPr userDrawn="1"/>
        </p:nvCxnSpPr>
        <p:spPr>
          <a:xfrm>
            <a:off x="975360" y="5486400"/>
            <a:ext cx="10241280" cy="0"/>
          </a:xfrm>
          <a:prstGeom prst="line">
            <a:avLst/>
          </a:prstGeom>
          <a:ln w="12700" cap="flat" cmpd="sng" algn="ctr">
            <a:solidFill>
              <a:srgbClr val="BA9251">
                <a:alpha val="5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7199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losing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BCF2B735-6844-7230-609A-0C31C9DC3C0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A3F5-3F5C-489D-BBF0-F0DE1F7D2FC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39956-E560-479A-B447-9AC211AA0B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CB4BA5DD-AE73-9EF1-7EDB-5EDBA2658FE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8744" y="2419022"/>
            <a:ext cx="2841252" cy="53208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D0DA6684-1A82-935D-67E7-7510334997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9691" y="241902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D0316170-AF2E-74C9-0F6F-6D44A3CAB6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8744" y="335016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5E45DF5C-40AD-4073-B269-4E71858717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9691" y="335016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6CF9BD62-B7D8-19B7-77D4-DFDC8E4188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744" y="4281312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D671DBE7-E5A1-45B4-E96B-F3039BC19A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9691" y="428131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41885BD0-5C5C-05B5-1277-F6B2DFA84FF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744" y="521245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03336A97-E4DA-34CF-714A-543424722CB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9691" y="521245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3FFE88A1-FE75-02D7-A844-5E92082AF0D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591211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vidence_appendix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641DD4D0-6575-23CC-33AA-8144B6A9B77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A3F5-3F5C-489D-BBF0-F0DE1F7D2FC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39956-E560-479A-B447-9AC211AA0B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26605CD4-9895-B409-C0BE-32105E55A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9720073" cy="359156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054300D1-2C99-8E80-A22A-8C31A2BC06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7964290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xecutive_summary:grid-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54190B6C-0C35-F336-BF78-7104191BDCCB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A3F5-3F5C-489D-BBF0-F0DE1F7D2FC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39956-E560-479A-B447-9AC211AA0B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9FC7B941-3FEF-EAF3-455E-2325C61FB84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38732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22DD8E6F-B5F2-C214-EBD4-74A1DD2A0A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5AC39C2A-7C58-6BFD-133F-5425603A1E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5DE611E1-EE86-B141-61C6-DEAFDCA734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4C1984C7-EEB0-BEEF-B030-BE62FC0551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9859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56AA8ADA-EE77-6DB3-F8EA-7452B1AA66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9859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A0A2BCBA-079F-72B5-356E-263CBF941B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E5D422CA-3540-F64F-15B0-C37FC2ED3C8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5832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6AD31DFB-CD20-7F0E-28EC-745AE6BFED8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2634107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hero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514A8BDA-C1E8-6335-0441-D748C96852DE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A3F5-3F5C-489D-BBF0-F0DE1F7D2FC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39956-E560-479A-B447-9AC211AA0B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79700200-C8A4-AC3D-F50D-3562A03663C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244975" y="2824734"/>
            <a:ext cx="3499226" cy="251409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1D907606-961E-75E6-D62A-B398CCDE6E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128" y="2286000"/>
            <a:ext cx="5832044" cy="230886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72C7EC0D-3717-5740-EB77-1A5EA16B66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4128" y="4594860"/>
            <a:ext cx="5832044" cy="128270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source">
            <a:extLst>
              <a:ext uri="{FF2B5EF4-FFF2-40B4-BE49-F238E27FC236}">
                <a16:creationId xmlns:a16="http://schemas.microsoft.com/office/drawing/2014/main" id="{B22BF20B-995E-CE6A-005C-03EE1C0E66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8291203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b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15FAA89E-2636-0559-A933-F7E9CE70BDB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A3F5-3F5C-489D-BBF0-F0DE1F7D2FC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39956-E560-479A-B447-9AC211AA0B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1EB9D588-8AAA-119F-F75B-8072EF2B3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231080"/>
            <a:ext cx="9720073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FFFAFC2F-F370-6BC1-8E88-FD804A4899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2472230"/>
            <a:ext cx="4511111" cy="156147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CD1CECD0-BBA5-4AB1-9CB8-C287E34564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2" y="4033703"/>
            <a:ext cx="4511111" cy="86748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501C9C57-5E78-8476-EBC4-AEF29D44D2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8015" y="2472230"/>
            <a:ext cx="4311725" cy="592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ABAFB814-09CC-0EC8-CDEE-5ABB6DD8098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58015" y="3064836"/>
            <a:ext cx="4311725" cy="3292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kpi_value_3">
            <a:extLst>
              <a:ext uri="{FF2B5EF4-FFF2-40B4-BE49-F238E27FC236}">
                <a16:creationId xmlns:a16="http://schemas.microsoft.com/office/drawing/2014/main" id="{32A3A14C-023D-8DAD-E2EA-0034B14B20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8014" y="3979355"/>
            <a:ext cx="1881706" cy="592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4" name="kpi_label_3">
            <a:extLst>
              <a:ext uri="{FF2B5EF4-FFF2-40B4-BE49-F238E27FC236}">
                <a16:creationId xmlns:a16="http://schemas.microsoft.com/office/drawing/2014/main" id="{250B902A-D5AE-69DE-1C14-752E7547E8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58014" y="4571961"/>
            <a:ext cx="1881706" cy="3292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5" name="kpi_value_4">
            <a:extLst>
              <a:ext uri="{FF2B5EF4-FFF2-40B4-BE49-F238E27FC236}">
                <a16:creationId xmlns:a16="http://schemas.microsoft.com/office/drawing/2014/main" id="{60C7B083-CBF2-8646-E2E1-C52BD41364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88032" y="3979355"/>
            <a:ext cx="1881706" cy="592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6" name="kpi_label_4">
            <a:extLst>
              <a:ext uri="{FF2B5EF4-FFF2-40B4-BE49-F238E27FC236}">
                <a16:creationId xmlns:a16="http://schemas.microsoft.com/office/drawing/2014/main" id="{30F96627-993E-0EB6-1F86-196FF547EA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88032" y="4571961"/>
            <a:ext cx="1881706" cy="3292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7" name="source">
            <a:extLst>
              <a:ext uri="{FF2B5EF4-FFF2-40B4-BE49-F238E27FC236}">
                <a16:creationId xmlns:a16="http://schemas.microsoft.com/office/drawing/2014/main" id="{D618F91E-0A72-D3B3-AC2F-BCCFD329ED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7001120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pict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D4204D9F-B8BD-C3E2-E4D2-C95A1592EC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A3F5-3F5C-489D-BBF0-F0DE1F7D2FC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39956-E560-479A-B447-9AC211AA0B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83E35AB3-14DF-5BDA-E7F4-6F213E3D89E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231080"/>
            <a:ext cx="9720073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A1C306BB-6C06-EAC7-C7A7-204EBEEF64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472229"/>
            <a:ext cx="4411418" cy="118165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A66DC1A6-305A-ECDE-CF45-E1D968E4DF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3653886"/>
            <a:ext cx="4411418" cy="65647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CB8FCEDD-3DB7-F4FA-F7A5-D6F999D6941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472229"/>
            <a:ext cx="4411418" cy="118165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3422765F-579F-4382-B585-62DCD2CD61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8321" y="3653886"/>
            <a:ext cx="4411418" cy="65647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source">
            <a:extLst>
              <a:ext uri="{FF2B5EF4-FFF2-40B4-BE49-F238E27FC236}">
                <a16:creationId xmlns:a16="http://schemas.microsoft.com/office/drawing/2014/main" id="{366CCA9C-8EBF-3B13-9762-34D819BFE2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0499334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698DA7AB-74F3-F453-E79C-E0B3E0B85629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A3F5-3F5C-489D-BBF0-F0DE1F7D2FC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39956-E560-479A-B447-9AC211AA0B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8458CF45-0402-901A-ACB0-BD5FA92978E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231080"/>
            <a:ext cx="9720073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AFA716E2-A165-746F-7A02-E65D7773C3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8744" y="2419022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533322EA-C846-C7A2-0058-6B589EE6D8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10857" y="2419022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50F52B29-7D5C-413B-3B42-D5AA8EB4FD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8744" y="3152631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C13474A9-971D-976B-0C3C-015F209FAD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10857" y="3152631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kpi_value_3">
            <a:extLst>
              <a:ext uri="{FF2B5EF4-FFF2-40B4-BE49-F238E27FC236}">
                <a16:creationId xmlns:a16="http://schemas.microsoft.com/office/drawing/2014/main" id="{933B0685-7584-AE18-11E0-2DA6FA5F04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8744" y="3886241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4" name="kpi_label_3">
            <a:extLst>
              <a:ext uri="{FF2B5EF4-FFF2-40B4-BE49-F238E27FC236}">
                <a16:creationId xmlns:a16="http://schemas.microsoft.com/office/drawing/2014/main" id="{DBCAA205-8D26-9701-03D5-18480B2141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0857" y="3886241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5" name="kpi_value_4">
            <a:extLst>
              <a:ext uri="{FF2B5EF4-FFF2-40B4-BE49-F238E27FC236}">
                <a16:creationId xmlns:a16="http://schemas.microsoft.com/office/drawing/2014/main" id="{8073C91A-FA91-6ADE-78D8-2874C17797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8744" y="4619850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6" name="kpi_label_4">
            <a:extLst>
              <a:ext uri="{FF2B5EF4-FFF2-40B4-BE49-F238E27FC236}">
                <a16:creationId xmlns:a16="http://schemas.microsoft.com/office/drawing/2014/main" id="{7CB9B12E-E619-BAFC-24B6-80BE3C8C7C7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10857" y="4619850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7" name="source">
            <a:extLst>
              <a:ext uri="{FF2B5EF4-FFF2-40B4-BE49-F238E27FC236}">
                <a16:creationId xmlns:a16="http://schemas.microsoft.com/office/drawing/2014/main" id="{CDDBA0FB-51F2-D47C-0073-3AA08B66FC9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517187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wo-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3EBC0CA4-A5C7-6B86-33BC-F15F117DA26B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A3F5-3F5C-489D-BBF0-F0DE1F7D2FC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39956-E560-479A-B447-9AC211AA0B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marker_1">
            <a:extLst>
              <a:ext uri="{FF2B5EF4-FFF2-40B4-BE49-F238E27FC236}">
                <a16:creationId xmlns:a16="http://schemas.microsoft.com/office/drawing/2014/main" id="{C3F2FB85-1F36-6048-7214-89AC84D80EE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9" name="item_1_title">
            <a:extLst>
              <a:ext uri="{FF2B5EF4-FFF2-40B4-BE49-F238E27FC236}">
                <a16:creationId xmlns:a16="http://schemas.microsoft.com/office/drawing/2014/main" id="{3EDB4C5C-6C98-E36C-F167-E73BAB7E97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46597" y="2472230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0" name="item_1">
            <a:extLst>
              <a:ext uri="{FF2B5EF4-FFF2-40B4-BE49-F238E27FC236}">
                <a16:creationId xmlns:a16="http://schemas.microsoft.com/office/drawing/2014/main" id="{2B2D5ACB-CE39-2E01-2ECB-F2A4980EC9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46597" y="2859554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1" name="marker_2">
            <a:extLst>
              <a:ext uri="{FF2B5EF4-FFF2-40B4-BE49-F238E27FC236}">
                <a16:creationId xmlns:a16="http://schemas.microsoft.com/office/drawing/2014/main" id="{6BDFE00D-7E4A-FF5F-006B-216BE22EB9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437442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2" name="item_2_title">
            <a:extLst>
              <a:ext uri="{FF2B5EF4-FFF2-40B4-BE49-F238E27FC236}">
                <a16:creationId xmlns:a16="http://schemas.microsoft.com/office/drawing/2014/main" id="{894E8BBA-C5CF-493A-BD64-AF19B1F41F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46597" y="4374427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3" name="item_2">
            <a:extLst>
              <a:ext uri="{FF2B5EF4-FFF2-40B4-BE49-F238E27FC236}">
                <a16:creationId xmlns:a16="http://schemas.microsoft.com/office/drawing/2014/main" id="{FA88FD9C-7B1D-E6F5-FD4C-606CC8EC99D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46597" y="4761750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909C28E0-855C-1E6C-6F15-3CB4CA237C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7074815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grid-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6022EA9D-837B-4A68-4CD4-4E4CB30EEC37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A3F5-3F5C-489D-BBF0-F0DE1F7D2FC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39956-E560-479A-B447-9AC211AA0B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C246F6A1-0818-799A-CC05-442688CA355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38732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CCE477CC-9E7F-57B4-B8CB-E9906E3EC9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D8147742-97CE-3153-2731-DE9E666D14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9F3C144A-63C2-0F91-FAD4-F7218AE7FA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092CBAE4-BEB1-5BCC-7E9D-B3DA0CD096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9859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BAC2C06B-3754-95A2-A4FE-EAE0852FFB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9859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E253A0AC-AFC0-BCB5-8CF7-81961EB2F8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0A4A94A4-4BE1-EE69-9C7F-D068ACDF6CE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5832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906308D5-261A-0776-9A78-6998385C0D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7754087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34602966-9E2B-CB62-16E2-8308465AC70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A3F5-3F5C-489D-BBF0-F0DE1F7D2FC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39956-E560-479A-B447-9AC211AA0B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E92CC76B-4329-F3BA-1426-4ABEF3BCA16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811082"/>
            <a:ext cx="1931553" cy="847132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2EE54355-5F47-34ED-CA80-214D4B398B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ABAF07AC-4949-45D6-55DF-E690586E26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78457" y="2811082"/>
            <a:ext cx="1931553" cy="84713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315FCDA7-8B24-8B8C-A790-93DA48CED9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78457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AFBC6FA1-B61E-1DFC-BCD2-864211D087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8322" y="2811082"/>
            <a:ext cx="1931553" cy="84713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EAA1A384-D8CE-92FF-9640-A75FD00E64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58322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B39E282D-FC6D-5B5F-534A-A20FC0D0E44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38186" y="2811082"/>
            <a:ext cx="1931553" cy="84713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6F18522F-7609-CDBB-C6AF-223BB048B3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8186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24CDD1FC-79FF-AA59-2FE8-68C5C0F0E4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5739699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single-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6FAD21C4-BD22-CF69-C48A-14F735D4899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A3F5-3F5C-489D-BBF0-F0DE1F7D2FC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39956-E560-479A-B447-9AC211AA0B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kpi_value_1">
            <a:extLst>
              <a:ext uri="{FF2B5EF4-FFF2-40B4-BE49-F238E27FC236}">
                <a16:creationId xmlns:a16="http://schemas.microsoft.com/office/drawing/2014/main" id="{91B3E6F2-E083-DE9B-A581-49399EC4D70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705512" cy="199584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9" name="kpi_label_1">
            <a:extLst>
              <a:ext uri="{FF2B5EF4-FFF2-40B4-BE49-F238E27FC236}">
                <a16:creationId xmlns:a16="http://schemas.microsoft.com/office/drawing/2014/main" id="{33E55531-9A23-C8B6-DE29-A857D2C9CE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4532455"/>
            <a:ext cx="4705512" cy="115887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0A8F2D6B-EE76-B9FC-2DBB-A8A25AF10EF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2472230"/>
            <a:ext cx="4705512" cy="25108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E99B347F-1048-FF29-726A-C9A4D94DE1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5047511"/>
            <a:ext cx="4705512" cy="6438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2" name="item_1_title">
            <a:extLst>
              <a:ext uri="{FF2B5EF4-FFF2-40B4-BE49-F238E27FC236}">
                <a16:creationId xmlns:a16="http://schemas.microsoft.com/office/drawing/2014/main" id="{087035E5-E7F7-C034-1238-8D75C5CFEE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67369" y="2286001"/>
            <a:ext cx="4276832" cy="10563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3" name="item_1">
            <a:extLst>
              <a:ext uri="{FF2B5EF4-FFF2-40B4-BE49-F238E27FC236}">
                <a16:creationId xmlns:a16="http://schemas.microsoft.com/office/drawing/2014/main" id="{BE1FAD9F-BF4E-4B77-EAD5-B7EA4E825C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67369" y="3342342"/>
            <a:ext cx="4276832" cy="25352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1C7320E3-2277-5155-526C-0CACC16391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4304132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card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3FEA3650-4A33-61F7-F726-7A91B95308B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A3F5-3F5C-489D-BBF0-F0DE1F7D2FC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39956-E560-479A-B447-9AC211AA0B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E8253A96-C2D2-9718-7EE9-53551984BD6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2758175" cy="94679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42BDB5E7-FF32-D872-BD6B-2A59CC2918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006C8DCA-84DC-2D68-D62A-69BB150FF61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5078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3E3B1AE8-3056-C6BF-B3D2-361F6CF86C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05078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DD293476-66FB-C00E-4727-FEBF28DBB7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11565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996AA0ED-D1E7-7157-3AF1-2E09B025A3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11565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71A6368D-E9CC-B27A-F51F-D36910E9C9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0572750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two-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07FF6626-490A-91C8-544B-F178AB186089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A3F5-3F5C-489D-BBF0-F0DE1F7D2FC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39956-E560-479A-B447-9AC211AA0B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marker_1">
            <a:extLst>
              <a:ext uri="{FF2B5EF4-FFF2-40B4-BE49-F238E27FC236}">
                <a16:creationId xmlns:a16="http://schemas.microsoft.com/office/drawing/2014/main" id="{22FEB007-BC99-B968-AF39-01386B7C78C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9" name="item_1_title">
            <a:extLst>
              <a:ext uri="{FF2B5EF4-FFF2-40B4-BE49-F238E27FC236}">
                <a16:creationId xmlns:a16="http://schemas.microsoft.com/office/drawing/2014/main" id="{8E24DCF0-EBEA-39A1-E2FB-E6B5716037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46597" y="2472230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0" name="item_1">
            <a:extLst>
              <a:ext uri="{FF2B5EF4-FFF2-40B4-BE49-F238E27FC236}">
                <a16:creationId xmlns:a16="http://schemas.microsoft.com/office/drawing/2014/main" id="{4AB50B51-CC47-3BB2-39B3-BC019B3BF6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46597" y="2859554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1" name="marker_2">
            <a:extLst>
              <a:ext uri="{FF2B5EF4-FFF2-40B4-BE49-F238E27FC236}">
                <a16:creationId xmlns:a16="http://schemas.microsoft.com/office/drawing/2014/main" id="{861761A6-D6EA-938E-2772-D41668EEA0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437442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2" name="item_2_title">
            <a:extLst>
              <a:ext uri="{FF2B5EF4-FFF2-40B4-BE49-F238E27FC236}">
                <a16:creationId xmlns:a16="http://schemas.microsoft.com/office/drawing/2014/main" id="{49AAE8A7-1B1C-F1CA-7983-49D0C811AF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46597" y="4374427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3" name="item_2">
            <a:extLst>
              <a:ext uri="{FF2B5EF4-FFF2-40B4-BE49-F238E27FC236}">
                <a16:creationId xmlns:a16="http://schemas.microsoft.com/office/drawing/2014/main" id="{5FCCA2DF-B774-FA71-577E-E4EBDF1CA3A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46597" y="4761750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2512A588-3068-C7C3-F703-199D129800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0606909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single-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1944C363-50F3-2391-3226-08E50E1730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A3F5-3F5C-489D-BBF0-F0DE1F7D2FC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39956-E560-479A-B447-9AC211AA0B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kpi_value_1">
            <a:extLst>
              <a:ext uri="{FF2B5EF4-FFF2-40B4-BE49-F238E27FC236}">
                <a16:creationId xmlns:a16="http://schemas.microsoft.com/office/drawing/2014/main" id="{C467EC30-3A46-970D-F073-69D16B06F16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705512" cy="199584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9" name="kpi_label_1">
            <a:extLst>
              <a:ext uri="{FF2B5EF4-FFF2-40B4-BE49-F238E27FC236}">
                <a16:creationId xmlns:a16="http://schemas.microsoft.com/office/drawing/2014/main" id="{0821B094-0A06-2476-31FA-5727E7A33E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4532455"/>
            <a:ext cx="4705512" cy="115887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45459678-5E07-0204-7D27-2B675A3A55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2472230"/>
            <a:ext cx="4705512" cy="25108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8517BEDD-146B-32E0-BEC7-EE695A0064A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5047511"/>
            <a:ext cx="4705512" cy="6438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2" name="item_1_title">
            <a:extLst>
              <a:ext uri="{FF2B5EF4-FFF2-40B4-BE49-F238E27FC236}">
                <a16:creationId xmlns:a16="http://schemas.microsoft.com/office/drawing/2014/main" id="{E399A156-D37B-6F6A-C7FD-B8E6EAF903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67369" y="2286001"/>
            <a:ext cx="4276832" cy="10563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3" name="item_1">
            <a:extLst>
              <a:ext uri="{FF2B5EF4-FFF2-40B4-BE49-F238E27FC236}">
                <a16:creationId xmlns:a16="http://schemas.microsoft.com/office/drawing/2014/main" id="{02E92800-B177-1918-64CA-B710DBA59C0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67369" y="3342342"/>
            <a:ext cx="4276832" cy="25352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52D94ED9-CE23-E7C8-A559-9A62B4C4ED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7521392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limitations: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26FBD7DB-30A6-6ED7-7633-26F95D314BBE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A3F5-3F5C-489D-BBF0-F0DE1F7D2FC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39956-E560-479A-B447-9AC211AA0B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marker_1">
            <a:extLst>
              <a:ext uri="{FF2B5EF4-FFF2-40B4-BE49-F238E27FC236}">
                <a16:creationId xmlns:a16="http://schemas.microsoft.com/office/drawing/2014/main" id="{0B29E1FA-CDEA-A491-A1A2-90027EE9F45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8744" y="2419022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B6544353-AEA0-2B05-3718-600B0EC719F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6749" y="2419022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marker_2">
            <a:extLst>
              <a:ext uri="{FF2B5EF4-FFF2-40B4-BE49-F238E27FC236}">
                <a16:creationId xmlns:a16="http://schemas.microsoft.com/office/drawing/2014/main" id="{572BE5FD-B06E-EF8E-5FB3-3F9A8B0884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8744" y="335016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30A7DCE8-1174-85F2-4B23-FC67C6BA9E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6749" y="3350167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marker_3">
            <a:extLst>
              <a:ext uri="{FF2B5EF4-FFF2-40B4-BE49-F238E27FC236}">
                <a16:creationId xmlns:a16="http://schemas.microsoft.com/office/drawing/2014/main" id="{F2834642-852C-B7B1-7410-1AC7BCABB03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744" y="4281312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marker_3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68734B21-C039-1DBB-8A97-826917BA7EE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6749" y="4281312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marker_4">
            <a:extLst>
              <a:ext uri="{FF2B5EF4-FFF2-40B4-BE49-F238E27FC236}">
                <a16:creationId xmlns:a16="http://schemas.microsoft.com/office/drawing/2014/main" id="{FC3F662A-1279-FB5D-DC27-8703D9DE2E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744" y="521245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marker_4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1E268CE4-C7BA-C3F1-CAC0-61F1894101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96749" y="5212457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698ED46F-8868-BE03-5DE0-C2CA012020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4669022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losing:take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2F214BCB-EC3C-F00D-4355-011B19AA4EE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A3F5-3F5C-489D-BBF0-F0DE1F7D2FC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39956-E560-479A-B447-9AC211AA0B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decisions_title">
            <a:extLst>
              <a:ext uri="{FF2B5EF4-FFF2-40B4-BE49-F238E27FC236}">
                <a16:creationId xmlns:a16="http://schemas.microsoft.com/office/drawing/2014/main" id="{B6FD4C3C-FEDF-8CD3-6D5E-141A8A9B2B5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4842659"/>
            <a:ext cx="2352756" cy="848672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decisions_title</a:t>
            </a:r>
          </a:p>
        </p:txBody>
      </p:sp>
      <p:sp>
        <p:nvSpPr>
          <p:cNvPr id="9" name="decisions">
            <a:extLst>
              <a:ext uri="{FF2B5EF4-FFF2-40B4-BE49-F238E27FC236}">
                <a16:creationId xmlns:a16="http://schemas.microsoft.com/office/drawing/2014/main" id="{57B54B66-D045-0FCE-A028-3202EDE2AB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48549" y="4842659"/>
            <a:ext cx="6921191" cy="84867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decisions</a:t>
            </a:r>
          </a:p>
        </p:txBody>
      </p:sp>
      <p:sp>
        <p:nvSpPr>
          <p:cNvPr id="10" name="item_1_title">
            <a:extLst>
              <a:ext uri="{FF2B5EF4-FFF2-40B4-BE49-F238E27FC236}">
                <a16:creationId xmlns:a16="http://schemas.microsoft.com/office/drawing/2014/main" id="{BC09B5CB-64B0-E3AC-A06B-B99D0AB26C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2" y="2472229"/>
            <a:ext cx="2758175" cy="5242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1" name="item_1">
            <a:extLst>
              <a:ext uri="{FF2B5EF4-FFF2-40B4-BE49-F238E27FC236}">
                <a16:creationId xmlns:a16="http://schemas.microsoft.com/office/drawing/2014/main" id="{D4B01732-468A-F42B-C343-FA2245CCDF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2" y="2996487"/>
            <a:ext cx="2758175" cy="12582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2" name="item_2_title">
            <a:extLst>
              <a:ext uri="{FF2B5EF4-FFF2-40B4-BE49-F238E27FC236}">
                <a16:creationId xmlns:a16="http://schemas.microsoft.com/office/drawing/2014/main" id="{0B5497F8-6A9C-425E-CF86-48216E3AD2A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05078" y="2472229"/>
            <a:ext cx="2758175" cy="5242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3" name="item_2">
            <a:extLst>
              <a:ext uri="{FF2B5EF4-FFF2-40B4-BE49-F238E27FC236}">
                <a16:creationId xmlns:a16="http://schemas.microsoft.com/office/drawing/2014/main" id="{9988CC66-A0BA-CA2A-8F45-3A7CF730E1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5078" y="2996487"/>
            <a:ext cx="2758175" cy="12582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4" name="item_3_title">
            <a:extLst>
              <a:ext uri="{FF2B5EF4-FFF2-40B4-BE49-F238E27FC236}">
                <a16:creationId xmlns:a16="http://schemas.microsoft.com/office/drawing/2014/main" id="{54B3DFFE-BD22-3E7A-80FB-B74D30E81B8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11565" y="2472229"/>
            <a:ext cx="2758175" cy="5242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5" name="item_3">
            <a:extLst>
              <a:ext uri="{FF2B5EF4-FFF2-40B4-BE49-F238E27FC236}">
                <a16:creationId xmlns:a16="http://schemas.microsoft.com/office/drawing/2014/main" id="{F72C3035-D743-AC65-C470-6FBC8DB426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11565" y="2996487"/>
            <a:ext cx="2758175" cy="12582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C7864F1C-820D-3C11-3858-94FBBE05A59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10097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reative_background_master">
            <a:extLst>
              <a:ext uri="{FF2B5EF4-FFF2-40B4-BE49-F238E27FC236}">
                <a16:creationId xmlns:a16="http://schemas.microsoft.com/office/drawing/2014/main" id="{9113E1F9-935E-7901-C5EA-7E63EEB6788C}"/>
              </a:ext>
            </a:extLst>
          </p:cNvPr>
          <p:cNvPicPr>
            <a:picLocks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A94A3F5-3F5C-489D-BBF0-F0DE1F7D2FC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2F39956-E560-479A-B447-9AC211AA0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863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  <p:sldLayoutId id="2147483695" r:id="rId24"/>
    <p:sldLayoutId id="2147483696" r:id="rId25"/>
    <p:sldLayoutId id="2147483697" r:id="rId26"/>
    <p:sldLayoutId id="2147483698" r:id="rId27"/>
    <p:sldLayoutId id="2147483699" r:id="rId28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Segoe UI" panose="020B05020402040202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63F3A"/>
      </a:dk1>
      <a:lt1>
        <a:srgbClr val="F7F5F0"/>
      </a:lt1>
      <a:dk2>
        <a:srgbClr val="4C5150"/>
      </a:dk2>
      <a:lt2>
        <a:srgbClr val="E9E8E4"/>
      </a:lt2>
      <a:accent1>
        <a:srgbClr val="263F3A"/>
      </a:accent1>
      <a:accent2>
        <a:srgbClr val="8A641F"/>
      </a:accent2>
      <a:accent3>
        <a:srgbClr val="4C5150"/>
      </a:accent3>
      <a:accent4>
        <a:srgbClr val="263F3A"/>
      </a:accent4>
      <a:accent5>
        <a:srgbClr val="263F3A"/>
      </a:accent5>
      <a:accent6>
        <a:srgbClr val="4C5150"/>
      </a:accent6>
      <a:hlink>
        <a:srgbClr val="263F3A"/>
      </a:hlink>
      <a:folHlink>
        <a:srgbClr val="4C5150"/>
      </a:folHlink>
    </a:clrScheme>
    <a:fontScheme name="Integral">
      <a:majorFont>
        <a:latin typeface="Georgia" panose="020B0606020104020203"/>
        <a:ea typeface=""/>
        <a:cs typeface="Segoe UI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egoe UI" panose="020B0602020104020603"/>
        <a:ea typeface=""/>
        <a:cs typeface="Segoe UI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Georgia</vt:lpstr>
      <vt:lpstr>Segoe UI</vt:lpstr>
      <vt:lpstr>Wingdings 3</vt:lpstr>
      <vt:lpstr>Integral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Asma Sami</dc:creator>
  <cp:lastModifiedBy>Asma Sami</cp:lastModifiedBy>
  <cp:revision>1</cp:revision>
  <dcterms:created xsi:type="dcterms:W3CDTF">2026-10-03T23:12:47Z</dcterms:created>
  <dcterms:modified xsi:type="dcterms:W3CDTF">2026-10-03T23:12:58Z</dcterms:modified>
</cp:coreProperties>
</file>