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Sz cx="12192000" cy="6858000"/>
  <p:notesSz cx="6858000" cy="9144000"/>
  <p:defaultTextStyle>
    <a:defPPr lvl="0">
      <a:defRPr lang="en-US"/>
    </a:defPPr>
    <a:lvl1pPr marL="0" lvl="1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2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3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4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matn:title: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rgbClr val="EBEBEB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7B725182-F003-4077-8770-ED171BB46558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0120019D-D5E9-42EC-8806-1AB6BBDB44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3205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executive_summary: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1154954" y="444500"/>
            <a:ext cx="8761413" cy="1236132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25182-F003-4077-8770-ED171BB46558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019D-D5E9-42EC-8806-1AB6BBDB44DC}" type="slidenum">
              <a:rPr lang="en-US" smtClean="0"/>
              <a:t>‹#›</a:t>
            </a:fld>
            <a:endParaRPr lang="en-US"/>
          </a:p>
        </p:txBody>
      </p:sp>
      <p:sp>
        <p:nvSpPr>
          <p:cNvPr id="2" name="item_1_title">
            <a:extLst>
              <a:ext uri="{FF2B5EF4-FFF2-40B4-BE49-F238E27FC236}">
                <a16:creationId xmlns:a16="http://schemas.microsoft.com/office/drawing/2014/main" id="{560938E0-B2A0-F32E-79F5-70E26A18750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268104" y="2714037"/>
            <a:ext cx="2579808" cy="442148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6" name="item_1">
            <a:extLst>
              <a:ext uri="{FF2B5EF4-FFF2-40B4-BE49-F238E27FC236}">
                <a16:creationId xmlns:a16="http://schemas.microsoft.com/office/drawing/2014/main" id="{40CF1C8D-4DE0-DF45-B30A-97F3BCF2D8C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38432" y="2714037"/>
            <a:ext cx="5929033" cy="44214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7" name="item_2_title">
            <a:extLst>
              <a:ext uri="{FF2B5EF4-FFF2-40B4-BE49-F238E27FC236}">
                <a16:creationId xmlns:a16="http://schemas.microsoft.com/office/drawing/2014/main" id="{D402578E-F50B-2CA5-F5F2-D4457DEEFCF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8104" y="3487796"/>
            <a:ext cx="2579808" cy="44214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8" name="item_2">
            <a:extLst>
              <a:ext uri="{FF2B5EF4-FFF2-40B4-BE49-F238E27FC236}">
                <a16:creationId xmlns:a16="http://schemas.microsoft.com/office/drawing/2014/main" id="{B220F817-58FD-AA7A-A430-111D120930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938432" y="3487796"/>
            <a:ext cx="5929033" cy="44214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0" name="item_3_title">
            <a:extLst>
              <a:ext uri="{FF2B5EF4-FFF2-40B4-BE49-F238E27FC236}">
                <a16:creationId xmlns:a16="http://schemas.microsoft.com/office/drawing/2014/main" id="{BAB31DB0-2911-59D3-036E-444FF284B63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68104" y="4261555"/>
            <a:ext cx="2579808" cy="44214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1" name="item_3">
            <a:extLst>
              <a:ext uri="{FF2B5EF4-FFF2-40B4-BE49-F238E27FC236}">
                <a16:creationId xmlns:a16="http://schemas.microsoft.com/office/drawing/2014/main" id="{92A11A03-FAA9-C414-9B83-6DC0F689E14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38432" y="4261555"/>
            <a:ext cx="5929033" cy="44214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2" name="item_4_title">
            <a:extLst>
              <a:ext uri="{FF2B5EF4-FFF2-40B4-BE49-F238E27FC236}">
                <a16:creationId xmlns:a16="http://schemas.microsoft.com/office/drawing/2014/main" id="{0206D11F-AE69-D5DA-AF6D-1D1885A99BB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268104" y="5035315"/>
            <a:ext cx="2579808" cy="44214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item_4_title</a:t>
            </a:r>
          </a:p>
        </p:txBody>
      </p:sp>
      <p:sp>
        <p:nvSpPr>
          <p:cNvPr id="13" name="item_4">
            <a:extLst>
              <a:ext uri="{FF2B5EF4-FFF2-40B4-BE49-F238E27FC236}">
                <a16:creationId xmlns:a16="http://schemas.microsoft.com/office/drawing/2014/main" id="{F9C01FCC-5ACE-0E60-564F-9E6C20A032C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38432" y="5035315"/>
            <a:ext cx="5929033" cy="44214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item_4</a:t>
            </a:r>
          </a:p>
        </p:txBody>
      </p:sp>
      <p:sp>
        <p:nvSpPr>
          <p:cNvPr id="14" name="source">
            <a:extLst>
              <a:ext uri="{FF2B5EF4-FFF2-40B4-BE49-F238E27FC236}">
                <a16:creationId xmlns:a16="http://schemas.microsoft.com/office/drawing/2014/main" id="{62BD0F87-3B87-FF53-B8C3-B22E381517D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54954" y="571500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3826927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kpi:big-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1154954" y="444500"/>
            <a:ext cx="8761413" cy="1236132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25182-F003-4077-8770-ED171BB46558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019D-D5E9-42EC-8806-1AB6BBDB44DC}" type="slidenum">
              <a:rPr lang="en-US" smtClean="0"/>
              <a:t>‹#›</a:t>
            </a:fld>
            <a:endParaRPr lang="en-US"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284750EA-4782-E17A-EDFC-DCF8F5E20571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54954" y="4991100"/>
            <a:ext cx="8825659" cy="596900"/>
          </a:xfr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6" name="kpi_value_1">
            <a:extLst>
              <a:ext uri="{FF2B5EF4-FFF2-40B4-BE49-F238E27FC236}">
                <a16:creationId xmlns:a16="http://schemas.microsoft.com/office/drawing/2014/main" id="{6BC7F9AB-48C2-2BDA-3376-6AA06314E7F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13363" y="2758253"/>
            <a:ext cx="4005492" cy="125917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7" name="kpi_label_1">
            <a:extLst>
              <a:ext uri="{FF2B5EF4-FFF2-40B4-BE49-F238E27FC236}">
                <a16:creationId xmlns:a16="http://schemas.microsoft.com/office/drawing/2014/main" id="{D66BD545-D266-8054-A044-CDFCEA77DD0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13363" y="4017426"/>
            <a:ext cx="4005492" cy="699542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8" name="kpi_value_2">
            <a:extLst>
              <a:ext uri="{FF2B5EF4-FFF2-40B4-BE49-F238E27FC236}">
                <a16:creationId xmlns:a16="http://schemas.microsoft.com/office/drawing/2014/main" id="{65965D61-280F-510E-0F31-F875A5840E6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16712" y="2758253"/>
            <a:ext cx="4005492" cy="125917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kpi_value_2</a:t>
            </a:r>
          </a:p>
        </p:txBody>
      </p:sp>
      <p:sp>
        <p:nvSpPr>
          <p:cNvPr id="10" name="kpi_label_2">
            <a:extLst>
              <a:ext uri="{FF2B5EF4-FFF2-40B4-BE49-F238E27FC236}">
                <a16:creationId xmlns:a16="http://schemas.microsoft.com/office/drawing/2014/main" id="{F710391A-DB4F-97C1-2CDB-091513EA2EB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16712" y="4017426"/>
            <a:ext cx="4005492" cy="699542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kpi_label_2</a:t>
            </a:r>
          </a:p>
        </p:txBody>
      </p:sp>
      <p:sp>
        <p:nvSpPr>
          <p:cNvPr id="11" name="source">
            <a:extLst>
              <a:ext uri="{FF2B5EF4-FFF2-40B4-BE49-F238E27FC236}">
                <a16:creationId xmlns:a16="http://schemas.microsoft.com/office/drawing/2014/main" id="{E6F53318-31F2-4BA9-A8B3-F3C33342242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54954" y="571500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5749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kpi:ca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1154954" y="444500"/>
            <a:ext cx="8761413" cy="1236132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25182-F003-4077-8770-ED171BB46558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019D-D5E9-42EC-8806-1AB6BBDB44DC}" type="slidenum">
              <a:rPr lang="en-US" smtClean="0"/>
              <a:t>‹#›</a:t>
            </a:fld>
            <a:endParaRPr lang="en-US"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11A31435-A7A2-2284-D429-79F0AD9B3D6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54954" y="4991100"/>
            <a:ext cx="8825659" cy="596900"/>
          </a:xfr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6" name="kpi_value_1">
            <a:extLst>
              <a:ext uri="{FF2B5EF4-FFF2-40B4-BE49-F238E27FC236}">
                <a16:creationId xmlns:a16="http://schemas.microsoft.com/office/drawing/2014/main" id="{3A60A23E-34A9-6DB0-8C10-1FB269FDA7A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13364" y="2758253"/>
            <a:ext cx="1753817" cy="125917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7" name="kpi_label_1">
            <a:extLst>
              <a:ext uri="{FF2B5EF4-FFF2-40B4-BE49-F238E27FC236}">
                <a16:creationId xmlns:a16="http://schemas.microsoft.com/office/drawing/2014/main" id="{9E5BC1AE-AAB5-3170-8B97-674BB1F3830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13364" y="4017426"/>
            <a:ext cx="1753817" cy="699542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8" name="kpi_value_2">
            <a:extLst>
              <a:ext uri="{FF2B5EF4-FFF2-40B4-BE49-F238E27FC236}">
                <a16:creationId xmlns:a16="http://schemas.microsoft.com/office/drawing/2014/main" id="{99EC8420-42B5-5EB6-96E7-B7CE2CD5A59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65039" y="2758253"/>
            <a:ext cx="1753817" cy="125917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kpi_value_2</a:t>
            </a:r>
          </a:p>
        </p:txBody>
      </p:sp>
      <p:sp>
        <p:nvSpPr>
          <p:cNvPr id="10" name="kpi_label_2">
            <a:extLst>
              <a:ext uri="{FF2B5EF4-FFF2-40B4-BE49-F238E27FC236}">
                <a16:creationId xmlns:a16="http://schemas.microsoft.com/office/drawing/2014/main" id="{47117B01-4CA3-EDB5-D39D-196D9230184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565039" y="4017426"/>
            <a:ext cx="1753817" cy="699542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kpi_label_2</a:t>
            </a:r>
          </a:p>
        </p:txBody>
      </p:sp>
      <p:sp>
        <p:nvSpPr>
          <p:cNvPr id="11" name="kpi_value_3">
            <a:extLst>
              <a:ext uri="{FF2B5EF4-FFF2-40B4-BE49-F238E27FC236}">
                <a16:creationId xmlns:a16="http://schemas.microsoft.com/office/drawing/2014/main" id="{E3544516-05E0-87D0-5DBC-B9F17059FA8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16713" y="2758253"/>
            <a:ext cx="1753817" cy="125917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kpi_value_3</a:t>
            </a:r>
          </a:p>
        </p:txBody>
      </p:sp>
      <p:sp>
        <p:nvSpPr>
          <p:cNvPr id="12" name="kpi_label_3">
            <a:extLst>
              <a:ext uri="{FF2B5EF4-FFF2-40B4-BE49-F238E27FC236}">
                <a16:creationId xmlns:a16="http://schemas.microsoft.com/office/drawing/2014/main" id="{A22F7491-7666-53A0-08F2-68E01BB1C83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16713" y="4017426"/>
            <a:ext cx="1753817" cy="699542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kpi_label_3</a:t>
            </a:r>
          </a:p>
        </p:txBody>
      </p:sp>
      <p:sp>
        <p:nvSpPr>
          <p:cNvPr id="13" name="kpi_value_4">
            <a:extLst>
              <a:ext uri="{FF2B5EF4-FFF2-40B4-BE49-F238E27FC236}">
                <a16:creationId xmlns:a16="http://schemas.microsoft.com/office/drawing/2014/main" id="{343D100E-9838-2A1C-1BD1-BEBB8672948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068388" y="2758253"/>
            <a:ext cx="1753817" cy="125917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kpi_value_4</a:t>
            </a:r>
          </a:p>
        </p:txBody>
      </p:sp>
      <p:sp>
        <p:nvSpPr>
          <p:cNvPr id="14" name="kpi_label_4">
            <a:extLst>
              <a:ext uri="{FF2B5EF4-FFF2-40B4-BE49-F238E27FC236}">
                <a16:creationId xmlns:a16="http://schemas.microsoft.com/office/drawing/2014/main" id="{6D7705F7-290E-B78E-03D4-96F38476696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68388" y="4017426"/>
            <a:ext cx="1753817" cy="699542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kpi_label_4</a:t>
            </a:r>
          </a:p>
        </p:txBody>
      </p:sp>
      <p:sp>
        <p:nvSpPr>
          <p:cNvPr id="15" name="source">
            <a:extLst>
              <a:ext uri="{FF2B5EF4-FFF2-40B4-BE49-F238E27FC236}">
                <a16:creationId xmlns:a16="http://schemas.microsoft.com/office/drawing/2014/main" id="{4F5FBC6D-AC42-5C71-7A7F-F4C514274F2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54954" y="571500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15983450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finding:split-60-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1154954" y="444500"/>
            <a:ext cx="8761413" cy="1236132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25182-F003-4077-8770-ED171BB46558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019D-D5E9-42EC-8806-1AB6BBDB44DC}" type="slidenum">
              <a:rPr lang="en-US" smtClean="0"/>
              <a:t>‹#›</a:t>
            </a:fld>
            <a:endParaRPr lang="en-US"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1E144FA4-0E24-F499-7CC4-2A463FFD6909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54954" y="2603500"/>
            <a:ext cx="4942369" cy="2984500"/>
          </a:xfr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6" name="quote">
            <a:extLst>
              <a:ext uri="{FF2B5EF4-FFF2-40B4-BE49-F238E27FC236}">
                <a16:creationId xmlns:a16="http://schemas.microsoft.com/office/drawing/2014/main" id="{D67F4F0C-00CD-93F0-339E-22661E60A4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08760" y="2758252"/>
            <a:ext cx="3213445" cy="223284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i="1">
                <a:latin typeface="+mj-lt"/>
              </a:defRPr>
            </a:lvl1pPr>
          </a:lstStyle>
          <a:p>
            <a:pPr lvl="0"/>
            <a:r>
              <a:rPr lang="en-US"/>
              <a:t>quote</a:t>
            </a:r>
          </a:p>
        </p:txBody>
      </p:sp>
      <p:sp>
        <p:nvSpPr>
          <p:cNvPr id="7" name="attribution">
            <a:extLst>
              <a:ext uri="{FF2B5EF4-FFF2-40B4-BE49-F238E27FC236}">
                <a16:creationId xmlns:a16="http://schemas.microsoft.com/office/drawing/2014/main" id="{4E11CF06-C6C8-B3A0-F7D9-AA104AA0BB3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08760" y="4991100"/>
            <a:ext cx="3213445" cy="44214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attribution</a:t>
            </a:r>
          </a:p>
        </p:txBody>
      </p:sp>
      <p:sp>
        <p:nvSpPr>
          <p:cNvPr id="8" name="source">
            <a:extLst>
              <a:ext uri="{FF2B5EF4-FFF2-40B4-BE49-F238E27FC236}">
                <a16:creationId xmlns:a16="http://schemas.microsoft.com/office/drawing/2014/main" id="{DAB86B9E-31AC-7845-9C12-B1B50622E4B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54954" y="571500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2715573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finding:cards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1154954" y="444500"/>
            <a:ext cx="8761413" cy="1236132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25182-F003-4077-8770-ED171BB46558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019D-D5E9-42EC-8806-1AB6BBDB44DC}" type="slidenum">
              <a:rPr lang="en-US" smtClean="0"/>
              <a:t>‹#›</a:t>
            </a:fld>
            <a:endParaRPr lang="en-US"/>
          </a:p>
        </p:txBody>
      </p:sp>
      <p:sp>
        <p:nvSpPr>
          <p:cNvPr id="2" name="item_1_title">
            <a:extLst>
              <a:ext uri="{FF2B5EF4-FFF2-40B4-BE49-F238E27FC236}">
                <a16:creationId xmlns:a16="http://schemas.microsoft.com/office/drawing/2014/main" id="{A564F6EB-C94A-335B-864C-41451C26B645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313363" y="2758252"/>
            <a:ext cx="2504375" cy="786764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6" name="item_1">
            <a:extLst>
              <a:ext uri="{FF2B5EF4-FFF2-40B4-BE49-F238E27FC236}">
                <a16:creationId xmlns:a16="http://schemas.microsoft.com/office/drawing/2014/main" id="{D45C4287-6FA1-B7CC-0C67-0CBC969EA9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13364" y="3545016"/>
            <a:ext cx="2504375" cy="188823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7" name="item_2_title">
            <a:extLst>
              <a:ext uri="{FF2B5EF4-FFF2-40B4-BE49-F238E27FC236}">
                <a16:creationId xmlns:a16="http://schemas.microsoft.com/office/drawing/2014/main" id="{6A5FCC8F-5A3B-CFEE-2B07-FB6239439EA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15597" y="2758252"/>
            <a:ext cx="2504375" cy="786764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8" name="item_2">
            <a:extLst>
              <a:ext uri="{FF2B5EF4-FFF2-40B4-BE49-F238E27FC236}">
                <a16:creationId xmlns:a16="http://schemas.microsoft.com/office/drawing/2014/main" id="{83B11F36-3B54-6094-57FE-EADA57E369C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15597" y="3545016"/>
            <a:ext cx="2504375" cy="188823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0" name="item_3_title">
            <a:extLst>
              <a:ext uri="{FF2B5EF4-FFF2-40B4-BE49-F238E27FC236}">
                <a16:creationId xmlns:a16="http://schemas.microsoft.com/office/drawing/2014/main" id="{6D461AEE-2DAB-0D10-ADDF-B5682174D7B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317830" y="2758252"/>
            <a:ext cx="2504375" cy="786764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1" name="item_3">
            <a:extLst>
              <a:ext uri="{FF2B5EF4-FFF2-40B4-BE49-F238E27FC236}">
                <a16:creationId xmlns:a16="http://schemas.microsoft.com/office/drawing/2014/main" id="{B64BEEFC-EC0A-848C-4CEC-7C1E2E34FE1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317830" y="3545016"/>
            <a:ext cx="2504375" cy="188823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2" name="source">
            <a:extLst>
              <a:ext uri="{FF2B5EF4-FFF2-40B4-BE49-F238E27FC236}">
                <a16:creationId xmlns:a16="http://schemas.microsoft.com/office/drawing/2014/main" id="{640C33C7-1A78-C430-34A6-50AE15375B9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54954" y="571500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820692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finding:two-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1154954" y="444500"/>
            <a:ext cx="8761413" cy="1236132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25182-F003-4077-8770-ED171BB46558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019D-D5E9-42EC-8806-1AB6BBDB44DC}" type="slidenum">
              <a:rPr lang="en-US" smtClean="0"/>
              <a:t>‹#›</a:t>
            </a:fld>
            <a:endParaRPr lang="en-US"/>
          </a:p>
        </p:txBody>
      </p:sp>
      <p:sp>
        <p:nvSpPr>
          <p:cNvPr id="2" name="item_1_title">
            <a:extLst>
              <a:ext uri="{FF2B5EF4-FFF2-40B4-BE49-F238E27FC236}">
                <a16:creationId xmlns:a16="http://schemas.microsoft.com/office/drawing/2014/main" id="{8A4F1672-50E0-3635-B968-95ED6CB3A6CA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313363" y="2758252"/>
            <a:ext cx="4005492" cy="786764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6" name="item_1">
            <a:extLst>
              <a:ext uri="{FF2B5EF4-FFF2-40B4-BE49-F238E27FC236}">
                <a16:creationId xmlns:a16="http://schemas.microsoft.com/office/drawing/2014/main" id="{C8C6CC39-8B26-A97A-F085-82EFBA19C82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13363" y="3545016"/>
            <a:ext cx="4005492" cy="188823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7" name="item_2_title">
            <a:extLst>
              <a:ext uri="{FF2B5EF4-FFF2-40B4-BE49-F238E27FC236}">
                <a16:creationId xmlns:a16="http://schemas.microsoft.com/office/drawing/2014/main" id="{65C53C76-8984-32F1-8F7A-32BED01841B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16712" y="2758252"/>
            <a:ext cx="4005492" cy="786764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8" name="item_2">
            <a:extLst>
              <a:ext uri="{FF2B5EF4-FFF2-40B4-BE49-F238E27FC236}">
                <a16:creationId xmlns:a16="http://schemas.microsoft.com/office/drawing/2014/main" id="{E5E5EACD-0E30-AEBB-B668-7388A8CC1E6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16712" y="3545016"/>
            <a:ext cx="4005492" cy="188823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0" name="source">
            <a:extLst>
              <a:ext uri="{FF2B5EF4-FFF2-40B4-BE49-F238E27FC236}">
                <a16:creationId xmlns:a16="http://schemas.microsoft.com/office/drawing/2014/main" id="{DC813DF7-9B1E-00FC-BB10-F9150F8619F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54954" y="571500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3412950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chart: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1154954" y="444500"/>
            <a:ext cx="8761413" cy="1236132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25182-F003-4077-8770-ED171BB46558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019D-D5E9-42EC-8806-1AB6BBDB44DC}" type="slidenum">
              <a:rPr lang="en-US" smtClean="0"/>
              <a:t>‹#›</a:t>
            </a:fld>
            <a:endParaRPr lang="en-US"/>
          </a:p>
        </p:txBody>
      </p:sp>
      <p:sp>
        <p:nvSpPr>
          <p:cNvPr id="2" name="chart">
            <a:extLst>
              <a:ext uri="{FF2B5EF4-FFF2-40B4-BE49-F238E27FC236}">
                <a16:creationId xmlns:a16="http://schemas.microsoft.com/office/drawing/2014/main" id="{CEFD8FFF-B017-4238-4102-36911E96E264}"/>
              </a:ext>
            </a:extLst>
          </p:cNvPr>
          <p:cNvSpPr>
            <a:spLocks noGrp="1"/>
          </p:cNvSpPr>
          <p:nvPr>
            <p:ph type="chart" idx="13"/>
          </p:nvPr>
        </p:nvSpPr>
        <p:spPr>
          <a:xfrm>
            <a:off x="1154954" y="2603500"/>
            <a:ext cx="6177962" cy="29845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CF01A8C7-5758-FCB1-CACA-A31B16B8896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685943" y="2722880"/>
            <a:ext cx="2294671" cy="274574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7" name="source">
            <a:extLst>
              <a:ext uri="{FF2B5EF4-FFF2-40B4-BE49-F238E27FC236}">
                <a16:creationId xmlns:a16="http://schemas.microsoft.com/office/drawing/2014/main" id="{C52C7BD8-8AE4-189C-217A-B66D1B70F77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54954" y="571500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14340307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implications: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1154954" y="444500"/>
            <a:ext cx="8761413" cy="1236132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25182-F003-4077-8770-ED171BB46558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019D-D5E9-42EC-8806-1AB6BBDB44DC}" type="slidenum">
              <a:rPr lang="en-US" smtClean="0"/>
              <a:t>‹#›</a:t>
            </a:fld>
            <a:endParaRPr lang="en-US"/>
          </a:p>
        </p:txBody>
      </p:sp>
      <p:sp>
        <p:nvSpPr>
          <p:cNvPr id="2" name="item_1_title">
            <a:extLst>
              <a:ext uri="{FF2B5EF4-FFF2-40B4-BE49-F238E27FC236}">
                <a16:creationId xmlns:a16="http://schemas.microsoft.com/office/drawing/2014/main" id="{2A46EE5A-83D4-9C66-08D8-E38A3553E935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313363" y="2758252"/>
            <a:ext cx="4005492" cy="321858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6" name="item_1">
            <a:extLst>
              <a:ext uri="{FF2B5EF4-FFF2-40B4-BE49-F238E27FC236}">
                <a16:creationId xmlns:a16="http://schemas.microsoft.com/office/drawing/2014/main" id="{7627AE7E-415B-FC1C-6B82-4980B70C9B6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13363" y="3080111"/>
            <a:ext cx="4005492" cy="77245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7" name="item_2_title">
            <a:extLst>
              <a:ext uri="{FF2B5EF4-FFF2-40B4-BE49-F238E27FC236}">
                <a16:creationId xmlns:a16="http://schemas.microsoft.com/office/drawing/2014/main" id="{10AA3574-CAA2-8A0B-80D9-71FF2D0B0D3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16712" y="2758252"/>
            <a:ext cx="4005492" cy="32185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8" name="item_2">
            <a:extLst>
              <a:ext uri="{FF2B5EF4-FFF2-40B4-BE49-F238E27FC236}">
                <a16:creationId xmlns:a16="http://schemas.microsoft.com/office/drawing/2014/main" id="{D512C18C-29BA-5394-8F00-7AC18FC04FF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16712" y="3080111"/>
            <a:ext cx="4005492" cy="77245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0" name="item_3_title">
            <a:extLst>
              <a:ext uri="{FF2B5EF4-FFF2-40B4-BE49-F238E27FC236}">
                <a16:creationId xmlns:a16="http://schemas.microsoft.com/office/drawing/2014/main" id="{00AAA87B-10A7-2C2F-3599-191F352BEE1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13363" y="4338932"/>
            <a:ext cx="4005492" cy="32185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1" name="item_3">
            <a:extLst>
              <a:ext uri="{FF2B5EF4-FFF2-40B4-BE49-F238E27FC236}">
                <a16:creationId xmlns:a16="http://schemas.microsoft.com/office/drawing/2014/main" id="{E897D1D6-8829-F81A-B83C-90C624B65B9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313363" y="4660790"/>
            <a:ext cx="4005492" cy="77245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2" name="item_4_title">
            <a:extLst>
              <a:ext uri="{FF2B5EF4-FFF2-40B4-BE49-F238E27FC236}">
                <a16:creationId xmlns:a16="http://schemas.microsoft.com/office/drawing/2014/main" id="{012D9D21-CB45-E7B2-E475-E990C7DB59F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16712" y="4338932"/>
            <a:ext cx="4005492" cy="32185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item_4_title</a:t>
            </a:r>
          </a:p>
        </p:txBody>
      </p:sp>
      <p:sp>
        <p:nvSpPr>
          <p:cNvPr id="13" name="item_4">
            <a:extLst>
              <a:ext uri="{FF2B5EF4-FFF2-40B4-BE49-F238E27FC236}">
                <a16:creationId xmlns:a16="http://schemas.microsoft.com/office/drawing/2014/main" id="{AAFB9C3E-5506-0A25-3DE2-3525EE3CE07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816712" y="4660790"/>
            <a:ext cx="4005492" cy="77245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item_4</a:t>
            </a:r>
          </a:p>
        </p:txBody>
      </p:sp>
      <p:sp>
        <p:nvSpPr>
          <p:cNvPr id="14" name="source">
            <a:extLst>
              <a:ext uri="{FF2B5EF4-FFF2-40B4-BE49-F238E27FC236}">
                <a16:creationId xmlns:a16="http://schemas.microsoft.com/office/drawing/2014/main" id="{BC0D4A3C-3E8D-0363-BBA3-83B1C8609C1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54954" y="571500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4064799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limitations: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1154954" y="444500"/>
            <a:ext cx="8761413" cy="1236132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25182-F003-4077-8770-ED171BB46558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019D-D5E9-42EC-8806-1AB6BBDB44DC}" type="slidenum">
              <a:rPr lang="en-US" smtClean="0"/>
              <a:t>‹#›</a:t>
            </a:fld>
            <a:endParaRPr lang="en-US"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AF9EB742-822E-D5AF-80B7-8C8F8031D2BF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54954" y="2603500"/>
            <a:ext cx="8825659" cy="2984500"/>
          </a:xfr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6" name="source">
            <a:extLst>
              <a:ext uri="{FF2B5EF4-FFF2-40B4-BE49-F238E27FC236}">
                <a16:creationId xmlns:a16="http://schemas.microsoft.com/office/drawing/2014/main" id="{FDB8F34F-5855-D1D8-4A80-3751EB279C4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54954" y="571500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35379212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sources: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1154954" y="444500"/>
            <a:ext cx="8761413" cy="1236132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25182-F003-4077-8770-ED171BB46558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019D-D5E9-42EC-8806-1AB6BBDB44DC}" type="slidenum">
              <a:rPr lang="en-US" smtClean="0"/>
              <a:t>‹#›</a:t>
            </a:fld>
            <a:endParaRPr lang="en-US"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5ACB59AC-F5F3-CD21-9E3E-C08C3A15D24E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54954" y="2603500"/>
            <a:ext cx="8825659" cy="2984500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400"/>
            </a:lvl1pPr>
          </a:lstStyle>
          <a:p>
            <a:pPr lvl="0"/>
            <a:r>
              <a:rPr lang="en-US"/>
              <a:t>body</a:t>
            </a:r>
          </a:p>
        </p:txBody>
      </p:sp>
    </p:spTree>
    <p:extLst>
      <p:ext uri="{BB962C8B-B14F-4D97-AF65-F5344CB8AC3E}">
        <p14:creationId xmlns:p14="http://schemas.microsoft.com/office/powerpoint/2010/main" val="9835179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matn:section_divider:default">
    <p:bg>
      <p:bgPr>
        <a:solidFill>
          <a:srgbClr val="B311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975359" y="3538728"/>
            <a:ext cx="10241280" cy="1536192"/>
          </a:xfrm>
        </p:spPr>
        <p:txBody>
          <a:bodyPr lIns="0" anchor="t"/>
          <a:lstStyle>
            <a:lvl1pPr>
              <a:defRPr sz="36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section_number">
            <a:extLst>
              <a:ext uri="{FF2B5EF4-FFF2-40B4-BE49-F238E27FC236}">
                <a16:creationId xmlns:a16="http://schemas.microsoft.com/office/drawing/2014/main" id="{539B327D-1D70-3511-F9B9-EC587380BDD8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975360" y="685800"/>
            <a:ext cx="6144768" cy="2743200"/>
          </a:xfrm>
        </p:spPr>
        <p:txBody>
          <a:bodyPr wrap="square" lIns="0" tIns="0" bIns="0" anchor="b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FontTx/>
              <a:buNone/>
              <a:defRPr sz="16000" b="1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15BDE912-F1D9-1D38-BF79-AAAB5F7648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75360" y="5184648"/>
            <a:ext cx="10241280" cy="987552"/>
          </a:xfrm>
          <a:prstGeom prst="rect">
            <a:avLst/>
          </a:prstGeom>
        </p:spPr>
        <p:txBody>
          <a:bodyPr wrap="square" lIns="0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5076478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closing: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1154954" y="444500"/>
            <a:ext cx="8761413" cy="1236132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25182-F003-4077-8770-ED171BB46558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019D-D5E9-42EC-8806-1AB6BBDB44DC}" type="slidenum">
              <a:rPr lang="en-US" smtClean="0"/>
              <a:t>‹#›</a:t>
            </a:fld>
            <a:endParaRPr lang="en-US"/>
          </a:p>
        </p:txBody>
      </p:sp>
      <p:sp>
        <p:nvSpPr>
          <p:cNvPr id="2" name="item_1_title">
            <a:extLst>
              <a:ext uri="{FF2B5EF4-FFF2-40B4-BE49-F238E27FC236}">
                <a16:creationId xmlns:a16="http://schemas.microsoft.com/office/drawing/2014/main" id="{F21D7261-77BF-02D4-CEDA-8E0DF4C98F59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268104" y="2714037"/>
            <a:ext cx="2579808" cy="442148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6" name="item_1">
            <a:extLst>
              <a:ext uri="{FF2B5EF4-FFF2-40B4-BE49-F238E27FC236}">
                <a16:creationId xmlns:a16="http://schemas.microsoft.com/office/drawing/2014/main" id="{16F148BB-EB19-0B2A-E42C-47BF873FA44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38432" y="2714037"/>
            <a:ext cx="5929033" cy="44214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7" name="item_2_title">
            <a:extLst>
              <a:ext uri="{FF2B5EF4-FFF2-40B4-BE49-F238E27FC236}">
                <a16:creationId xmlns:a16="http://schemas.microsoft.com/office/drawing/2014/main" id="{8390C9CD-44DE-0838-AD53-1CFA451199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8104" y="3487796"/>
            <a:ext cx="2579808" cy="44214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8" name="item_2">
            <a:extLst>
              <a:ext uri="{FF2B5EF4-FFF2-40B4-BE49-F238E27FC236}">
                <a16:creationId xmlns:a16="http://schemas.microsoft.com/office/drawing/2014/main" id="{9A330742-DC53-99B7-25BF-6A7A8EF7859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938432" y="3487796"/>
            <a:ext cx="5929033" cy="44214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0" name="item_3_title">
            <a:extLst>
              <a:ext uri="{FF2B5EF4-FFF2-40B4-BE49-F238E27FC236}">
                <a16:creationId xmlns:a16="http://schemas.microsoft.com/office/drawing/2014/main" id="{378E3E92-02AD-3AD3-73F4-A494F007548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68104" y="4261555"/>
            <a:ext cx="2579808" cy="44214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1" name="item_3">
            <a:extLst>
              <a:ext uri="{FF2B5EF4-FFF2-40B4-BE49-F238E27FC236}">
                <a16:creationId xmlns:a16="http://schemas.microsoft.com/office/drawing/2014/main" id="{272FD110-BBCC-DF76-D3E3-844440DAD8F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38432" y="4261555"/>
            <a:ext cx="5929033" cy="44214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2" name="item_4_title">
            <a:extLst>
              <a:ext uri="{FF2B5EF4-FFF2-40B4-BE49-F238E27FC236}">
                <a16:creationId xmlns:a16="http://schemas.microsoft.com/office/drawing/2014/main" id="{48BAF2F6-C072-676B-CE0C-77F3EC1062E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268104" y="5035315"/>
            <a:ext cx="2579808" cy="44214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item_4_title</a:t>
            </a:r>
          </a:p>
        </p:txBody>
      </p:sp>
      <p:sp>
        <p:nvSpPr>
          <p:cNvPr id="13" name="item_4">
            <a:extLst>
              <a:ext uri="{FF2B5EF4-FFF2-40B4-BE49-F238E27FC236}">
                <a16:creationId xmlns:a16="http://schemas.microsoft.com/office/drawing/2014/main" id="{0F79C2DF-499F-3D1E-E9D1-DC8D357047F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38432" y="5035315"/>
            <a:ext cx="5929033" cy="44214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item_4</a:t>
            </a:r>
          </a:p>
        </p:txBody>
      </p:sp>
      <p:sp>
        <p:nvSpPr>
          <p:cNvPr id="14" name="source">
            <a:extLst>
              <a:ext uri="{FF2B5EF4-FFF2-40B4-BE49-F238E27FC236}">
                <a16:creationId xmlns:a16="http://schemas.microsoft.com/office/drawing/2014/main" id="{6DB72AF3-D1FC-C9C1-83CE-2E9A5294DAA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54954" y="571500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501768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evidence_appendix: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1154954" y="444500"/>
            <a:ext cx="8761413" cy="1236132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25182-F003-4077-8770-ED171BB46558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019D-D5E9-42EC-8806-1AB6BBDB44DC}" type="slidenum">
              <a:rPr lang="en-US" smtClean="0"/>
              <a:t>‹#›</a:t>
            </a:fld>
            <a:endParaRPr lang="en-US"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AC6B63BF-7849-E36E-3675-2F0523CBFA7D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54954" y="2603500"/>
            <a:ext cx="8825659" cy="2984500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4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6" name="source">
            <a:extLst>
              <a:ext uri="{FF2B5EF4-FFF2-40B4-BE49-F238E27FC236}">
                <a16:creationId xmlns:a16="http://schemas.microsoft.com/office/drawing/2014/main" id="{E16EEB49-035D-A3D5-26DE-4C91003FAD4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54954" y="571500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40734795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executive_summary:grid-2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1154954" y="444500"/>
            <a:ext cx="8761413" cy="1236132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25182-F003-4077-8770-ED171BB46558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019D-D5E9-42EC-8806-1AB6BBDB44DC}" type="slidenum">
              <a:rPr lang="en-US" smtClean="0"/>
              <a:t>‹#›</a:t>
            </a:fld>
            <a:endParaRPr lang="en-US"/>
          </a:p>
        </p:txBody>
      </p:sp>
      <p:sp>
        <p:nvSpPr>
          <p:cNvPr id="2" name="item_1_title">
            <a:extLst>
              <a:ext uri="{FF2B5EF4-FFF2-40B4-BE49-F238E27FC236}">
                <a16:creationId xmlns:a16="http://schemas.microsoft.com/office/drawing/2014/main" id="{DE0890B0-9E7C-B834-0C7A-50C945AC33CF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313363" y="2758252"/>
            <a:ext cx="4005492" cy="321858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6" name="item_1">
            <a:extLst>
              <a:ext uri="{FF2B5EF4-FFF2-40B4-BE49-F238E27FC236}">
                <a16:creationId xmlns:a16="http://schemas.microsoft.com/office/drawing/2014/main" id="{FDA1EC1F-7583-87D1-5206-11AC781F460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13363" y="3080111"/>
            <a:ext cx="4005492" cy="77245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7" name="item_2_title">
            <a:extLst>
              <a:ext uri="{FF2B5EF4-FFF2-40B4-BE49-F238E27FC236}">
                <a16:creationId xmlns:a16="http://schemas.microsoft.com/office/drawing/2014/main" id="{F9F02E0E-DB52-30C4-B729-8C87602A52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16712" y="2758252"/>
            <a:ext cx="4005492" cy="32185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8" name="item_2">
            <a:extLst>
              <a:ext uri="{FF2B5EF4-FFF2-40B4-BE49-F238E27FC236}">
                <a16:creationId xmlns:a16="http://schemas.microsoft.com/office/drawing/2014/main" id="{8B215D1F-9E19-3A34-9F81-733D8E5D0D0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16712" y="3080111"/>
            <a:ext cx="4005492" cy="77245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0" name="item_3_title">
            <a:extLst>
              <a:ext uri="{FF2B5EF4-FFF2-40B4-BE49-F238E27FC236}">
                <a16:creationId xmlns:a16="http://schemas.microsoft.com/office/drawing/2014/main" id="{D98BEFD9-41B0-0FDB-AF64-F0F1A289A7A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13363" y="4338932"/>
            <a:ext cx="4005492" cy="32185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1" name="item_3">
            <a:extLst>
              <a:ext uri="{FF2B5EF4-FFF2-40B4-BE49-F238E27FC236}">
                <a16:creationId xmlns:a16="http://schemas.microsoft.com/office/drawing/2014/main" id="{B2F9C0D4-10F7-B49A-73F4-19AAF72AC7B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313363" y="4660790"/>
            <a:ext cx="4005492" cy="77245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2" name="item_4_title">
            <a:extLst>
              <a:ext uri="{FF2B5EF4-FFF2-40B4-BE49-F238E27FC236}">
                <a16:creationId xmlns:a16="http://schemas.microsoft.com/office/drawing/2014/main" id="{5E61DADF-E650-E7BC-482D-47AEE05BBC3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16712" y="4338932"/>
            <a:ext cx="4005492" cy="32185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item_4_title</a:t>
            </a:r>
          </a:p>
        </p:txBody>
      </p:sp>
      <p:sp>
        <p:nvSpPr>
          <p:cNvPr id="13" name="item_4">
            <a:extLst>
              <a:ext uri="{FF2B5EF4-FFF2-40B4-BE49-F238E27FC236}">
                <a16:creationId xmlns:a16="http://schemas.microsoft.com/office/drawing/2014/main" id="{F9377C26-2DC5-0D68-B515-CA80A5ADAFC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816712" y="4660790"/>
            <a:ext cx="4005492" cy="77245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item_4</a:t>
            </a:r>
          </a:p>
        </p:txBody>
      </p:sp>
      <p:sp>
        <p:nvSpPr>
          <p:cNvPr id="14" name="source">
            <a:extLst>
              <a:ext uri="{FF2B5EF4-FFF2-40B4-BE49-F238E27FC236}">
                <a16:creationId xmlns:a16="http://schemas.microsoft.com/office/drawing/2014/main" id="{18E87DD4-2653-3955-EA3E-7A4B75D3BB2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54954" y="571500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3262645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kpi:hero-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1154954" y="444500"/>
            <a:ext cx="8761413" cy="1236132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25182-F003-4077-8770-ED171BB46558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019D-D5E9-42EC-8806-1AB6BBDB44DC}" type="slidenum">
              <a:rPr lang="en-US" smtClean="0"/>
              <a:t>‹#›</a:t>
            </a:fld>
            <a:endParaRPr lang="en-US"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D8022BE7-929E-5277-94A9-CE9D40F524E4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803376" y="3051175"/>
            <a:ext cx="3177237" cy="2089150"/>
          </a:xfr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6" name="kpi_value_1">
            <a:extLst>
              <a:ext uri="{FF2B5EF4-FFF2-40B4-BE49-F238E27FC236}">
                <a16:creationId xmlns:a16="http://schemas.microsoft.com/office/drawing/2014/main" id="{18A111E2-6B7E-6D31-1E50-CAE6C05072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54955" y="2603501"/>
            <a:ext cx="5295395" cy="191860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0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7" name="kpi_label_1">
            <a:extLst>
              <a:ext uri="{FF2B5EF4-FFF2-40B4-BE49-F238E27FC236}">
                <a16:creationId xmlns:a16="http://schemas.microsoft.com/office/drawing/2014/main" id="{EE5E32CB-93FB-3460-EA42-2813946DF89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54955" y="4522108"/>
            <a:ext cx="5295395" cy="106589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8" name="source">
            <a:extLst>
              <a:ext uri="{FF2B5EF4-FFF2-40B4-BE49-F238E27FC236}">
                <a16:creationId xmlns:a16="http://schemas.microsoft.com/office/drawing/2014/main" id="{83FD942E-7477-DBAE-EC4D-74AD79C859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54954" y="571500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31094056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kpi:be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1154954" y="444500"/>
            <a:ext cx="8761413" cy="1236132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25182-F003-4077-8770-ED171BB46558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019D-D5E9-42EC-8806-1AB6BBDB44DC}" type="slidenum">
              <a:rPr lang="en-US" smtClean="0"/>
              <a:t>‹#›</a:t>
            </a:fld>
            <a:endParaRPr lang="en-US"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67253F40-1F7E-78E5-2249-18FB8A4BA732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54954" y="5050790"/>
            <a:ext cx="8825659" cy="537210"/>
          </a:xfr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6" name="kpi_value_1">
            <a:extLst>
              <a:ext uri="{FF2B5EF4-FFF2-40B4-BE49-F238E27FC236}">
                <a16:creationId xmlns:a16="http://schemas.microsoft.com/office/drawing/2014/main" id="{3E8AC444-AA6B-A128-2EDC-5772E3B2C51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13364" y="2758253"/>
            <a:ext cx="4096011" cy="129754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7" name="kpi_label_1">
            <a:extLst>
              <a:ext uri="{FF2B5EF4-FFF2-40B4-BE49-F238E27FC236}">
                <a16:creationId xmlns:a16="http://schemas.microsoft.com/office/drawing/2014/main" id="{782094AC-7E54-04C5-A469-75E6A3BEA48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13364" y="4055800"/>
            <a:ext cx="4096011" cy="72085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8" name="kpi_value_2">
            <a:extLst>
              <a:ext uri="{FF2B5EF4-FFF2-40B4-BE49-F238E27FC236}">
                <a16:creationId xmlns:a16="http://schemas.microsoft.com/office/drawing/2014/main" id="{E89550B2-C2D2-1DA8-B5F0-210D4FADE16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07232" y="2758253"/>
            <a:ext cx="3914972" cy="49244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kpi_value_2</a:t>
            </a:r>
          </a:p>
        </p:txBody>
      </p:sp>
      <p:sp>
        <p:nvSpPr>
          <p:cNvPr id="10" name="kpi_label_2">
            <a:extLst>
              <a:ext uri="{FF2B5EF4-FFF2-40B4-BE49-F238E27FC236}">
                <a16:creationId xmlns:a16="http://schemas.microsoft.com/office/drawing/2014/main" id="{2FC7E185-B0F5-C4BD-F0D0-1788AF6BD89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907232" y="3250695"/>
            <a:ext cx="3914972" cy="27357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kpi_label_2</a:t>
            </a:r>
          </a:p>
        </p:txBody>
      </p:sp>
      <p:sp>
        <p:nvSpPr>
          <p:cNvPr id="11" name="kpi_value_3">
            <a:extLst>
              <a:ext uri="{FF2B5EF4-FFF2-40B4-BE49-F238E27FC236}">
                <a16:creationId xmlns:a16="http://schemas.microsoft.com/office/drawing/2014/main" id="{0DA40235-2013-ACC9-295E-E91880E2433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07233" y="4010638"/>
            <a:ext cx="1708557" cy="49244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kpi_value_3</a:t>
            </a:r>
          </a:p>
        </p:txBody>
      </p:sp>
      <p:sp>
        <p:nvSpPr>
          <p:cNvPr id="12" name="kpi_label_3">
            <a:extLst>
              <a:ext uri="{FF2B5EF4-FFF2-40B4-BE49-F238E27FC236}">
                <a16:creationId xmlns:a16="http://schemas.microsoft.com/office/drawing/2014/main" id="{342DD27B-9F9D-F6C1-667C-695E3E33046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907233" y="4503080"/>
            <a:ext cx="1708557" cy="27357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kpi_label_3</a:t>
            </a:r>
          </a:p>
        </p:txBody>
      </p:sp>
      <p:sp>
        <p:nvSpPr>
          <p:cNvPr id="13" name="kpi_value_4">
            <a:extLst>
              <a:ext uri="{FF2B5EF4-FFF2-40B4-BE49-F238E27FC236}">
                <a16:creationId xmlns:a16="http://schemas.microsoft.com/office/drawing/2014/main" id="{0EF83FAD-59A0-7C63-F601-8F81B3F1D7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13648" y="4010638"/>
            <a:ext cx="1708557" cy="49244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kpi_value_4</a:t>
            </a:r>
          </a:p>
        </p:txBody>
      </p:sp>
      <p:sp>
        <p:nvSpPr>
          <p:cNvPr id="14" name="kpi_label_4">
            <a:extLst>
              <a:ext uri="{FF2B5EF4-FFF2-40B4-BE49-F238E27FC236}">
                <a16:creationId xmlns:a16="http://schemas.microsoft.com/office/drawing/2014/main" id="{8299356F-C703-CDAF-AE43-70F77D78CB7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13648" y="4503080"/>
            <a:ext cx="1708557" cy="27357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kpi_label_4</a:t>
            </a:r>
          </a:p>
        </p:txBody>
      </p:sp>
      <p:sp>
        <p:nvSpPr>
          <p:cNvPr id="15" name="source">
            <a:extLst>
              <a:ext uri="{FF2B5EF4-FFF2-40B4-BE49-F238E27FC236}">
                <a16:creationId xmlns:a16="http://schemas.microsoft.com/office/drawing/2014/main" id="{770949C3-10D2-AD29-899A-B90124E49AF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54954" y="571500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224936039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kpi:picto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1154954" y="444500"/>
            <a:ext cx="8761413" cy="1236132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25182-F003-4077-8770-ED171BB46558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019D-D5E9-42EC-8806-1AB6BBDB44DC}" type="slidenum">
              <a:rPr lang="en-US" smtClean="0"/>
              <a:t>‹#›</a:t>
            </a:fld>
            <a:endParaRPr lang="en-US"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5BC6BB2E-22A1-7BDB-C27A-96C01F33C00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54954" y="5050790"/>
            <a:ext cx="8825659" cy="537210"/>
          </a:xfr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6" name="kpi_value_1">
            <a:extLst>
              <a:ext uri="{FF2B5EF4-FFF2-40B4-BE49-F238E27FC236}">
                <a16:creationId xmlns:a16="http://schemas.microsoft.com/office/drawing/2014/main" id="{7DFEA00F-E1AF-550D-AEEA-B7DD3D9073C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13363" y="2758253"/>
            <a:ext cx="4005492" cy="98192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7" name="kpi_label_1">
            <a:extLst>
              <a:ext uri="{FF2B5EF4-FFF2-40B4-BE49-F238E27FC236}">
                <a16:creationId xmlns:a16="http://schemas.microsoft.com/office/drawing/2014/main" id="{0C806669-4298-1B50-D254-2EE8C5E5AF5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13363" y="3740180"/>
            <a:ext cx="4005492" cy="54551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8" name="kpi_value_2">
            <a:extLst>
              <a:ext uri="{FF2B5EF4-FFF2-40B4-BE49-F238E27FC236}">
                <a16:creationId xmlns:a16="http://schemas.microsoft.com/office/drawing/2014/main" id="{72E5B68B-B26F-E7AA-AD3E-07A40DEA62B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16712" y="2758253"/>
            <a:ext cx="4005492" cy="98192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kpi_value_2</a:t>
            </a:r>
          </a:p>
        </p:txBody>
      </p:sp>
      <p:sp>
        <p:nvSpPr>
          <p:cNvPr id="10" name="kpi_label_2">
            <a:extLst>
              <a:ext uri="{FF2B5EF4-FFF2-40B4-BE49-F238E27FC236}">
                <a16:creationId xmlns:a16="http://schemas.microsoft.com/office/drawing/2014/main" id="{08718B64-53EB-0893-CE3E-B51D78A8D5B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16712" y="3740180"/>
            <a:ext cx="4005492" cy="54551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kpi_label_2</a:t>
            </a:r>
          </a:p>
        </p:txBody>
      </p:sp>
      <p:sp>
        <p:nvSpPr>
          <p:cNvPr id="11" name="source">
            <a:extLst>
              <a:ext uri="{FF2B5EF4-FFF2-40B4-BE49-F238E27FC236}">
                <a16:creationId xmlns:a16="http://schemas.microsoft.com/office/drawing/2014/main" id="{3BE29FCF-B2F1-BF99-E2F0-05129D8CA0D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54954" y="571500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256891399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kpi:progr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1154954" y="444500"/>
            <a:ext cx="8761413" cy="1236132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25182-F003-4077-8770-ED171BB46558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019D-D5E9-42EC-8806-1AB6BBDB44DC}" type="slidenum">
              <a:rPr lang="en-US" smtClean="0"/>
              <a:t>‹#›</a:t>
            </a:fld>
            <a:endParaRPr lang="en-US"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A82B82D6-0F80-4DD7-853C-EDE4E3A4674B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54954" y="5050790"/>
            <a:ext cx="8825659" cy="537210"/>
          </a:xfr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6" name="kpi_value_1">
            <a:extLst>
              <a:ext uri="{FF2B5EF4-FFF2-40B4-BE49-F238E27FC236}">
                <a16:creationId xmlns:a16="http://schemas.microsoft.com/office/drawing/2014/main" id="{352B828B-8165-69A8-F88B-DA6E9876C65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68104" y="2714038"/>
            <a:ext cx="2235834" cy="27800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7" name="kpi_label_1">
            <a:extLst>
              <a:ext uri="{FF2B5EF4-FFF2-40B4-BE49-F238E27FC236}">
                <a16:creationId xmlns:a16="http://schemas.microsoft.com/office/drawing/2014/main" id="{60B19CDF-4BC5-3852-8557-18A69CA1434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94458" y="2714037"/>
            <a:ext cx="6273007" cy="20592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8" name="kpi_value_2">
            <a:extLst>
              <a:ext uri="{FF2B5EF4-FFF2-40B4-BE49-F238E27FC236}">
                <a16:creationId xmlns:a16="http://schemas.microsoft.com/office/drawing/2014/main" id="{A93726D7-2341-BD61-DC93-BD84BE428C0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68104" y="3323650"/>
            <a:ext cx="2235834" cy="27800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kpi_value_2</a:t>
            </a:r>
          </a:p>
        </p:txBody>
      </p:sp>
      <p:sp>
        <p:nvSpPr>
          <p:cNvPr id="10" name="kpi_label_2">
            <a:extLst>
              <a:ext uri="{FF2B5EF4-FFF2-40B4-BE49-F238E27FC236}">
                <a16:creationId xmlns:a16="http://schemas.microsoft.com/office/drawing/2014/main" id="{327497EB-AE33-A584-3DB7-C42A3FCB469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594458" y="3323649"/>
            <a:ext cx="6273007" cy="20592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kpi_label_2</a:t>
            </a:r>
          </a:p>
        </p:txBody>
      </p:sp>
      <p:sp>
        <p:nvSpPr>
          <p:cNvPr id="11" name="kpi_value_3">
            <a:extLst>
              <a:ext uri="{FF2B5EF4-FFF2-40B4-BE49-F238E27FC236}">
                <a16:creationId xmlns:a16="http://schemas.microsoft.com/office/drawing/2014/main" id="{0A80F3AD-1799-ABD5-6590-A84772637B9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268104" y="3933262"/>
            <a:ext cx="2235834" cy="27800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kpi_value_3</a:t>
            </a:r>
          </a:p>
        </p:txBody>
      </p:sp>
      <p:sp>
        <p:nvSpPr>
          <p:cNvPr id="12" name="kpi_label_3">
            <a:extLst>
              <a:ext uri="{FF2B5EF4-FFF2-40B4-BE49-F238E27FC236}">
                <a16:creationId xmlns:a16="http://schemas.microsoft.com/office/drawing/2014/main" id="{C31E2F72-B56F-F7AE-8C60-1CC142DD244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594458" y="3933261"/>
            <a:ext cx="6273007" cy="20592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kpi_label_3</a:t>
            </a:r>
          </a:p>
        </p:txBody>
      </p:sp>
      <p:sp>
        <p:nvSpPr>
          <p:cNvPr id="13" name="kpi_value_4">
            <a:extLst>
              <a:ext uri="{FF2B5EF4-FFF2-40B4-BE49-F238E27FC236}">
                <a16:creationId xmlns:a16="http://schemas.microsoft.com/office/drawing/2014/main" id="{7CEB8FAC-3E28-E1D3-534F-8F473F4A59F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68104" y="4542873"/>
            <a:ext cx="2235834" cy="27800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kpi_value_4</a:t>
            </a:r>
          </a:p>
        </p:txBody>
      </p:sp>
      <p:sp>
        <p:nvSpPr>
          <p:cNvPr id="14" name="kpi_label_4">
            <a:extLst>
              <a:ext uri="{FF2B5EF4-FFF2-40B4-BE49-F238E27FC236}">
                <a16:creationId xmlns:a16="http://schemas.microsoft.com/office/drawing/2014/main" id="{4825A9C7-CB97-09FF-6202-5AD4A37AA9C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594458" y="4542872"/>
            <a:ext cx="6273007" cy="20592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kpi_label_4</a:t>
            </a:r>
          </a:p>
        </p:txBody>
      </p:sp>
      <p:sp>
        <p:nvSpPr>
          <p:cNvPr id="15" name="source">
            <a:extLst>
              <a:ext uri="{FF2B5EF4-FFF2-40B4-BE49-F238E27FC236}">
                <a16:creationId xmlns:a16="http://schemas.microsoft.com/office/drawing/2014/main" id="{D3A799F5-F3B4-0E6E-43EF-82FB6919C28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54954" y="571500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33267850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finding:two-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1154954" y="444500"/>
            <a:ext cx="8761413" cy="1236132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25182-F003-4077-8770-ED171BB46558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019D-D5E9-42EC-8806-1AB6BBDB44DC}" type="slidenum">
              <a:rPr lang="en-US" smtClean="0"/>
              <a:t>‹#›</a:t>
            </a:fld>
            <a:endParaRPr lang="en-US"/>
          </a:p>
        </p:txBody>
      </p:sp>
      <p:sp>
        <p:nvSpPr>
          <p:cNvPr id="2" name="marker_1">
            <a:extLst>
              <a:ext uri="{FF2B5EF4-FFF2-40B4-BE49-F238E27FC236}">
                <a16:creationId xmlns:a16="http://schemas.microsoft.com/office/drawing/2014/main" id="{5D978A52-05E8-EC0F-2698-B9B1ACE4A539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313363" y="2758253"/>
            <a:ext cx="497858" cy="486363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marker_1</a:t>
            </a:r>
          </a:p>
        </p:txBody>
      </p:sp>
      <p:sp>
        <p:nvSpPr>
          <p:cNvPr id="6" name="item_1_title">
            <a:extLst>
              <a:ext uri="{FF2B5EF4-FFF2-40B4-BE49-F238E27FC236}">
                <a16:creationId xmlns:a16="http://schemas.microsoft.com/office/drawing/2014/main" id="{29ECF302-22C3-5C36-0532-792E59F3805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01742" y="2758252"/>
            <a:ext cx="7920463" cy="32185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7" name="item_1">
            <a:extLst>
              <a:ext uri="{FF2B5EF4-FFF2-40B4-BE49-F238E27FC236}">
                <a16:creationId xmlns:a16="http://schemas.microsoft.com/office/drawing/2014/main" id="{D8521034-35AD-D015-3C93-41417EE8E28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901742" y="3080111"/>
            <a:ext cx="7920463" cy="77245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8" name="marker_2">
            <a:extLst>
              <a:ext uri="{FF2B5EF4-FFF2-40B4-BE49-F238E27FC236}">
                <a16:creationId xmlns:a16="http://schemas.microsoft.com/office/drawing/2014/main" id="{5C6BFB0E-DD3C-B9F2-57F0-BE1431E871A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13363" y="4338933"/>
            <a:ext cx="497858" cy="486363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marker_2</a:t>
            </a:r>
          </a:p>
        </p:txBody>
      </p:sp>
      <p:sp>
        <p:nvSpPr>
          <p:cNvPr id="10" name="item_2_title">
            <a:extLst>
              <a:ext uri="{FF2B5EF4-FFF2-40B4-BE49-F238E27FC236}">
                <a16:creationId xmlns:a16="http://schemas.microsoft.com/office/drawing/2014/main" id="{B4D06C1F-A514-2996-B77A-8A8011CFD5F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901742" y="4338932"/>
            <a:ext cx="7920463" cy="32185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1" name="item_2">
            <a:extLst>
              <a:ext uri="{FF2B5EF4-FFF2-40B4-BE49-F238E27FC236}">
                <a16:creationId xmlns:a16="http://schemas.microsoft.com/office/drawing/2014/main" id="{4E754405-D7D7-4278-A1D7-55008A8F40C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901742" y="4660790"/>
            <a:ext cx="7920463" cy="77245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2" name="source">
            <a:extLst>
              <a:ext uri="{FF2B5EF4-FFF2-40B4-BE49-F238E27FC236}">
                <a16:creationId xmlns:a16="http://schemas.microsoft.com/office/drawing/2014/main" id="{E283BA44-592C-5EB6-E4EB-5A3E8B2C8C7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54954" y="571500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27314381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finding:grid-2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1154954" y="444500"/>
            <a:ext cx="8761413" cy="1236132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25182-F003-4077-8770-ED171BB46558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019D-D5E9-42EC-8806-1AB6BBDB44DC}" type="slidenum">
              <a:rPr lang="en-US" smtClean="0"/>
              <a:t>‹#›</a:t>
            </a:fld>
            <a:endParaRPr lang="en-US"/>
          </a:p>
        </p:txBody>
      </p:sp>
      <p:sp>
        <p:nvSpPr>
          <p:cNvPr id="2" name="item_1_title">
            <a:extLst>
              <a:ext uri="{FF2B5EF4-FFF2-40B4-BE49-F238E27FC236}">
                <a16:creationId xmlns:a16="http://schemas.microsoft.com/office/drawing/2014/main" id="{69EF7EC6-077D-7D5E-DD65-2D0A3E6206E3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313363" y="2758252"/>
            <a:ext cx="4005492" cy="321858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6" name="item_1">
            <a:extLst>
              <a:ext uri="{FF2B5EF4-FFF2-40B4-BE49-F238E27FC236}">
                <a16:creationId xmlns:a16="http://schemas.microsoft.com/office/drawing/2014/main" id="{5B218B90-9500-9772-99D0-C8E3539C4BE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13363" y="3080111"/>
            <a:ext cx="4005492" cy="77245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7" name="item_2_title">
            <a:extLst>
              <a:ext uri="{FF2B5EF4-FFF2-40B4-BE49-F238E27FC236}">
                <a16:creationId xmlns:a16="http://schemas.microsoft.com/office/drawing/2014/main" id="{93C3BEDD-C6B8-7140-2BB9-05A87D34238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16712" y="2758252"/>
            <a:ext cx="4005492" cy="32185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8" name="item_2">
            <a:extLst>
              <a:ext uri="{FF2B5EF4-FFF2-40B4-BE49-F238E27FC236}">
                <a16:creationId xmlns:a16="http://schemas.microsoft.com/office/drawing/2014/main" id="{3C0A85AD-80A4-19FD-8E1E-2B0F98672AD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16712" y="3080111"/>
            <a:ext cx="4005492" cy="77245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0" name="item_3_title">
            <a:extLst>
              <a:ext uri="{FF2B5EF4-FFF2-40B4-BE49-F238E27FC236}">
                <a16:creationId xmlns:a16="http://schemas.microsoft.com/office/drawing/2014/main" id="{2A2C396A-F085-FC91-3EDE-C8D20C2E23D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13363" y="4338932"/>
            <a:ext cx="4005492" cy="32185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1" name="item_3">
            <a:extLst>
              <a:ext uri="{FF2B5EF4-FFF2-40B4-BE49-F238E27FC236}">
                <a16:creationId xmlns:a16="http://schemas.microsoft.com/office/drawing/2014/main" id="{B9A4F28F-B120-25DA-6C39-AA03514C28F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313363" y="4660790"/>
            <a:ext cx="4005492" cy="77245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2" name="item_4_title">
            <a:extLst>
              <a:ext uri="{FF2B5EF4-FFF2-40B4-BE49-F238E27FC236}">
                <a16:creationId xmlns:a16="http://schemas.microsoft.com/office/drawing/2014/main" id="{6ACEEEE5-5453-7178-50CC-04051D8D322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16712" y="4338932"/>
            <a:ext cx="4005492" cy="32185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item_4_title</a:t>
            </a:r>
          </a:p>
        </p:txBody>
      </p:sp>
      <p:sp>
        <p:nvSpPr>
          <p:cNvPr id="13" name="item_4">
            <a:extLst>
              <a:ext uri="{FF2B5EF4-FFF2-40B4-BE49-F238E27FC236}">
                <a16:creationId xmlns:a16="http://schemas.microsoft.com/office/drawing/2014/main" id="{254EC800-0DF6-6F4D-EC34-BA61B5DE42E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816712" y="4660790"/>
            <a:ext cx="4005492" cy="77245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item_4</a:t>
            </a:r>
          </a:p>
        </p:txBody>
      </p:sp>
      <p:sp>
        <p:nvSpPr>
          <p:cNvPr id="14" name="source">
            <a:extLst>
              <a:ext uri="{FF2B5EF4-FFF2-40B4-BE49-F238E27FC236}">
                <a16:creationId xmlns:a16="http://schemas.microsoft.com/office/drawing/2014/main" id="{C00FDA21-D9CF-1A1D-105A-9914F5E8CE8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54954" y="571500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181472782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finding: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1154954" y="444500"/>
            <a:ext cx="8761413" cy="1236132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25182-F003-4077-8770-ED171BB46558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019D-D5E9-42EC-8806-1AB6BBDB44DC}" type="slidenum">
              <a:rPr lang="en-US" smtClean="0"/>
              <a:t>‹#›</a:t>
            </a:fld>
            <a:endParaRPr lang="en-US"/>
          </a:p>
        </p:txBody>
      </p:sp>
      <p:sp>
        <p:nvSpPr>
          <p:cNvPr id="2" name="item_1_title">
            <a:extLst>
              <a:ext uri="{FF2B5EF4-FFF2-40B4-BE49-F238E27FC236}">
                <a16:creationId xmlns:a16="http://schemas.microsoft.com/office/drawing/2014/main" id="{82226C88-4535-2310-DDD6-865CF0DAEBF1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313363" y="3039830"/>
            <a:ext cx="1753817" cy="703946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6" name="item_1">
            <a:extLst>
              <a:ext uri="{FF2B5EF4-FFF2-40B4-BE49-F238E27FC236}">
                <a16:creationId xmlns:a16="http://schemas.microsoft.com/office/drawing/2014/main" id="{3223BBD6-3AF5-A59C-BE32-99EFB1CB77F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13364" y="3743778"/>
            <a:ext cx="1753817" cy="168947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7" name="item_2_title">
            <a:extLst>
              <a:ext uri="{FF2B5EF4-FFF2-40B4-BE49-F238E27FC236}">
                <a16:creationId xmlns:a16="http://schemas.microsoft.com/office/drawing/2014/main" id="{B40132B9-1F41-3E0F-6EE2-944D1399BDE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65039" y="3039830"/>
            <a:ext cx="1753817" cy="70394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8" name="item_2">
            <a:extLst>
              <a:ext uri="{FF2B5EF4-FFF2-40B4-BE49-F238E27FC236}">
                <a16:creationId xmlns:a16="http://schemas.microsoft.com/office/drawing/2014/main" id="{A277FC52-2BC2-9031-2999-35C04980D8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65039" y="3743778"/>
            <a:ext cx="1753817" cy="168947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0" name="item_3_title">
            <a:extLst>
              <a:ext uri="{FF2B5EF4-FFF2-40B4-BE49-F238E27FC236}">
                <a16:creationId xmlns:a16="http://schemas.microsoft.com/office/drawing/2014/main" id="{E2FA1EAB-A2D1-A277-A7EC-2089FAC965A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16713" y="3039830"/>
            <a:ext cx="1753817" cy="70394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1" name="item_3">
            <a:extLst>
              <a:ext uri="{FF2B5EF4-FFF2-40B4-BE49-F238E27FC236}">
                <a16:creationId xmlns:a16="http://schemas.microsoft.com/office/drawing/2014/main" id="{5BC896BF-47D0-72C2-07E5-3A1B4491BA7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16713" y="3743778"/>
            <a:ext cx="1753817" cy="168947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2" name="item_4_title">
            <a:extLst>
              <a:ext uri="{FF2B5EF4-FFF2-40B4-BE49-F238E27FC236}">
                <a16:creationId xmlns:a16="http://schemas.microsoft.com/office/drawing/2014/main" id="{34338165-76DB-F1F3-5E2C-6A3ED9F9C11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068388" y="3039830"/>
            <a:ext cx="1753817" cy="70394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item_4_title</a:t>
            </a:r>
          </a:p>
        </p:txBody>
      </p:sp>
      <p:sp>
        <p:nvSpPr>
          <p:cNvPr id="13" name="item_4">
            <a:extLst>
              <a:ext uri="{FF2B5EF4-FFF2-40B4-BE49-F238E27FC236}">
                <a16:creationId xmlns:a16="http://schemas.microsoft.com/office/drawing/2014/main" id="{8A4E9DF8-ACD1-AE3C-CA37-4BFD4E96F2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068388" y="3743778"/>
            <a:ext cx="1753817" cy="168947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item_4</a:t>
            </a:r>
          </a:p>
        </p:txBody>
      </p:sp>
      <p:sp>
        <p:nvSpPr>
          <p:cNvPr id="14" name="source">
            <a:extLst>
              <a:ext uri="{FF2B5EF4-FFF2-40B4-BE49-F238E27FC236}">
                <a16:creationId xmlns:a16="http://schemas.microsoft.com/office/drawing/2014/main" id="{935CBFBB-42D8-1DC5-B208-9367017128A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54954" y="571500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91058657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finding:single-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1154954" y="444500"/>
            <a:ext cx="8761413" cy="1236132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25182-F003-4077-8770-ED171BB46558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019D-D5E9-42EC-8806-1AB6BBDB44DC}" type="slidenum">
              <a:rPr lang="en-US" smtClean="0"/>
              <a:t>‹#›</a:t>
            </a:fld>
            <a:endParaRPr lang="en-US"/>
          </a:p>
        </p:txBody>
      </p:sp>
      <p:sp>
        <p:nvSpPr>
          <p:cNvPr id="2" name="kpi_value_1">
            <a:extLst>
              <a:ext uri="{FF2B5EF4-FFF2-40B4-BE49-F238E27FC236}">
                <a16:creationId xmlns:a16="http://schemas.microsoft.com/office/drawing/2014/main" id="{A3C258D2-A8E1-0B90-72A7-638F013A9DA8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313363" y="2758252"/>
            <a:ext cx="4272524" cy="1658498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0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6" name="kpi_label_1">
            <a:extLst>
              <a:ext uri="{FF2B5EF4-FFF2-40B4-BE49-F238E27FC236}">
                <a16:creationId xmlns:a16="http://schemas.microsoft.com/office/drawing/2014/main" id="{8F7CD09A-C023-836C-AA4E-B8F7F9F7248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13363" y="4470251"/>
            <a:ext cx="4272524" cy="96299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7" name="quote">
            <a:extLst>
              <a:ext uri="{FF2B5EF4-FFF2-40B4-BE49-F238E27FC236}">
                <a16:creationId xmlns:a16="http://schemas.microsoft.com/office/drawing/2014/main" id="{62C5E8AF-3BF4-753F-FCBE-004124C901E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13363" y="2758253"/>
            <a:ext cx="4272524" cy="208649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i="1">
                <a:latin typeface="+mj-lt"/>
              </a:defRPr>
            </a:lvl1pPr>
          </a:lstStyle>
          <a:p>
            <a:pPr lvl="0"/>
            <a:r>
              <a:rPr lang="en-US"/>
              <a:t>quote</a:t>
            </a:r>
          </a:p>
        </p:txBody>
      </p:sp>
      <p:sp>
        <p:nvSpPr>
          <p:cNvPr id="8" name="attribution">
            <a:extLst>
              <a:ext uri="{FF2B5EF4-FFF2-40B4-BE49-F238E27FC236}">
                <a16:creationId xmlns:a16="http://schemas.microsoft.com/office/drawing/2014/main" id="{5C204278-6B9A-BA60-B993-C09A8B8067F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13363" y="4898250"/>
            <a:ext cx="4272524" cy="53499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attribution</a:t>
            </a:r>
          </a:p>
        </p:txBody>
      </p:sp>
      <p:sp>
        <p:nvSpPr>
          <p:cNvPr id="10" name="item_1_title">
            <a:extLst>
              <a:ext uri="{FF2B5EF4-FFF2-40B4-BE49-F238E27FC236}">
                <a16:creationId xmlns:a16="http://schemas.microsoft.com/office/drawing/2014/main" id="{BB2F83C9-667D-EE0F-A6E6-9DEB789E13F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7323" y="2603500"/>
            <a:ext cx="3883290" cy="877794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11" name="item_1">
            <a:extLst>
              <a:ext uri="{FF2B5EF4-FFF2-40B4-BE49-F238E27FC236}">
                <a16:creationId xmlns:a16="http://schemas.microsoft.com/office/drawing/2014/main" id="{D8F8FCF6-2D5D-D28C-6F66-D7D3DCF331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7323" y="3481294"/>
            <a:ext cx="3883290" cy="210670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2" name="source">
            <a:extLst>
              <a:ext uri="{FF2B5EF4-FFF2-40B4-BE49-F238E27FC236}">
                <a16:creationId xmlns:a16="http://schemas.microsoft.com/office/drawing/2014/main" id="{0E38B6BA-8A3B-D41E-6543-D604BE06767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54954" y="571500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400648876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implications:cards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1154954" y="444500"/>
            <a:ext cx="8761413" cy="1236132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25182-F003-4077-8770-ED171BB46558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019D-D5E9-42EC-8806-1AB6BBDB44DC}" type="slidenum">
              <a:rPr lang="en-US" smtClean="0"/>
              <a:t>‹#›</a:t>
            </a:fld>
            <a:endParaRPr lang="en-US"/>
          </a:p>
        </p:txBody>
      </p:sp>
      <p:sp>
        <p:nvSpPr>
          <p:cNvPr id="2" name="item_1_title">
            <a:extLst>
              <a:ext uri="{FF2B5EF4-FFF2-40B4-BE49-F238E27FC236}">
                <a16:creationId xmlns:a16="http://schemas.microsoft.com/office/drawing/2014/main" id="{DF1E56F1-F299-8671-2C18-53A3FF282703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313363" y="2758252"/>
            <a:ext cx="2504375" cy="786764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6" name="item_1">
            <a:extLst>
              <a:ext uri="{FF2B5EF4-FFF2-40B4-BE49-F238E27FC236}">
                <a16:creationId xmlns:a16="http://schemas.microsoft.com/office/drawing/2014/main" id="{6F05B1DB-B34B-FED5-7160-63B2A0FA513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13364" y="3545016"/>
            <a:ext cx="2504375" cy="188823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7" name="item_2_title">
            <a:extLst>
              <a:ext uri="{FF2B5EF4-FFF2-40B4-BE49-F238E27FC236}">
                <a16:creationId xmlns:a16="http://schemas.microsoft.com/office/drawing/2014/main" id="{6F3E7907-32D0-15D8-9501-1A0550251E2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15597" y="2758252"/>
            <a:ext cx="2504375" cy="786764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8" name="item_2">
            <a:extLst>
              <a:ext uri="{FF2B5EF4-FFF2-40B4-BE49-F238E27FC236}">
                <a16:creationId xmlns:a16="http://schemas.microsoft.com/office/drawing/2014/main" id="{9E6D1067-B1F3-28DA-0CE7-E04AEBE5575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15597" y="3545016"/>
            <a:ext cx="2504375" cy="188823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0" name="item_3_title">
            <a:extLst>
              <a:ext uri="{FF2B5EF4-FFF2-40B4-BE49-F238E27FC236}">
                <a16:creationId xmlns:a16="http://schemas.microsoft.com/office/drawing/2014/main" id="{5C47C4BF-7B39-23A2-A847-87F2C2E71B6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317830" y="2758252"/>
            <a:ext cx="2504375" cy="786764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1" name="item_3">
            <a:extLst>
              <a:ext uri="{FF2B5EF4-FFF2-40B4-BE49-F238E27FC236}">
                <a16:creationId xmlns:a16="http://schemas.microsoft.com/office/drawing/2014/main" id="{C86EE72B-BBF9-437A-2CD5-EFBFBF7E9B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317830" y="3545016"/>
            <a:ext cx="2504375" cy="188823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2" name="source">
            <a:extLst>
              <a:ext uri="{FF2B5EF4-FFF2-40B4-BE49-F238E27FC236}">
                <a16:creationId xmlns:a16="http://schemas.microsoft.com/office/drawing/2014/main" id="{892233CE-334E-BA65-94BF-ACA607DFF0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54954" y="571500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217731730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implications:two-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1154954" y="444500"/>
            <a:ext cx="8761413" cy="1236132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25182-F003-4077-8770-ED171BB46558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019D-D5E9-42EC-8806-1AB6BBDB44DC}" type="slidenum">
              <a:rPr lang="en-US" smtClean="0"/>
              <a:t>‹#›</a:t>
            </a:fld>
            <a:endParaRPr lang="en-US"/>
          </a:p>
        </p:txBody>
      </p:sp>
      <p:sp>
        <p:nvSpPr>
          <p:cNvPr id="2" name="marker_1">
            <a:extLst>
              <a:ext uri="{FF2B5EF4-FFF2-40B4-BE49-F238E27FC236}">
                <a16:creationId xmlns:a16="http://schemas.microsoft.com/office/drawing/2014/main" id="{55BA8FE6-569C-87AA-39CF-2A878947D0A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313363" y="2758253"/>
            <a:ext cx="497858" cy="486363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marker_1</a:t>
            </a:r>
          </a:p>
        </p:txBody>
      </p:sp>
      <p:sp>
        <p:nvSpPr>
          <p:cNvPr id="6" name="item_1_title">
            <a:extLst>
              <a:ext uri="{FF2B5EF4-FFF2-40B4-BE49-F238E27FC236}">
                <a16:creationId xmlns:a16="http://schemas.microsoft.com/office/drawing/2014/main" id="{09D83D36-F8EE-E640-D3C1-936F24ECC73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01742" y="2758252"/>
            <a:ext cx="7920463" cy="32185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7" name="item_1">
            <a:extLst>
              <a:ext uri="{FF2B5EF4-FFF2-40B4-BE49-F238E27FC236}">
                <a16:creationId xmlns:a16="http://schemas.microsoft.com/office/drawing/2014/main" id="{76CB1434-A25D-A3FB-D998-F99784D8337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901742" y="3080111"/>
            <a:ext cx="7920463" cy="77245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8" name="marker_2">
            <a:extLst>
              <a:ext uri="{FF2B5EF4-FFF2-40B4-BE49-F238E27FC236}">
                <a16:creationId xmlns:a16="http://schemas.microsoft.com/office/drawing/2014/main" id="{EAF9D01F-A84F-EDCE-ED3C-2FC42A394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13363" y="4338933"/>
            <a:ext cx="497858" cy="486363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marker_2</a:t>
            </a:r>
          </a:p>
        </p:txBody>
      </p:sp>
      <p:sp>
        <p:nvSpPr>
          <p:cNvPr id="10" name="item_2_title">
            <a:extLst>
              <a:ext uri="{FF2B5EF4-FFF2-40B4-BE49-F238E27FC236}">
                <a16:creationId xmlns:a16="http://schemas.microsoft.com/office/drawing/2014/main" id="{8089252A-2012-23DC-4AD5-C0CADFEC19B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901742" y="4338932"/>
            <a:ext cx="7920463" cy="32185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1" name="item_2">
            <a:extLst>
              <a:ext uri="{FF2B5EF4-FFF2-40B4-BE49-F238E27FC236}">
                <a16:creationId xmlns:a16="http://schemas.microsoft.com/office/drawing/2014/main" id="{F01A4BB3-2ADD-30B3-1145-E400199CFBD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901742" y="4660790"/>
            <a:ext cx="7920463" cy="77245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2" name="source">
            <a:extLst>
              <a:ext uri="{FF2B5EF4-FFF2-40B4-BE49-F238E27FC236}">
                <a16:creationId xmlns:a16="http://schemas.microsoft.com/office/drawing/2014/main" id="{85DDF1AA-10C1-4279-9976-C3D674BBE3F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54954" y="571500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215939202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implications:single-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1154954" y="444500"/>
            <a:ext cx="8761413" cy="1236132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25182-F003-4077-8770-ED171BB46558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019D-D5E9-42EC-8806-1AB6BBDB44DC}" type="slidenum">
              <a:rPr lang="en-US" smtClean="0"/>
              <a:t>‹#›</a:t>
            </a:fld>
            <a:endParaRPr lang="en-US"/>
          </a:p>
        </p:txBody>
      </p:sp>
      <p:sp>
        <p:nvSpPr>
          <p:cNvPr id="2" name="kpi_value_1">
            <a:extLst>
              <a:ext uri="{FF2B5EF4-FFF2-40B4-BE49-F238E27FC236}">
                <a16:creationId xmlns:a16="http://schemas.microsoft.com/office/drawing/2014/main" id="{2F86FB3C-8040-BB5E-7E0A-356F6986AF5E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313363" y="2758252"/>
            <a:ext cx="4272524" cy="1658498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0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6" name="kpi_label_1">
            <a:extLst>
              <a:ext uri="{FF2B5EF4-FFF2-40B4-BE49-F238E27FC236}">
                <a16:creationId xmlns:a16="http://schemas.microsoft.com/office/drawing/2014/main" id="{BCA8BE99-0379-1C8A-6CB6-E18D5F906E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13363" y="4470251"/>
            <a:ext cx="4272524" cy="96299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7" name="quote">
            <a:extLst>
              <a:ext uri="{FF2B5EF4-FFF2-40B4-BE49-F238E27FC236}">
                <a16:creationId xmlns:a16="http://schemas.microsoft.com/office/drawing/2014/main" id="{3A3C064B-C0DD-06B9-B02C-F9A55DC6C8D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13363" y="2758253"/>
            <a:ext cx="4272524" cy="208649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i="1">
                <a:latin typeface="+mj-lt"/>
              </a:defRPr>
            </a:lvl1pPr>
          </a:lstStyle>
          <a:p>
            <a:pPr lvl="0"/>
            <a:r>
              <a:rPr lang="en-US"/>
              <a:t>quote</a:t>
            </a:r>
          </a:p>
        </p:txBody>
      </p:sp>
      <p:sp>
        <p:nvSpPr>
          <p:cNvPr id="8" name="attribution">
            <a:extLst>
              <a:ext uri="{FF2B5EF4-FFF2-40B4-BE49-F238E27FC236}">
                <a16:creationId xmlns:a16="http://schemas.microsoft.com/office/drawing/2014/main" id="{0C8107E3-0414-5B71-A109-6DD39A463ED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13363" y="4898250"/>
            <a:ext cx="4272524" cy="53499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attribution</a:t>
            </a:r>
          </a:p>
        </p:txBody>
      </p:sp>
      <p:sp>
        <p:nvSpPr>
          <p:cNvPr id="10" name="item_1_title">
            <a:extLst>
              <a:ext uri="{FF2B5EF4-FFF2-40B4-BE49-F238E27FC236}">
                <a16:creationId xmlns:a16="http://schemas.microsoft.com/office/drawing/2014/main" id="{045886D7-76E6-8970-2DB0-3FF3911D22B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7323" y="2603500"/>
            <a:ext cx="3883290" cy="877794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11" name="item_1">
            <a:extLst>
              <a:ext uri="{FF2B5EF4-FFF2-40B4-BE49-F238E27FC236}">
                <a16:creationId xmlns:a16="http://schemas.microsoft.com/office/drawing/2014/main" id="{413A8B92-D2D0-5ED5-447D-28D45E01655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7323" y="3481294"/>
            <a:ext cx="3883290" cy="210670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2" name="source">
            <a:extLst>
              <a:ext uri="{FF2B5EF4-FFF2-40B4-BE49-F238E27FC236}">
                <a16:creationId xmlns:a16="http://schemas.microsoft.com/office/drawing/2014/main" id="{AD9733AC-CD35-549C-B950-588B1B037F6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54954" y="571500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171886070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limitations:numb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1154954" y="444500"/>
            <a:ext cx="8761413" cy="1236132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25182-F003-4077-8770-ED171BB46558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019D-D5E9-42EC-8806-1AB6BBDB44DC}" type="slidenum">
              <a:rPr lang="en-US" smtClean="0"/>
              <a:t>‹#›</a:t>
            </a:fld>
            <a:endParaRPr lang="en-US"/>
          </a:p>
        </p:txBody>
      </p:sp>
      <p:sp>
        <p:nvSpPr>
          <p:cNvPr id="2" name="marker_1">
            <a:extLst>
              <a:ext uri="{FF2B5EF4-FFF2-40B4-BE49-F238E27FC236}">
                <a16:creationId xmlns:a16="http://schemas.microsoft.com/office/drawing/2014/main" id="{E5F00D75-62A6-E78A-6B93-F53A43D0FEC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268104" y="2714038"/>
            <a:ext cx="497858" cy="486363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marker_1</a:t>
            </a:r>
          </a:p>
        </p:txBody>
      </p:sp>
      <p:sp>
        <p:nvSpPr>
          <p:cNvPr id="6" name="item_1">
            <a:extLst>
              <a:ext uri="{FF2B5EF4-FFF2-40B4-BE49-F238E27FC236}">
                <a16:creationId xmlns:a16="http://schemas.microsoft.com/office/drawing/2014/main" id="{7BAB77D7-62BD-D1FC-C4FB-1D4B36F86B0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56482" y="2714037"/>
            <a:ext cx="8010983" cy="44214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7" name="marker_2">
            <a:extLst>
              <a:ext uri="{FF2B5EF4-FFF2-40B4-BE49-F238E27FC236}">
                <a16:creationId xmlns:a16="http://schemas.microsoft.com/office/drawing/2014/main" id="{84FE83D2-833B-4BDE-794A-3F802D5D716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8104" y="3487797"/>
            <a:ext cx="497858" cy="486363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marker_2</a:t>
            </a:r>
          </a:p>
        </p:txBody>
      </p:sp>
      <p:sp>
        <p:nvSpPr>
          <p:cNvPr id="8" name="item_2">
            <a:extLst>
              <a:ext uri="{FF2B5EF4-FFF2-40B4-BE49-F238E27FC236}">
                <a16:creationId xmlns:a16="http://schemas.microsoft.com/office/drawing/2014/main" id="{A5FA41E1-91DA-C650-4158-7DFCB68F552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856482" y="3487796"/>
            <a:ext cx="8010983" cy="44214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0" name="marker_3">
            <a:extLst>
              <a:ext uri="{FF2B5EF4-FFF2-40B4-BE49-F238E27FC236}">
                <a16:creationId xmlns:a16="http://schemas.microsoft.com/office/drawing/2014/main" id="{D33F3E27-B691-7A7B-A5D6-3D35809B767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68104" y="4261556"/>
            <a:ext cx="497858" cy="486363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marker_3</a:t>
            </a:r>
          </a:p>
        </p:txBody>
      </p:sp>
      <p:sp>
        <p:nvSpPr>
          <p:cNvPr id="11" name="item_3">
            <a:extLst>
              <a:ext uri="{FF2B5EF4-FFF2-40B4-BE49-F238E27FC236}">
                <a16:creationId xmlns:a16="http://schemas.microsoft.com/office/drawing/2014/main" id="{D14EE4DE-B1D2-159F-040B-CE4A83DF582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856482" y="4261555"/>
            <a:ext cx="8010983" cy="44214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2" name="marker_4">
            <a:extLst>
              <a:ext uri="{FF2B5EF4-FFF2-40B4-BE49-F238E27FC236}">
                <a16:creationId xmlns:a16="http://schemas.microsoft.com/office/drawing/2014/main" id="{C075935F-902B-C7DB-07FE-1E1D6B32D53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268104" y="5035316"/>
            <a:ext cx="497858" cy="486363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marker_4</a:t>
            </a:r>
          </a:p>
        </p:txBody>
      </p:sp>
      <p:sp>
        <p:nvSpPr>
          <p:cNvPr id="13" name="item_4">
            <a:extLst>
              <a:ext uri="{FF2B5EF4-FFF2-40B4-BE49-F238E27FC236}">
                <a16:creationId xmlns:a16="http://schemas.microsoft.com/office/drawing/2014/main" id="{A68C26B2-E7A8-FE5F-C565-5DEA6F43CC1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856482" y="5035315"/>
            <a:ext cx="8010983" cy="44214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item_4</a:t>
            </a:r>
          </a:p>
        </p:txBody>
      </p:sp>
      <p:sp>
        <p:nvSpPr>
          <p:cNvPr id="14" name="source">
            <a:extLst>
              <a:ext uri="{FF2B5EF4-FFF2-40B4-BE49-F238E27FC236}">
                <a16:creationId xmlns:a16="http://schemas.microsoft.com/office/drawing/2014/main" id="{D714E7FC-3F62-A10E-8E94-1B940EBF34A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54954" y="571500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252776752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closing:takeaway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1154954" y="444500"/>
            <a:ext cx="8761413" cy="1236132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25182-F003-4077-8770-ED171BB46558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019D-D5E9-42EC-8806-1AB6BBDB44DC}" type="slidenum">
              <a:rPr lang="en-US" smtClean="0"/>
              <a:t>‹#›</a:t>
            </a:fld>
            <a:endParaRPr lang="en-US"/>
          </a:p>
        </p:txBody>
      </p:sp>
      <p:sp>
        <p:nvSpPr>
          <p:cNvPr id="2" name="decisions_title">
            <a:extLst>
              <a:ext uri="{FF2B5EF4-FFF2-40B4-BE49-F238E27FC236}">
                <a16:creationId xmlns:a16="http://schemas.microsoft.com/office/drawing/2014/main" id="{E0D24F53-C400-DE9F-C647-0A29D7BA75C9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313363" y="4728022"/>
            <a:ext cx="2136262" cy="705226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decisions_title</a:t>
            </a:r>
          </a:p>
        </p:txBody>
      </p:sp>
      <p:sp>
        <p:nvSpPr>
          <p:cNvPr id="6" name="decisions">
            <a:extLst>
              <a:ext uri="{FF2B5EF4-FFF2-40B4-BE49-F238E27FC236}">
                <a16:creationId xmlns:a16="http://schemas.microsoft.com/office/drawing/2014/main" id="{F33203CE-60C0-D570-FB88-46E1B07FC7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37882" y="4728022"/>
            <a:ext cx="6284322" cy="70522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decisions</a:t>
            </a:r>
          </a:p>
        </p:txBody>
      </p:sp>
      <p:sp>
        <p:nvSpPr>
          <p:cNvPr id="7" name="item_1_title">
            <a:extLst>
              <a:ext uri="{FF2B5EF4-FFF2-40B4-BE49-F238E27FC236}">
                <a16:creationId xmlns:a16="http://schemas.microsoft.com/office/drawing/2014/main" id="{4EED4CD6-317D-AA5E-FB1E-ADBAC754C6F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13364" y="2758252"/>
            <a:ext cx="2504375" cy="43564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8" name="item_1">
            <a:extLst>
              <a:ext uri="{FF2B5EF4-FFF2-40B4-BE49-F238E27FC236}">
                <a16:creationId xmlns:a16="http://schemas.microsoft.com/office/drawing/2014/main" id="{24E998A0-CB13-E9DF-67A3-6BD16927EF6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13364" y="3193898"/>
            <a:ext cx="2504375" cy="104555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0" name="item_2_title">
            <a:extLst>
              <a:ext uri="{FF2B5EF4-FFF2-40B4-BE49-F238E27FC236}">
                <a16:creationId xmlns:a16="http://schemas.microsoft.com/office/drawing/2014/main" id="{88060BAE-DD3D-CF9E-F936-8CDE981D8F0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15597" y="2758252"/>
            <a:ext cx="2504375" cy="43564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1" name="item_2">
            <a:extLst>
              <a:ext uri="{FF2B5EF4-FFF2-40B4-BE49-F238E27FC236}">
                <a16:creationId xmlns:a16="http://schemas.microsoft.com/office/drawing/2014/main" id="{8BDCF176-FC8D-71C2-EF78-2498725F8C4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15597" y="3193898"/>
            <a:ext cx="2504375" cy="104555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2" name="item_3_title">
            <a:extLst>
              <a:ext uri="{FF2B5EF4-FFF2-40B4-BE49-F238E27FC236}">
                <a16:creationId xmlns:a16="http://schemas.microsoft.com/office/drawing/2014/main" id="{608EFDA4-7FD1-1FA7-CBAE-6415B9C8B91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17830" y="2758252"/>
            <a:ext cx="2504375" cy="43564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3" name="item_3">
            <a:extLst>
              <a:ext uri="{FF2B5EF4-FFF2-40B4-BE49-F238E27FC236}">
                <a16:creationId xmlns:a16="http://schemas.microsoft.com/office/drawing/2014/main" id="{B5FA2FBA-B0E9-47B5-E892-A783F31AC5B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17830" y="3193898"/>
            <a:ext cx="2504375" cy="104555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4" name="source">
            <a:extLst>
              <a:ext uri="{FF2B5EF4-FFF2-40B4-BE49-F238E27FC236}">
                <a16:creationId xmlns:a16="http://schemas.microsoft.com/office/drawing/2014/main" id="{C48F76A8-E7DC-2DDF-24AD-747467CA74A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54954" y="571500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76050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30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7B725182-F003-4077-8770-ED171BB46558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0120019D-D5E9-42EC-8806-1AB6BBDB44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918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  <p:sldLayoutId id="2147483695" r:id="rId18"/>
    <p:sldLayoutId id="2147483696" r:id="rId19"/>
    <p:sldLayoutId id="2147483697" r:id="rId20"/>
    <p:sldLayoutId id="2147483698" r:id="rId21"/>
    <p:sldLayoutId id="2147483699" r:id="rId22"/>
    <p:sldLayoutId id="2147483700" r:id="rId23"/>
    <p:sldLayoutId id="2147483701" r:id="rId24"/>
    <p:sldLayoutId id="2147483702" r:id="rId25"/>
    <p:sldLayoutId id="2147483703" r:id="rId26"/>
    <p:sldLayoutId id="2147483704" r:id="rId27"/>
    <p:sldLayoutId id="2147483705" r:id="rId28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Segoe UI Semibold" panose="020B0502020202020204"/>
        <a:ea typeface=""/>
        <a:cs typeface="Segoe UI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 panose="020B0502020202020204"/>
        <a:ea typeface=""/>
        <a:cs typeface="Segoe UI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0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Segoe UI</vt:lpstr>
      <vt:lpstr>Segoe UI Semibold</vt:lpstr>
      <vt:lpstr>Wingdings 3</vt:lpstr>
      <vt:lpstr>Ion Boardroom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Asma Sami</dc:creator>
  <cp:lastModifiedBy>Asma Sami</cp:lastModifiedBy>
  <cp:revision>1</cp:revision>
  <dcterms:created xsi:type="dcterms:W3CDTF">2026-10-03T18:08:50Z</dcterms:created>
  <dcterms:modified xsi:type="dcterms:W3CDTF">2026-10-03T18:09:10Z</dcterms:modified>
</cp:coreProperties>
</file>