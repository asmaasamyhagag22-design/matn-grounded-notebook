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rgbClr val="EBEBEB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61A2CF82-B6A8-4B96-B3F9-A001C051E7B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B47AA060-AD34-46EC-8273-AFADEA573D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528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ection_divider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3901694"/>
            <a:ext cx="8825659" cy="1229868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2CF82-B6A8-4B96-B3F9-A001C051E7B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AA060-AD34-46EC-8273-AFADEA573DE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section_number">
            <a:extLst>
              <a:ext uri="{FF2B5EF4-FFF2-40B4-BE49-F238E27FC236}">
                <a16:creationId xmlns:a16="http://schemas.microsoft.com/office/drawing/2014/main" id="{472D5F44-0FD4-F4B5-E829-520695BC040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2603500"/>
            <a:ext cx="4572000" cy="1229868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BE36D8E7-3281-EA8C-3D8F-EFAB0C849B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4955" y="5199888"/>
            <a:ext cx="8825659" cy="81991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647829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584200"/>
            <a:ext cx="8761413" cy="1096432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2CF82-B6A8-4B96-B3F9-A001C051E7B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AA060-AD34-46EC-8273-AFADEA573DE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item_1_title">
            <a:extLst>
              <a:ext uri="{FF2B5EF4-FFF2-40B4-BE49-F238E27FC236}">
                <a16:creationId xmlns:a16="http://schemas.microsoft.com/office/drawing/2014/main" id="{9ECB5A52-86C4-BCC1-0B9E-6AC836DAC2E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2603500"/>
            <a:ext cx="2294671" cy="65659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6" name="item_1">
            <a:extLst>
              <a:ext uri="{FF2B5EF4-FFF2-40B4-BE49-F238E27FC236}">
                <a16:creationId xmlns:a16="http://schemas.microsoft.com/office/drawing/2014/main" id="{1B87BA0D-6595-78CE-866C-17AFE7479C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14395" y="2603500"/>
            <a:ext cx="6266218" cy="6565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7" name="item_2_title">
            <a:extLst>
              <a:ext uri="{FF2B5EF4-FFF2-40B4-BE49-F238E27FC236}">
                <a16:creationId xmlns:a16="http://schemas.microsoft.com/office/drawing/2014/main" id="{8DA1B7A5-B7F6-BE6A-0C1F-D8430A57CB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54955" y="3379470"/>
            <a:ext cx="2294671" cy="6565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8" name="item_2">
            <a:extLst>
              <a:ext uri="{FF2B5EF4-FFF2-40B4-BE49-F238E27FC236}">
                <a16:creationId xmlns:a16="http://schemas.microsoft.com/office/drawing/2014/main" id="{1D7258AD-45F7-F582-FC75-5C7FABEC64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14395" y="3379470"/>
            <a:ext cx="6266218" cy="6565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523CB431-5159-333E-F1A3-13240FFBD60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54955" y="4155440"/>
            <a:ext cx="2294671" cy="6565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C88BCBA5-29C3-252D-FF23-2FC8E0811B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714395" y="4155440"/>
            <a:ext cx="6266218" cy="6565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BF2E8DD9-2D52-320F-FFC3-10CD76031A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4955" y="4931410"/>
            <a:ext cx="2294671" cy="6565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BC6034DF-0FF8-FC9D-8373-8485BF7ED30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714395" y="4931410"/>
            <a:ext cx="6266218" cy="6565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6392A278-156C-468C-2145-C3D391AEDA4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47984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584200"/>
            <a:ext cx="8761413" cy="1096432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2CF82-B6A8-4B96-B3F9-A001C051E7B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AA060-AD34-46EC-8273-AFADEA573DE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card">
            <a:extLst>
              <a:ext uri="{FF2B5EF4-FFF2-40B4-BE49-F238E27FC236}">
                <a16:creationId xmlns:a16="http://schemas.microsoft.com/office/drawing/2014/main" id="{BE0DE7C4-CA2B-AB2B-AFAB-40B179F066CF}"/>
              </a:ext>
            </a:extLst>
          </p:cNvPr>
          <p:cNvSpPr/>
          <p:nvPr userDrawn="1"/>
        </p:nvSpPr>
        <p:spPr>
          <a:xfrm>
            <a:off x="1154954" y="2603500"/>
            <a:ext cx="4280445" cy="208915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82F613BF-8F3A-8FD3-C776-857DA955565D}"/>
              </a:ext>
            </a:extLst>
          </p:cNvPr>
          <p:cNvSpPr/>
          <p:nvPr userDrawn="1"/>
        </p:nvSpPr>
        <p:spPr>
          <a:xfrm>
            <a:off x="5700168" y="2603500"/>
            <a:ext cx="4280445" cy="208915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635B8C47-7B21-9649-257B-67E305121B4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19724" y="2722880"/>
            <a:ext cx="3750905" cy="1193800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7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950FB741-A447-B0D0-5E52-B65F01042D9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9725" y="3976370"/>
            <a:ext cx="3750905" cy="6565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kpi_value_2">
            <a:extLst>
              <a:ext uri="{FF2B5EF4-FFF2-40B4-BE49-F238E27FC236}">
                <a16:creationId xmlns:a16="http://schemas.microsoft.com/office/drawing/2014/main" id="{6BF95684-D7CA-FFA7-D9FE-E6052BA5AC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4939" y="2722880"/>
            <a:ext cx="3750905" cy="1193800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7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1" name="kpi_label_2">
            <a:extLst>
              <a:ext uri="{FF2B5EF4-FFF2-40B4-BE49-F238E27FC236}">
                <a16:creationId xmlns:a16="http://schemas.microsoft.com/office/drawing/2014/main" id="{B80ECF36-4210-E9BB-31BD-5F10F3DBFC1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64939" y="3976370"/>
            <a:ext cx="3750905" cy="6565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2" name="body">
            <a:extLst>
              <a:ext uri="{FF2B5EF4-FFF2-40B4-BE49-F238E27FC236}">
                <a16:creationId xmlns:a16="http://schemas.microsoft.com/office/drawing/2014/main" id="{5A5FC904-0405-4BFB-126C-CF461E9F742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54955" y="4871720"/>
            <a:ext cx="8825659" cy="7162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C721989D-5D04-B58A-0CEB-AB9F1C4DBCB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064389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584200"/>
            <a:ext cx="8761413" cy="1096432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2CF82-B6A8-4B96-B3F9-A001C051E7B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AA060-AD34-46EC-8273-AFADEA573DE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card">
            <a:extLst>
              <a:ext uri="{FF2B5EF4-FFF2-40B4-BE49-F238E27FC236}">
                <a16:creationId xmlns:a16="http://schemas.microsoft.com/office/drawing/2014/main" id="{0058DDF1-2A5A-3402-0A41-A9A3899D2849}"/>
              </a:ext>
            </a:extLst>
          </p:cNvPr>
          <p:cNvSpPr/>
          <p:nvPr userDrawn="1"/>
        </p:nvSpPr>
        <p:spPr>
          <a:xfrm>
            <a:off x="1154954" y="2603500"/>
            <a:ext cx="2074030" cy="208915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A06DFDD6-D6EF-7393-6C8A-74B27725D37E}"/>
              </a:ext>
            </a:extLst>
          </p:cNvPr>
          <p:cNvSpPr/>
          <p:nvPr userDrawn="1"/>
        </p:nvSpPr>
        <p:spPr>
          <a:xfrm>
            <a:off x="3405497" y="2603500"/>
            <a:ext cx="2074030" cy="208915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141CB615-28E5-956D-0967-930E9B7AFC8A}"/>
              </a:ext>
            </a:extLst>
          </p:cNvPr>
          <p:cNvSpPr/>
          <p:nvPr userDrawn="1"/>
        </p:nvSpPr>
        <p:spPr>
          <a:xfrm>
            <a:off x="5656040" y="2603500"/>
            <a:ext cx="2074030" cy="208915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C78E886B-8421-26E6-CEF2-412BD131C7A0}"/>
              </a:ext>
            </a:extLst>
          </p:cNvPr>
          <p:cNvSpPr/>
          <p:nvPr userDrawn="1"/>
        </p:nvSpPr>
        <p:spPr>
          <a:xfrm>
            <a:off x="7906583" y="2603500"/>
            <a:ext cx="2074030" cy="208915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kpi_value_1">
            <a:extLst>
              <a:ext uri="{FF2B5EF4-FFF2-40B4-BE49-F238E27FC236}">
                <a16:creationId xmlns:a16="http://schemas.microsoft.com/office/drawing/2014/main" id="{DD3E2B49-F0E2-4D4A-C0A0-95988DA5741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87339" y="2722880"/>
            <a:ext cx="1809260" cy="1014730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1" name="kpi_label_1">
            <a:extLst>
              <a:ext uri="{FF2B5EF4-FFF2-40B4-BE49-F238E27FC236}">
                <a16:creationId xmlns:a16="http://schemas.microsoft.com/office/drawing/2014/main" id="{ACD82DB4-9ED3-5720-8EE7-D5F699E8F3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87339" y="3797300"/>
            <a:ext cx="1809260" cy="8356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2" name="kpi_value_2">
            <a:extLst>
              <a:ext uri="{FF2B5EF4-FFF2-40B4-BE49-F238E27FC236}">
                <a16:creationId xmlns:a16="http://schemas.microsoft.com/office/drawing/2014/main" id="{798DAC49-17C1-CA13-92AF-FFD5827E7B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37882" y="2722880"/>
            <a:ext cx="1809260" cy="1014730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3" name="kpi_label_2">
            <a:extLst>
              <a:ext uri="{FF2B5EF4-FFF2-40B4-BE49-F238E27FC236}">
                <a16:creationId xmlns:a16="http://schemas.microsoft.com/office/drawing/2014/main" id="{0ED2703A-E0E3-D6C3-F8B6-6D79DD8C571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37882" y="3797300"/>
            <a:ext cx="1809260" cy="8356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4" name="kpi_value_3">
            <a:extLst>
              <a:ext uri="{FF2B5EF4-FFF2-40B4-BE49-F238E27FC236}">
                <a16:creationId xmlns:a16="http://schemas.microsoft.com/office/drawing/2014/main" id="{70602F89-6A10-41D5-09A9-13022ED729E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8425" y="2722880"/>
            <a:ext cx="1809260" cy="1014730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5" name="kpi_label_3">
            <a:extLst>
              <a:ext uri="{FF2B5EF4-FFF2-40B4-BE49-F238E27FC236}">
                <a16:creationId xmlns:a16="http://schemas.microsoft.com/office/drawing/2014/main" id="{20B92D81-3090-0DDD-2D58-4C87B45274C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88425" y="3797300"/>
            <a:ext cx="1809260" cy="8356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6" name="kpi_value_4">
            <a:extLst>
              <a:ext uri="{FF2B5EF4-FFF2-40B4-BE49-F238E27FC236}">
                <a16:creationId xmlns:a16="http://schemas.microsoft.com/office/drawing/2014/main" id="{A58E8552-E9B2-EFEF-B61D-ACA49A6072E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38968" y="2722880"/>
            <a:ext cx="1809260" cy="1014730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7" name="kpi_label_4">
            <a:extLst>
              <a:ext uri="{FF2B5EF4-FFF2-40B4-BE49-F238E27FC236}">
                <a16:creationId xmlns:a16="http://schemas.microsoft.com/office/drawing/2014/main" id="{4ACD758E-839E-8C0F-FCB5-A9918FD696B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38968" y="3797300"/>
            <a:ext cx="1809260" cy="8356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8" name="body">
            <a:extLst>
              <a:ext uri="{FF2B5EF4-FFF2-40B4-BE49-F238E27FC236}">
                <a16:creationId xmlns:a16="http://schemas.microsoft.com/office/drawing/2014/main" id="{C03400A0-0847-AC0A-B9B4-95217ADB9CF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4955" y="4871720"/>
            <a:ext cx="8825659" cy="7162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9" name="source">
            <a:extLst>
              <a:ext uri="{FF2B5EF4-FFF2-40B4-BE49-F238E27FC236}">
                <a16:creationId xmlns:a16="http://schemas.microsoft.com/office/drawing/2014/main" id="{2A21802F-663F-B50E-7898-997C09F4A72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11043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584200"/>
            <a:ext cx="8761413" cy="1096432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2CF82-B6A8-4B96-B3F9-A001C051E7B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AA060-AD34-46EC-8273-AFADEA573DE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card">
            <a:extLst>
              <a:ext uri="{FF2B5EF4-FFF2-40B4-BE49-F238E27FC236}">
                <a16:creationId xmlns:a16="http://schemas.microsoft.com/office/drawing/2014/main" id="{E459800A-4DAE-A7D6-438C-4AA5E69E108B}"/>
              </a:ext>
            </a:extLst>
          </p:cNvPr>
          <p:cNvSpPr/>
          <p:nvPr userDrawn="1"/>
        </p:nvSpPr>
        <p:spPr>
          <a:xfrm>
            <a:off x="6626863" y="2603500"/>
            <a:ext cx="3353750" cy="298450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D7F5E6A6-6DF4-2AD4-08D7-A4A57B05D35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2603500"/>
            <a:ext cx="5118883" cy="2984500"/>
          </a:xfrm>
        </p:spPr>
        <p:txBody>
          <a:bodyPr wrap="square" anchor="t">
            <a:no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quote">
            <a:extLst>
              <a:ext uri="{FF2B5EF4-FFF2-40B4-BE49-F238E27FC236}">
                <a16:creationId xmlns:a16="http://schemas.microsoft.com/office/drawing/2014/main" id="{13DABB35-C9DA-ED7F-4D23-5560B250D07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47505" y="2752725"/>
            <a:ext cx="2912468" cy="214884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8" name="attribution">
            <a:extLst>
              <a:ext uri="{FF2B5EF4-FFF2-40B4-BE49-F238E27FC236}">
                <a16:creationId xmlns:a16="http://schemas.microsoft.com/office/drawing/2014/main" id="{45E3E8D5-3F41-411D-2297-955EBB6C9B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847505" y="5050790"/>
            <a:ext cx="2912468" cy="35814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28B42D64-6667-7184-E311-178B0DF6E8B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95632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584200"/>
            <a:ext cx="8761413" cy="1096432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2CF82-B6A8-4B96-B3F9-A001C051E7B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AA060-AD34-46EC-8273-AFADEA573DE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card">
            <a:extLst>
              <a:ext uri="{FF2B5EF4-FFF2-40B4-BE49-F238E27FC236}">
                <a16:creationId xmlns:a16="http://schemas.microsoft.com/office/drawing/2014/main" id="{035893BA-9E13-BFBC-E3E0-5DDD1AD06D6A}"/>
              </a:ext>
            </a:extLst>
          </p:cNvPr>
          <p:cNvSpPr/>
          <p:nvPr userDrawn="1"/>
        </p:nvSpPr>
        <p:spPr>
          <a:xfrm>
            <a:off x="1154954" y="2603500"/>
            <a:ext cx="2824211" cy="298450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9B16EEBB-0633-4763-F21B-31A74D316406}"/>
              </a:ext>
            </a:extLst>
          </p:cNvPr>
          <p:cNvSpPr/>
          <p:nvPr userDrawn="1"/>
        </p:nvSpPr>
        <p:spPr>
          <a:xfrm>
            <a:off x="4155678" y="2603500"/>
            <a:ext cx="2824211" cy="298450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FAF93D58-A320-ECB1-3E6C-2ACEE135F963}"/>
              </a:ext>
            </a:extLst>
          </p:cNvPr>
          <p:cNvSpPr/>
          <p:nvPr userDrawn="1"/>
        </p:nvSpPr>
        <p:spPr>
          <a:xfrm>
            <a:off x="7156402" y="2603500"/>
            <a:ext cx="2824211" cy="298450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33BE4585-70E1-998A-902E-21E94415CFD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331467" y="2722880"/>
            <a:ext cx="2471185" cy="53721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116F0538-629F-679A-64C7-6B96B7012D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1468" y="3289936"/>
            <a:ext cx="2471185" cy="2178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item_2_title">
            <a:extLst>
              <a:ext uri="{FF2B5EF4-FFF2-40B4-BE49-F238E27FC236}">
                <a16:creationId xmlns:a16="http://schemas.microsoft.com/office/drawing/2014/main" id="{F452D6EE-460E-6B22-4114-08E8A7EB23F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32192" y="2722880"/>
            <a:ext cx="2471185" cy="5372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2" name="item_2">
            <a:extLst>
              <a:ext uri="{FF2B5EF4-FFF2-40B4-BE49-F238E27FC236}">
                <a16:creationId xmlns:a16="http://schemas.microsoft.com/office/drawing/2014/main" id="{CBE81D5A-9832-D0D9-93E9-E2E69A82F96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32192" y="3289936"/>
            <a:ext cx="2471185" cy="2178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3" name="item_3_title">
            <a:extLst>
              <a:ext uri="{FF2B5EF4-FFF2-40B4-BE49-F238E27FC236}">
                <a16:creationId xmlns:a16="http://schemas.microsoft.com/office/drawing/2014/main" id="{2D490B02-CE61-135C-B636-7E4AC3E8BEB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32916" y="2722880"/>
            <a:ext cx="2471185" cy="5372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4" name="item_3">
            <a:extLst>
              <a:ext uri="{FF2B5EF4-FFF2-40B4-BE49-F238E27FC236}">
                <a16:creationId xmlns:a16="http://schemas.microsoft.com/office/drawing/2014/main" id="{6BE8D7B6-9EB6-9A4A-2314-A46FA462DF9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32916" y="3289936"/>
            <a:ext cx="2471185" cy="2178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E17E708F-EB36-8DA7-8D81-19590FF6F3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79862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584200"/>
            <a:ext cx="8761413" cy="1096432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2CF82-B6A8-4B96-B3F9-A001C051E7B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AA060-AD34-46EC-8273-AFADEA573DE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item_1_title">
            <a:extLst>
              <a:ext uri="{FF2B5EF4-FFF2-40B4-BE49-F238E27FC236}">
                <a16:creationId xmlns:a16="http://schemas.microsoft.com/office/drawing/2014/main" id="{9A4B6EC1-E142-842F-3C62-69D192E5CAD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2603500"/>
            <a:ext cx="4148060" cy="53721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6" name="item_1">
            <a:extLst>
              <a:ext uri="{FF2B5EF4-FFF2-40B4-BE49-F238E27FC236}">
                <a16:creationId xmlns:a16="http://schemas.microsoft.com/office/drawing/2014/main" id="{4AFF1C69-2FA7-5606-444A-63937DA9A3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4954" y="3170556"/>
            <a:ext cx="4148060" cy="24174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7" name="item_2_title">
            <a:extLst>
              <a:ext uri="{FF2B5EF4-FFF2-40B4-BE49-F238E27FC236}">
                <a16:creationId xmlns:a16="http://schemas.microsoft.com/office/drawing/2014/main" id="{B51E6D14-20DD-A820-58EB-CC63FC4DDA7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32553" y="2603500"/>
            <a:ext cx="4148060" cy="5372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8" name="item_2">
            <a:extLst>
              <a:ext uri="{FF2B5EF4-FFF2-40B4-BE49-F238E27FC236}">
                <a16:creationId xmlns:a16="http://schemas.microsoft.com/office/drawing/2014/main" id="{1CC546A3-F750-778A-77FD-720350376A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32553" y="3170556"/>
            <a:ext cx="4148060" cy="24174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B0E428DF-46C2-5C55-F6B4-7DF8249B1A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010562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584200"/>
            <a:ext cx="8761413" cy="1096432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2CF82-B6A8-4B96-B3F9-A001C051E7B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AA060-AD34-46EC-8273-AFADEA573DE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chart">
            <a:extLst>
              <a:ext uri="{FF2B5EF4-FFF2-40B4-BE49-F238E27FC236}">
                <a16:creationId xmlns:a16="http://schemas.microsoft.com/office/drawing/2014/main" id="{5EC49F56-E6DC-FB04-BF0F-51F30BBD0E28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154954" y="2603500"/>
            <a:ext cx="6001448" cy="29845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4E3CD280-B0F4-18ED-CD7B-44F2DF356A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09429" y="2752726"/>
            <a:ext cx="2471185" cy="28352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2D00F328-5A3E-5537-1637-CFB5D639F2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24898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584200"/>
            <a:ext cx="8761413" cy="1096432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2CF82-B6A8-4B96-B3F9-A001C051E7B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AA060-AD34-46EC-8273-AFADEA573DE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card">
            <a:extLst>
              <a:ext uri="{FF2B5EF4-FFF2-40B4-BE49-F238E27FC236}">
                <a16:creationId xmlns:a16="http://schemas.microsoft.com/office/drawing/2014/main" id="{11AA16DB-4A20-6C92-3991-FDED073BF4F0}"/>
              </a:ext>
            </a:extLst>
          </p:cNvPr>
          <p:cNvSpPr/>
          <p:nvPr userDrawn="1"/>
        </p:nvSpPr>
        <p:spPr>
          <a:xfrm>
            <a:off x="1154954" y="2603500"/>
            <a:ext cx="4324573" cy="143256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73E07438-A5FE-CE73-BD4C-9B95FEB62264}"/>
              </a:ext>
            </a:extLst>
          </p:cNvPr>
          <p:cNvSpPr/>
          <p:nvPr userDrawn="1"/>
        </p:nvSpPr>
        <p:spPr>
          <a:xfrm>
            <a:off x="5656040" y="2603500"/>
            <a:ext cx="4324573" cy="143256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CDA4220C-A0B1-38AE-0E55-0DDD588AB32A}"/>
              </a:ext>
            </a:extLst>
          </p:cNvPr>
          <p:cNvSpPr/>
          <p:nvPr userDrawn="1"/>
        </p:nvSpPr>
        <p:spPr>
          <a:xfrm>
            <a:off x="1154954" y="4155440"/>
            <a:ext cx="4324573" cy="143256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AFC07B70-1300-B8BE-5018-6E94E25895D5}"/>
              </a:ext>
            </a:extLst>
          </p:cNvPr>
          <p:cNvSpPr/>
          <p:nvPr userDrawn="1"/>
        </p:nvSpPr>
        <p:spPr>
          <a:xfrm>
            <a:off x="5656040" y="4155440"/>
            <a:ext cx="4324573" cy="143256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9050" cap="rnd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445250DC-D793-90B3-E4F4-8EE2469B8FD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331467" y="2663190"/>
            <a:ext cx="3971547" cy="53721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A356C6E8-E89E-512D-58C4-1BA79C94C6E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1468" y="3200401"/>
            <a:ext cx="3971547" cy="8058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714EA67F-549E-B619-D7A6-69F71B8892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32554" y="2663190"/>
            <a:ext cx="3971547" cy="5372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2898BB33-680B-DC70-4388-AD2A84C834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32554" y="3200401"/>
            <a:ext cx="3971547" cy="8058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76498F16-0E70-260D-710D-EA582830B4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31468" y="4215130"/>
            <a:ext cx="3971547" cy="5372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1CB86035-7B8C-DA68-7753-000B3D00AB4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31468" y="4752341"/>
            <a:ext cx="3971547" cy="8058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item_4_title">
            <a:extLst>
              <a:ext uri="{FF2B5EF4-FFF2-40B4-BE49-F238E27FC236}">
                <a16:creationId xmlns:a16="http://schemas.microsoft.com/office/drawing/2014/main" id="{1EA0B6A3-8FFA-CDA6-92EA-3D820F9BAF4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32554" y="4215130"/>
            <a:ext cx="3971547" cy="5372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7" name="item_4">
            <a:extLst>
              <a:ext uri="{FF2B5EF4-FFF2-40B4-BE49-F238E27FC236}">
                <a16:creationId xmlns:a16="http://schemas.microsoft.com/office/drawing/2014/main" id="{63AE83E1-C732-7D1C-A3FA-4EE7AA16324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832554" y="4752341"/>
            <a:ext cx="3971547" cy="8058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8" name="source">
            <a:extLst>
              <a:ext uri="{FF2B5EF4-FFF2-40B4-BE49-F238E27FC236}">
                <a16:creationId xmlns:a16="http://schemas.microsoft.com/office/drawing/2014/main" id="{F4D120C7-CD22-F588-7BDB-12CDCF5B14E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4318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584200"/>
            <a:ext cx="8761413" cy="1096432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2CF82-B6A8-4B96-B3F9-A001C051E7B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AA060-AD34-46EC-8273-AFADEA573DE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DB5CB956-BCB8-1C93-864B-F6C1465AB2E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2603500"/>
            <a:ext cx="8825659" cy="2984500"/>
          </a:xfrm>
        </p:spPr>
        <p:txBody>
          <a:bodyPr wrap="square" anchor="t">
            <a:no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6" name="source">
            <a:extLst>
              <a:ext uri="{FF2B5EF4-FFF2-40B4-BE49-F238E27FC236}">
                <a16:creationId xmlns:a16="http://schemas.microsoft.com/office/drawing/2014/main" id="{67F7F596-8426-6140-D53F-42A138727A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107148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584200"/>
            <a:ext cx="8761413" cy="1096432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2CF82-B6A8-4B96-B3F9-A001C051E7B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AA060-AD34-46EC-8273-AFADEA573DE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D4D27704-CC56-0F4D-1D80-79C381666FC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2603500"/>
            <a:ext cx="8825659" cy="298450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6070936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584200"/>
            <a:ext cx="8761413" cy="1096432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2CF82-B6A8-4B96-B3F9-A001C051E7B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AA060-AD34-46EC-8273-AFADEA573DE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item_1_title">
            <a:extLst>
              <a:ext uri="{FF2B5EF4-FFF2-40B4-BE49-F238E27FC236}">
                <a16:creationId xmlns:a16="http://schemas.microsoft.com/office/drawing/2014/main" id="{B016C381-4CBD-B047-D511-CDFF6F5996E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2603500"/>
            <a:ext cx="2294671" cy="65659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6" name="item_1">
            <a:extLst>
              <a:ext uri="{FF2B5EF4-FFF2-40B4-BE49-F238E27FC236}">
                <a16:creationId xmlns:a16="http://schemas.microsoft.com/office/drawing/2014/main" id="{2440764D-E6C6-ACC0-6647-35E9E558256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14395" y="2603500"/>
            <a:ext cx="6266218" cy="6565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7" name="item_2_title">
            <a:extLst>
              <a:ext uri="{FF2B5EF4-FFF2-40B4-BE49-F238E27FC236}">
                <a16:creationId xmlns:a16="http://schemas.microsoft.com/office/drawing/2014/main" id="{567612A4-E288-59D9-DCBB-C10039A7C2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54955" y="3379470"/>
            <a:ext cx="2294671" cy="6565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8" name="item_2">
            <a:extLst>
              <a:ext uri="{FF2B5EF4-FFF2-40B4-BE49-F238E27FC236}">
                <a16:creationId xmlns:a16="http://schemas.microsoft.com/office/drawing/2014/main" id="{88D8606C-DD99-136D-E3A2-6ABF7F79353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14395" y="3379470"/>
            <a:ext cx="6266218" cy="6565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4A27314D-6ADD-9A51-1F65-84116BFC5DB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54955" y="4155440"/>
            <a:ext cx="2294671" cy="6565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6451140B-9ECC-8E77-B82D-996990B62EA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714395" y="4155440"/>
            <a:ext cx="6266218" cy="6565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A608D409-353B-29DE-CCC7-4D3DD661E6B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4955" y="4931410"/>
            <a:ext cx="2294671" cy="6565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766B721A-7E16-63E2-A3F5-ADF08069A9F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714395" y="4931410"/>
            <a:ext cx="6266218" cy="6565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74D92230-AB57-974B-1D28-773A663DD4B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136018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584200"/>
            <a:ext cx="8761413" cy="1096432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2CF82-B6A8-4B96-B3F9-A001C051E7B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AA060-AD34-46EC-8273-AFADEA573DE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2A595501-99A7-10C4-81C2-B0B16A771B7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2603500"/>
            <a:ext cx="8825659" cy="298450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6" name="source">
            <a:extLst>
              <a:ext uri="{FF2B5EF4-FFF2-40B4-BE49-F238E27FC236}">
                <a16:creationId xmlns:a16="http://schemas.microsoft.com/office/drawing/2014/main" id="{421EA511-56A4-1DA6-29A5-8A488AFB79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5120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6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61A2CF82-B6A8-4B96-B3F9-A001C051E7B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B47AA060-AD34-46EC-8273-AFADEA573D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657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Segoe UI Semibold" panose="020B0502020202020204"/>
        <a:ea typeface=""/>
        <a:cs typeface="Segoe UI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 panose="020B0502020202020204"/>
        <a:ea typeface=""/>
        <a:cs typeface="Segoe UI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Segoe UI</vt:lpstr>
      <vt:lpstr>Segoe UI Semibold</vt:lpstr>
      <vt:lpstr>Wingdings 3</vt:lpstr>
      <vt:lpstr>Ion Boardroom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2026-10-03T09:40:14Z</dcterms:created>
  <dcterms:modified xsi:type="dcterms:W3CDTF">2026-10-03T09:40:19Z</dcterms:modified>
</cp:coreProperties>
</file>