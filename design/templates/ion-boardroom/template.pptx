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rgbClr val="EBEBEB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409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6469DAFB-01B1-8266-01A6-83D3D4D6B50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68104" y="2714037"/>
            <a:ext cx="2579808" cy="4421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018E91C8-2B09-4D6D-8726-CB163B11A3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38432" y="2714037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7C4DC9C6-15EB-712E-0D29-047DE36F26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104" y="3487796"/>
            <a:ext cx="2579808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9168829C-582D-9175-7AF4-57824862417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38432" y="3487796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525F6A6-0F4D-1703-CD4B-A35A375AF1F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68104" y="4261555"/>
            <a:ext cx="2579808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D557BDA0-6945-E681-0F93-D9418C54D8E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38432" y="4261555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9062267E-916D-70E9-FE91-877D603F14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68104" y="5035315"/>
            <a:ext cx="2579808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2536DD84-F853-4949-BE9A-11BA326D48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38432" y="5035315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3E9F912-AF8B-C8F0-C548-00C85BB7CC8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5955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3DB0901-803B-7F6F-6241-1C21EADA081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4991100"/>
            <a:ext cx="8825659" cy="59690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7CC1C477-7D07-BDF6-1681-297520FCA5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2780360"/>
            <a:ext cx="3960232" cy="1230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353772C7-1318-6678-A8F2-40E3AD07B4D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5993" y="4011111"/>
            <a:ext cx="3960232" cy="683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kpi_value_2">
            <a:extLst>
              <a:ext uri="{FF2B5EF4-FFF2-40B4-BE49-F238E27FC236}">
                <a16:creationId xmlns:a16="http://schemas.microsoft.com/office/drawing/2014/main" id="{DD66C3E9-91CE-8F96-92AA-4BBDDE26FB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9342" y="2780360"/>
            <a:ext cx="3960232" cy="1230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2AF9BA89-0DBB-85D1-419F-159B5F2E5E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39342" y="4011111"/>
            <a:ext cx="3960232" cy="683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89B45C76-425A-F42F-BB52-6C7AC902FF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51369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412E178-B0A4-8A74-8CB0-5B09A135019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4991100"/>
            <a:ext cx="8825659" cy="59690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ED99A98B-68C2-2BFD-9035-248EF88D72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4" y="2780360"/>
            <a:ext cx="1708557" cy="1230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A68BA8A3-6656-CF9E-6F53-E2CD0C51AA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5994" y="4011111"/>
            <a:ext cx="1708557" cy="683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kpi_value_2">
            <a:extLst>
              <a:ext uri="{FF2B5EF4-FFF2-40B4-BE49-F238E27FC236}">
                <a16:creationId xmlns:a16="http://schemas.microsoft.com/office/drawing/2014/main" id="{8A54F6CB-AAFB-E7AC-3093-9D3E1D1E195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87669" y="2780360"/>
            <a:ext cx="1708557" cy="1230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08CB47EC-861B-1825-56D7-281555EB98A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87669" y="4011111"/>
            <a:ext cx="1708557" cy="683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9D11AD7C-A404-571D-2B19-D5570829AC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39343" y="2780360"/>
            <a:ext cx="1708557" cy="1230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C40EB1EF-594E-0707-F480-6DDBEF378BA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39343" y="4011111"/>
            <a:ext cx="1708557" cy="683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E815559F-1A13-AE57-D2A3-C5CDA10102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91018" y="2780360"/>
            <a:ext cx="1708557" cy="1230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63FCBDE5-7D62-51F5-F80E-F4EBACF70C9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91018" y="4011111"/>
            <a:ext cx="1708557" cy="68375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5E5B449F-C10D-87A5-7736-5B5B7D4121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5649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261D792-D41F-A003-55AB-B13AA5351F9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4942369" cy="298450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quote">
            <a:extLst>
              <a:ext uri="{FF2B5EF4-FFF2-40B4-BE49-F238E27FC236}">
                <a16:creationId xmlns:a16="http://schemas.microsoft.com/office/drawing/2014/main" id="{0BE429FC-6620-0065-82F2-36659BFDF9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31390" y="2780360"/>
            <a:ext cx="3168185" cy="20338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7" name="attribution">
            <a:extLst>
              <a:ext uri="{FF2B5EF4-FFF2-40B4-BE49-F238E27FC236}">
                <a16:creationId xmlns:a16="http://schemas.microsoft.com/office/drawing/2014/main" id="{6F275A9A-D427-D604-EF89-73522318FB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31390" y="5167960"/>
            <a:ext cx="3168185" cy="2431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E6C16AEC-154D-3051-2785-9496A81CCE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91598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E62E8D2E-EDB7-27BF-E167-511A3A806B6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2459115" cy="7737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9B180DED-12BD-2824-609C-E7CF20E1F02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4" y="3554118"/>
            <a:ext cx="2459115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5C763950-1F26-D625-5256-B213E3AE4F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38227" y="2780360"/>
            <a:ext cx="2459115" cy="7737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AF78C3D1-31B7-8563-69A7-7DE0557CEE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8227" y="3554118"/>
            <a:ext cx="2459115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514F7215-D3CE-AA55-45F5-F53F61573F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40460" y="2780360"/>
            <a:ext cx="2459115" cy="7737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B9392FFF-671E-6ED4-9722-787BF95598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40460" y="3554118"/>
            <a:ext cx="2459115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93D8B35A-17D4-B350-D128-E85F2A4E59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66077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5790EBEC-28E0-CEC7-70A8-2D38FAC356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3960232" cy="7737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B3428592-376C-087A-2F1D-261AA3F859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3554118"/>
            <a:ext cx="3960232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20181BFD-8316-B52D-2E8F-B55D1CAB3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9342" y="2780360"/>
            <a:ext cx="3960232" cy="7737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F54F58E0-C168-33CB-E847-4A05A18D64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9342" y="3554118"/>
            <a:ext cx="3960232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82F83B0C-ADA5-6BD1-8FE7-C8B8F631CC6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20643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chart">
            <a:extLst>
              <a:ext uri="{FF2B5EF4-FFF2-40B4-BE49-F238E27FC236}">
                <a16:creationId xmlns:a16="http://schemas.microsoft.com/office/drawing/2014/main" id="{C74CABAD-4716-BE9F-C5FB-CD30156D89A3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154954" y="2603500"/>
            <a:ext cx="6177962" cy="2984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DA4ACEC-741D-D6A5-CBF0-C36BE4E8CA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85943" y="2722880"/>
            <a:ext cx="2294671" cy="27457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CC94BD1B-449D-EE70-8DA9-5462891513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14452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C10E8D17-6DDF-AE26-7B53-C3A17CAF29A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3960232" cy="30885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33A3B4E2-B55D-5255-BEE8-F3871032C2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3089213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82DE939F-171A-A8AE-C988-19F5EBAB65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9342" y="278036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A1081BBF-C797-FE25-CAFA-648F639C2F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9342" y="3089213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E066F1A8-8A25-A8C9-5A04-CF11E631ABA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35993" y="436104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5339E2B3-CDB2-8260-6181-BD638C27F4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993" y="4669892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B24D407D-B1CA-83BC-F5A9-37775B5336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39342" y="436104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47849DE4-BB1A-5159-2720-510D66C54E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39342" y="4669892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2B9842A-C1EB-DFA6-14DA-7D7A5CCB75A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29818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43FB498-7E49-1B80-A48B-49419B78DB4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8825659" cy="298450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9094217D-EC41-B753-7700-95E2748E09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14080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BD2A832-2EA4-D1FA-F807-E27A6B3EBFD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8825659" cy="2984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572932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B311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975359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section_number">
            <a:extLst>
              <a:ext uri="{FF2B5EF4-FFF2-40B4-BE49-F238E27FC236}">
                <a16:creationId xmlns:a16="http://schemas.microsoft.com/office/drawing/2014/main" id="{83B22143-59E2-B7DF-39FB-84D505E0062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3FF4D664-8185-F216-F9B2-E2B2CD5E92A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779884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45A909D3-79C3-B018-301B-3694320A262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68104" y="2714037"/>
            <a:ext cx="2579808" cy="4421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03569941-49B4-4117-E849-08BC1FD9391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38432" y="2714037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197F20B8-A9DF-201C-138D-F99277D44C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104" y="3487796"/>
            <a:ext cx="2579808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850D9235-D870-4EBD-DFD7-E537A6BCDD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38432" y="3487796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180C8159-18FC-BFAC-F8F2-7B938E9A1A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68104" y="4261555"/>
            <a:ext cx="2579808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6CCA366C-B3D5-F2A8-D807-B8357E9167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38432" y="4261555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55E6627F-A2E2-9E4F-92B3-9937DA24402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68104" y="5035315"/>
            <a:ext cx="2579808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179EE6D-F9EE-8E3A-F802-9B1112E9EB6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38432" y="5035315"/>
            <a:ext cx="592903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F82DD677-287C-46D5-7808-76947E0F2D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63804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AA6C1D2-F0C6-E02B-6610-05F159D2DCC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603500"/>
            <a:ext cx="8825659" cy="2984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96419EB2-3952-E088-7776-5BD1E2CD17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675828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FEB02461-9DC5-EC5F-94D2-3FE2B5727DF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3960232" cy="30885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B68E1D00-7EDE-AFA0-70A0-683BF7C04C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3089213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FE7C6740-1AB6-870D-467F-1ABD7C7CAA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9342" y="278036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516F6D8A-7FE8-148D-7E3A-630AA6B402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9342" y="3089213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4E562231-8A72-9070-8720-4D103325AAD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35993" y="436104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B29B7752-3AD2-1D67-0659-E481AEEBC69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993" y="4669892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4DAD5293-9F88-F160-877F-752F4EB6E8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39342" y="436104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2C05099-CA5D-0FBA-1899-28BC4FE87D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39342" y="4669892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1D9E5EE-A579-B274-027E-4B00E5D68AB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47156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58E5936-607F-A9A8-0E86-BA756844C9C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803376" y="3051175"/>
            <a:ext cx="3177237" cy="208915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668BDEDB-04FD-6DB9-33F6-024743063E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5" y="2603501"/>
            <a:ext cx="5295395" cy="1918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9F724063-D820-BB7D-5780-5719E64B4A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54955" y="4522108"/>
            <a:ext cx="5295395" cy="106589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F7CB0CCA-7ED3-3122-D1EB-6328C3A65B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43496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A1EF005-DA72-4EEC-55B4-0575C11C1B8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5050790"/>
            <a:ext cx="8825659" cy="53721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7810CAA4-9721-09C6-D08C-B68E39A6AD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4" y="2780360"/>
            <a:ext cx="4050751" cy="12691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8DBE6B8E-9630-EB40-C9DC-C0A897BCB1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5994" y="4049482"/>
            <a:ext cx="4050751" cy="7050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kpi_value_2">
            <a:extLst>
              <a:ext uri="{FF2B5EF4-FFF2-40B4-BE49-F238E27FC236}">
                <a16:creationId xmlns:a16="http://schemas.microsoft.com/office/drawing/2014/main" id="{8328C9F8-6D16-E5CD-EF06-E83FC1312E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29862" y="2780360"/>
            <a:ext cx="3869712" cy="464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B1E4079C-3946-8661-54D5-9D150C23FA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29862" y="3244378"/>
            <a:ext cx="3869712" cy="25778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D5E78AE0-C9DB-E2C4-A406-C5E52ABCAA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29863" y="4032745"/>
            <a:ext cx="1663297" cy="464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CB2D838C-4923-0197-32F6-88E5D5D7406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29863" y="4496763"/>
            <a:ext cx="1663297" cy="25778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A36C8AA0-0017-6AA4-DDF2-B25E5F06E3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36278" y="4032745"/>
            <a:ext cx="1663297" cy="464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9FE35D11-1F08-ACA4-790F-BFEAB7C2A3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36278" y="4496763"/>
            <a:ext cx="1663297" cy="25778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B2314353-A633-2AED-2BBD-6C89BE7C3C0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327580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30E527E-F56A-FEE2-5743-99451AAA804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5050790"/>
            <a:ext cx="8825659" cy="53721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132D3325-6AA9-89EA-6A64-E69FC6FF1D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2780360"/>
            <a:ext cx="3960232" cy="9604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B40959CE-0F7A-E804-4FD5-4E5F1F06F8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5993" y="3740778"/>
            <a:ext cx="3960232" cy="5335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kpi_value_2">
            <a:extLst>
              <a:ext uri="{FF2B5EF4-FFF2-40B4-BE49-F238E27FC236}">
                <a16:creationId xmlns:a16="http://schemas.microsoft.com/office/drawing/2014/main" id="{BBB306FD-FA4E-D43C-D421-BE3A9A30D9B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9342" y="2780360"/>
            <a:ext cx="3960232" cy="9604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9856827B-B5B7-47CB-CAE3-091ECCC3386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39342" y="3740778"/>
            <a:ext cx="3960232" cy="5335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18F1ED8-F3B6-21A3-7B9B-232869932A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557261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0885033-3825-6623-8FA7-1E71B17B721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5050790"/>
            <a:ext cx="8825659" cy="53721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AA41E51C-1AA3-D4CA-C149-B31B95F330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68104" y="2714038"/>
            <a:ext cx="2235834" cy="2780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6137789D-4604-0E4C-5203-BD8D922AC3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94458" y="2714037"/>
            <a:ext cx="6273007" cy="2059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kpi_value_2">
            <a:extLst>
              <a:ext uri="{FF2B5EF4-FFF2-40B4-BE49-F238E27FC236}">
                <a16:creationId xmlns:a16="http://schemas.microsoft.com/office/drawing/2014/main" id="{CB6FBF69-BE5E-ECBE-E486-A870E38E22E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8104" y="3323650"/>
            <a:ext cx="2235834" cy="2780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2B2C96ED-20F9-AED1-0EB4-1D8FBE2C70F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94458" y="3323649"/>
            <a:ext cx="6273007" cy="2059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36ABCDAE-3A8F-85B0-2189-E0F70EA8D6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68104" y="3933262"/>
            <a:ext cx="2235834" cy="2780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96C51768-49E1-D76A-006D-47EB0E84E6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94458" y="3933261"/>
            <a:ext cx="6273007" cy="2059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22730B05-3257-D52E-EA2A-2C761901E4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68104" y="4542873"/>
            <a:ext cx="2235834" cy="2780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27897890-D43B-CAF6-97F2-76D1C1A35C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594458" y="4542872"/>
            <a:ext cx="6273007" cy="2059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17439C84-4A9F-7A23-3BCE-70CF4D775F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431009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marker_1">
            <a:extLst>
              <a:ext uri="{FF2B5EF4-FFF2-40B4-BE49-F238E27FC236}">
                <a16:creationId xmlns:a16="http://schemas.microsoft.com/office/drawing/2014/main" id="{5BA9C749-267C-FAB1-469D-4F951462391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F3128231-E880-7E15-CAF6-8E39207BD4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4371" y="2780360"/>
            <a:ext cx="7875204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5967832-0F81-FF1E-BA81-61E10805BDC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924371" y="3089213"/>
            <a:ext cx="7875204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67279CC3-3F77-8E21-2A29-16EE108E026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35993" y="4361040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B3FF70D-0CC1-3498-C7A5-2B05B0C78A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24371" y="4361040"/>
            <a:ext cx="7875204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B0A8341-DC1A-5DC1-9D15-E153A537B4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24371" y="4669892"/>
            <a:ext cx="7875204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84FCC8C7-0236-D3DF-4F0E-198B987BB0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783639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656FFBF5-A435-5F29-E5AF-88044DBA554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3960232" cy="30885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C267B8D2-8171-85B7-1C22-8599ABF479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3089213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B7298351-7880-4B59-B271-D7F2C787B1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9342" y="278036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468FE055-F5FF-DC66-90B6-5927E61FFC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39342" y="3089213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C8968E17-27E5-40D8-EE69-EE1504523F3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35993" y="436104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27E46AA8-2CD2-25E8-EBC6-505CBA6EFB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993" y="4669892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EFC44175-3842-8915-C5B4-3F966F07B3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39342" y="4361040"/>
            <a:ext cx="3960232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4E784CC1-6A39-F4B4-CDA1-2878DB1B45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39342" y="4669892"/>
            <a:ext cx="3960232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FE4A7657-6D4B-BFDE-0A1D-1D33079EB7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343309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F91DCC82-0E3C-5354-240C-74C4A7F0B54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54954" y="2917659"/>
            <a:ext cx="2070635" cy="7853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AAD952E3-A628-29FD-4720-B68271E7A0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4955" y="3703054"/>
            <a:ext cx="2070635" cy="18849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253E7CA6-1C72-6769-9AF5-3C271C02ED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06629" y="2917659"/>
            <a:ext cx="2070635" cy="7853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27F096C7-0988-FF27-53EE-261A2FA547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6629" y="3703054"/>
            <a:ext cx="2070635" cy="18849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3463DDE1-4F8D-54E6-84C9-1346B5827E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58304" y="2917659"/>
            <a:ext cx="2070635" cy="7853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A4E1A6D-DFDE-143B-F4CA-5AC02DE7CC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58304" y="3703054"/>
            <a:ext cx="2070635" cy="18849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3E6EEFCB-AD15-5EE9-0153-F67431C09C1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09979" y="2917659"/>
            <a:ext cx="2070635" cy="7853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4A7F6E63-DCA2-FA85-1239-E4042BF931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909979" y="3703054"/>
            <a:ext cx="2070635" cy="18849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A961439-B6DA-D87B-0562-B89081F07F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83221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kpi_value_1">
            <a:extLst>
              <a:ext uri="{FF2B5EF4-FFF2-40B4-BE49-F238E27FC236}">
                <a16:creationId xmlns:a16="http://schemas.microsoft.com/office/drawing/2014/main" id="{47CDD1B9-07FC-78F4-6C3D-33BB9E2153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4227264" cy="163108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6" name="kpi_label_1">
            <a:extLst>
              <a:ext uri="{FF2B5EF4-FFF2-40B4-BE49-F238E27FC236}">
                <a16:creationId xmlns:a16="http://schemas.microsoft.com/office/drawing/2014/main" id="{99B47576-865B-E35C-6591-E7CAC5F469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4464060"/>
            <a:ext cx="4227264" cy="947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5D901B81-17BB-9A43-EC8C-203459FAAF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5993" y="2780359"/>
            <a:ext cx="4227264" cy="20520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50B55BF7-0FB8-6EFD-B824-A7C44B1A9D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35993" y="4884984"/>
            <a:ext cx="4227264" cy="52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928205E2-A120-FCE5-C2F2-68F00AB677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7323" y="2603500"/>
            <a:ext cx="3883290" cy="87779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30062C51-F836-4FA3-1F58-D7266DA35B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7323" y="3481294"/>
            <a:ext cx="3883290" cy="21067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B7839DED-AAEC-2650-0D8F-3A6BFA979BB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515128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item_1_title">
            <a:extLst>
              <a:ext uri="{FF2B5EF4-FFF2-40B4-BE49-F238E27FC236}">
                <a16:creationId xmlns:a16="http://schemas.microsoft.com/office/drawing/2014/main" id="{69BC96CC-8F4A-53DF-177F-890F658CA70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2459115" cy="7737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FC8910E2-4739-D295-518A-0A9E3A7EBB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4" y="3554118"/>
            <a:ext cx="2459115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item_2_title">
            <a:extLst>
              <a:ext uri="{FF2B5EF4-FFF2-40B4-BE49-F238E27FC236}">
                <a16:creationId xmlns:a16="http://schemas.microsoft.com/office/drawing/2014/main" id="{EC70288B-A1CF-3B2A-6284-12FA4FD559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38227" y="2780360"/>
            <a:ext cx="2459115" cy="7737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BFB59CCC-76B7-0D88-8002-E04FFF2393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8227" y="3554118"/>
            <a:ext cx="2459115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4F4A8E2A-D657-6DE5-01FB-A7FF59F72A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40460" y="2780360"/>
            <a:ext cx="2459115" cy="7737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BD2C48BB-B527-125E-1C9F-EA8AAD56C7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40460" y="3554118"/>
            <a:ext cx="2459115" cy="18570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7A7EFD6-98CE-CA1B-56A0-9E2FA9A7B2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5033869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marker_1">
            <a:extLst>
              <a:ext uri="{FF2B5EF4-FFF2-40B4-BE49-F238E27FC236}">
                <a16:creationId xmlns:a16="http://schemas.microsoft.com/office/drawing/2014/main" id="{52DC2EAA-2E95-6529-CD40-5F7E746A76C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441F939B-CF0C-122E-38C5-352CE2A1EDB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4371" y="2780360"/>
            <a:ext cx="7875204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E481ADC2-6D8F-CA75-3284-45C27FB64D1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924371" y="3089213"/>
            <a:ext cx="7875204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AAEDDBB2-5B9F-DD4A-B0AD-4851A20ABC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35993" y="4361040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E965C29-8DA5-212A-71A2-8106A124620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24371" y="4361040"/>
            <a:ext cx="7875204" cy="3088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EB3F6B3-8611-9D00-87DC-0148F39860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24371" y="4669892"/>
            <a:ext cx="7875204" cy="741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FE8A99A2-3D49-BFEB-37AD-242EAC1111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419814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kpi_value_1">
            <a:extLst>
              <a:ext uri="{FF2B5EF4-FFF2-40B4-BE49-F238E27FC236}">
                <a16:creationId xmlns:a16="http://schemas.microsoft.com/office/drawing/2014/main" id="{E53AF9BD-EE92-9F0E-3467-2645F5500B3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2780360"/>
            <a:ext cx="4227264" cy="163108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6" name="kpi_label_1">
            <a:extLst>
              <a:ext uri="{FF2B5EF4-FFF2-40B4-BE49-F238E27FC236}">
                <a16:creationId xmlns:a16="http://schemas.microsoft.com/office/drawing/2014/main" id="{AB3A9139-9A8E-9890-1418-0E5AC0DEDD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5993" y="4464060"/>
            <a:ext cx="4227264" cy="947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FF1F5925-301D-CAED-FE21-EDB57C9DAE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5993" y="2780359"/>
            <a:ext cx="4227264" cy="20520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1DB34AC6-B323-954A-B6CF-3775C5100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35993" y="4884984"/>
            <a:ext cx="4227264" cy="52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D7B1B4A8-CB30-BC68-1C52-A61AA571ED9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7323" y="2603500"/>
            <a:ext cx="3883290" cy="87779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40A5D135-CA36-822B-C89A-F25308F187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7323" y="3481294"/>
            <a:ext cx="3883290" cy="21067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ED0539F-9149-87A2-0A6B-819870F90D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521807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marker_1">
            <a:extLst>
              <a:ext uri="{FF2B5EF4-FFF2-40B4-BE49-F238E27FC236}">
                <a16:creationId xmlns:a16="http://schemas.microsoft.com/office/drawing/2014/main" id="{AF2E713F-525D-DC7F-3EAE-B34EA8C8ED5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68104" y="2714038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6" name="item_1">
            <a:extLst>
              <a:ext uri="{FF2B5EF4-FFF2-40B4-BE49-F238E27FC236}">
                <a16:creationId xmlns:a16="http://schemas.microsoft.com/office/drawing/2014/main" id="{2E28DDFF-C794-ADD9-6B9E-9EDCFB8B43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6482" y="2714037"/>
            <a:ext cx="801098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7" name="marker_2">
            <a:extLst>
              <a:ext uri="{FF2B5EF4-FFF2-40B4-BE49-F238E27FC236}">
                <a16:creationId xmlns:a16="http://schemas.microsoft.com/office/drawing/2014/main" id="{9B3EC435-1976-3B7D-E67C-8FA44B291E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104" y="3487797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8" name="item_2">
            <a:extLst>
              <a:ext uri="{FF2B5EF4-FFF2-40B4-BE49-F238E27FC236}">
                <a16:creationId xmlns:a16="http://schemas.microsoft.com/office/drawing/2014/main" id="{F2B65A78-B39D-7B1C-5EB4-C97E7DE2F54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6482" y="3487796"/>
            <a:ext cx="801098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marker_3">
            <a:extLst>
              <a:ext uri="{FF2B5EF4-FFF2-40B4-BE49-F238E27FC236}">
                <a16:creationId xmlns:a16="http://schemas.microsoft.com/office/drawing/2014/main" id="{9FDCB704-E653-C3B7-AD67-A3916C42E8A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68104" y="4261556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22A42305-ADAA-53A0-27F2-D572376453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6482" y="4261555"/>
            <a:ext cx="801098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marker_4">
            <a:extLst>
              <a:ext uri="{FF2B5EF4-FFF2-40B4-BE49-F238E27FC236}">
                <a16:creationId xmlns:a16="http://schemas.microsoft.com/office/drawing/2014/main" id="{873EDDBD-2810-63C9-293A-ACFD68C4B1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68104" y="5035316"/>
            <a:ext cx="497858" cy="486363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2A6ADEAA-DF99-7F18-D2E6-3F904F79289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56482" y="5035315"/>
            <a:ext cx="8010983" cy="4421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0B9F3338-7B27-2101-9C25-7ED1DCD0370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50531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1154954" y="444500"/>
            <a:ext cx="8761413" cy="1236132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decisions_title">
            <a:extLst>
              <a:ext uri="{FF2B5EF4-FFF2-40B4-BE49-F238E27FC236}">
                <a16:creationId xmlns:a16="http://schemas.microsoft.com/office/drawing/2014/main" id="{A6B1E57E-7CE1-0236-87C3-F1A14B89046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35993" y="4750130"/>
            <a:ext cx="1932593" cy="661011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6" name="decisions">
            <a:extLst>
              <a:ext uri="{FF2B5EF4-FFF2-40B4-BE49-F238E27FC236}">
                <a16:creationId xmlns:a16="http://schemas.microsoft.com/office/drawing/2014/main" id="{D5AB8933-04E7-3701-8DC1-C70E6EF37C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18922" y="4750130"/>
            <a:ext cx="6080653" cy="66101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B21A1AD9-E2A3-6F5F-A8DC-5EBDBBF325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5994" y="2780359"/>
            <a:ext cx="2459115" cy="42264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880828D5-D092-C76F-C994-8BC16F39625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35994" y="3203001"/>
            <a:ext cx="2459115" cy="10143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AB4BEA8-521F-188F-3376-02CBDC4235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38227" y="2780359"/>
            <a:ext cx="2459115" cy="42264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4CDC19F-5CC4-B851-F0FE-8FCA662783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38227" y="3203001"/>
            <a:ext cx="2459115" cy="10143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C968B7D-DA8B-0B5E-6E0C-3C2C9E077E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40460" y="2780359"/>
            <a:ext cx="2459115" cy="42264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7BE8841-7409-E8E1-B348-DF6870E591F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40460" y="3203001"/>
            <a:ext cx="2459115" cy="101434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C26A5BC-72CD-6CB2-5EB0-3F1F536B2D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4954" y="57150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2283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30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91D5A71C-095D-4D8D-B06B-C24FC842AAA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67E77E8F-6FD3-4FA1-8A93-F369CE057D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77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1" r:id="rId24"/>
    <p:sldLayoutId id="2147483702" r:id="rId25"/>
    <p:sldLayoutId id="2147483703" r:id="rId26"/>
    <p:sldLayoutId id="2147483704" r:id="rId27"/>
    <p:sldLayoutId id="2147483705" r:id="rId28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Segoe UI Semibold" panose="020B0502020202020204"/>
        <a:ea typeface=""/>
        <a:cs typeface="Segoe UI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B0502020202020204"/>
        <a:ea typeface=""/>
        <a:cs typeface="Segoe UI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Segoe UI</vt:lpstr>
      <vt:lpstr>Segoe UI Semibold</vt:lpstr>
      <vt:lpstr>Wingdings 3</vt:lpstr>
      <vt:lpstr>Ion Boardroom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2026-10-03T16:20:23Z</dcterms:created>
  <dcterms:modified xsi:type="dcterms:W3CDTF">2026-10-03T16:20:46Z</dcterms:modified>
</cp:coreProperties>
</file>