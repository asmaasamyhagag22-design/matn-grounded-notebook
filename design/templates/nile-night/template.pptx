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12192000" cy="6858000"/>
  <p:notesSz cx="6858000" cy="9144000"/>
  <p:defaultTextStyle>
    <a:defPPr lvl="0">
      <a:defRPr lang="en-US"/>
    </a:defPPr>
    <a:lvl1pPr marL="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matn:title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reative_background">
            <a:extLst>
              <a:ext uri="{FF2B5EF4-FFF2-40B4-BE49-F238E27FC236}">
                <a16:creationId xmlns:a16="http://schemas.microsoft.com/office/drawing/2014/main" id="{E78D0440-B7E3-CDDC-1CAC-76B778F0748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4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964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70B02FD6-A1F9-1D82-CB93-54699D06F57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55F0DA74-E330-B8BE-4359-01DA2894DE0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2841252" cy="53208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7767136B-B9CA-F894-1F21-4C47BF1449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9691" y="241902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424558A9-9655-77A0-F627-8955190EDB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C10E960C-0BD7-074C-B4F8-0AB9AA9A15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9691" y="335016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09044382-316B-1103-2B1E-D079BE416A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C78539D9-10CF-B8E1-072C-4DE2A1CD92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9691" y="428131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DBA1919F-3528-98F9-D63B-5F64A56FC6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B822B3E4-6127-EE57-F948-383BCC6DAE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9691" y="521245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818692E9-DD54-EAA6-5018-2EF9F2C30F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071359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ig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9156C71B-051E-A5C9-0472-986798FB1E5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CE48D1C3-42B0-8EFE-7CD0-6D6A582F39A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159248"/>
            <a:ext cx="9720073" cy="71831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52A59787-A1E4-A581-06C3-05A9DC5DD7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472229"/>
            <a:ext cx="4411418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8437AA18-D703-5A90-9A9C-3E96CBD22A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3987526"/>
            <a:ext cx="4411418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3164CAA7-19BE-689B-E486-D8596BDCD6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472229"/>
            <a:ext cx="4411418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2EAF2B8D-AEAC-5247-BF6C-EFAB5DAC57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1" y="3987526"/>
            <a:ext cx="4411418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9C24DBC3-F717-FF62-9A12-4A4A6ACB4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852995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92BE5FAC-F722-C766-612D-774DCEC6F4C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0EB36F06-8658-E027-F5BD-0E10D7271B9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159248"/>
            <a:ext cx="9720073" cy="71831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1E4592C5-2B57-FF05-8DA7-7E6F2DACC6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1E73EEEE-0F4A-DD76-138C-9D8C9F27FB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9D3684ED-B013-DAA4-38FB-651A6B05F6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8457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7DF37C12-D01A-73BD-6996-66F0E39E79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78457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B984EFA3-59A3-65D9-333D-75553015A3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58322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5EEE1498-26D7-88FF-A429-7E8BC187FE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2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351DF105-F941-1931-C67A-221D1391B13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8186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A3FA7786-8F6F-D0FC-5A09-7D73487CEA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38186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97600D8C-A076-C82C-0921-BB6C9F979C6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30340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plit-60-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BB0137B3-F486-F7BF-9D6D-0A37CBE3319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660AC3A9-FAB7-3C8F-65D3-28448296C61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5443241" cy="359156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quote">
            <a:extLst>
              <a:ext uri="{FF2B5EF4-FFF2-40B4-BE49-F238E27FC236}">
                <a16:creationId xmlns:a16="http://schemas.microsoft.com/office/drawing/2014/main" id="{DCD8C3E2-B4BD-106B-BCC0-C939E3914C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30635" y="2472230"/>
            <a:ext cx="3539104" cy="26870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0" name="attribution">
            <a:extLst>
              <a:ext uri="{FF2B5EF4-FFF2-40B4-BE49-F238E27FC236}">
                <a16:creationId xmlns:a16="http://schemas.microsoft.com/office/drawing/2014/main" id="{89B87261-F8E4-404F-27F3-CBDCF80B4E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30635" y="5159249"/>
            <a:ext cx="3539104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5D7C78B7-D376-5251-24E5-7038A97CF4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82061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89DB1A54-1D0A-E534-EEC4-C937807462A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47B6EBBD-0CC1-06B8-94CC-18302632AD0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2758175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1BF31955-3C4C-9822-5314-226468EE83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5F2AB129-6635-8B40-EBD3-EF4F510F9C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5078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104152CF-CFBD-45CC-5325-CE98C90FF6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5078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173FAFD0-8A9A-2D20-DD45-99F96A6E94C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11565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3FC6AA54-F1CE-3AEC-153C-260431262E4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11565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1904BB3A-151B-B89A-EC95-514CC0FB07D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363175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8DF95C9A-6014-3460-7A31-CA40DF316A2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036EBEE5-B01F-A03F-5CB6-1BCD45D7460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596438E9-40A1-07CF-84BB-33A150CF9C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3419025"/>
            <a:ext cx="4411418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818CE88D-AE0B-549B-2753-873BC0FED0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AFEA8ED3-A6B2-3907-C2E5-2ADCC4B730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3419025"/>
            <a:ext cx="4411418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0AC09C10-7414-81E4-1754-2F2636F165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593283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hart: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6A48BD0A-3C13-9D36-FE9E-01D8CF833AD7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hart">
            <a:extLst>
              <a:ext uri="{FF2B5EF4-FFF2-40B4-BE49-F238E27FC236}">
                <a16:creationId xmlns:a16="http://schemas.microsoft.com/office/drawing/2014/main" id="{0C50107B-A9CD-4A03-B511-B4400301A052}"/>
              </a:ext>
            </a:extLst>
          </p:cNvPr>
          <p:cNvSpPr>
            <a:spLocks noGrp="1"/>
          </p:cNvSpPr>
          <p:nvPr>
            <p:ph type="chart" idx="13"/>
          </p:nvPr>
        </p:nvSpPr>
        <p:spPr>
          <a:xfrm>
            <a:off x="1024128" y="2286000"/>
            <a:ext cx="6804051" cy="35915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E1F8BB1F-4B09-4B62-423A-182FD9625E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16983" y="2429663"/>
            <a:ext cx="2527219" cy="330423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10" name="source">
            <a:extLst>
              <a:ext uri="{FF2B5EF4-FFF2-40B4-BE49-F238E27FC236}">
                <a16:creationId xmlns:a16="http://schemas.microsoft.com/office/drawing/2014/main" id="{E9154A47-F523-CF04-40B8-94EEB40CC0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260023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2F86B7A3-C223-D655-D241-710ABAAC834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8D30E011-4A1E-0E8C-A9E4-ACB5D015B37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E003939E-20B9-2349-6427-15C200FB15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706680DC-72E5-3830-494B-C99A24809F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8573C30A-3A76-7D90-6A08-0985114218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45A7173E-63E7-A35B-E838-8DCF87D39A1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DBEBD8F5-C4EC-5E9C-5BAD-6D5A602949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128AACD6-5CCB-352A-DC33-E582EF3F92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53482F17-5551-E8F9-2778-176B5A8A0FA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9B95321D-634B-E686-EB7F-17D081CDFE8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274169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3807F622-2913-FF7A-F009-03C36D0308D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2107EFB1-E846-D4B8-85B1-B703A955A69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E79B2FCD-2512-A195-9A1D-819E383A66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372434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source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CECF58B8-B5D1-7355-E22E-03EA9A02BE0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C08CA321-1A87-EFBD-0EFC-9A6EE7622C6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7640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matn:section_divider:default">
    <p:bg>
      <p:bgPr>
        <a:gradFill flip="none" rotWithShape="1">
          <a:gsLst>
            <a:gs pos="0">
              <a:srgbClr val="031D46"/>
            </a:gs>
            <a:gs pos="100000">
              <a:srgbClr val="02242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975360" y="3538728"/>
            <a:ext cx="10241280" cy="1536192"/>
          </a:xfrm>
        </p:spPr>
        <p:txBody>
          <a:bodyPr lIns="0" anchor="t"/>
          <a:lstStyle>
            <a:lvl1pPr>
              <a:defRPr sz="3600">
                <a:solidFill>
                  <a:srgbClr val="D6A84B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ection_number">
            <a:extLst>
              <a:ext uri="{FF2B5EF4-FFF2-40B4-BE49-F238E27FC236}">
                <a16:creationId xmlns:a16="http://schemas.microsoft.com/office/drawing/2014/main" id="{3E3753A8-EFD6-2C57-FFB5-BD44CCD66969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975360" y="685800"/>
            <a:ext cx="6144768" cy="2743200"/>
          </a:xfrm>
        </p:spPr>
        <p:txBody>
          <a:bodyPr wrap="square" lIns="0" tIns="0" bIns="0" anchor="b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16000" b="1">
                <a:solidFill>
                  <a:srgbClr val="D6A84B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64CB2F43-1C75-CD01-F709-2BB38EF4E7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5360" y="5184648"/>
            <a:ext cx="10241280" cy="987552"/>
          </a:xfrm>
          <a:prstGeom prst="rect">
            <a:avLst/>
          </a:prstGeom>
        </p:spPr>
        <p:txBody>
          <a:bodyPr wrap="square" lIns="0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rgbClr val="D6A84B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057770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EAE5C17A-BAD5-B095-1270-848AEAF0141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CC6A572D-51F4-78B9-DF68-0A4127B7BF9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2841252" cy="53208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BFF6BC88-CC3B-CFD0-85F1-83AC114933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9691" y="241902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E2F84E28-70FC-D29A-D0DB-CB6EBEC680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4265D6DD-05BD-935F-EE20-8D797AD1DA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9691" y="335016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D53F9F38-EE91-C4C5-5C39-570ADB0EDA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9BB83457-E26C-5D4B-3A40-8364FD4A42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9691" y="428131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8C0466FE-9C29-17C5-C375-166EB7B24EC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42F467FD-2495-B131-5FE6-89A640694D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9691" y="521245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0EB6F3A9-CD03-8393-17FE-A05DD0B6088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593753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vidence_appendix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10B3E360-A420-8635-D8EA-1147CA6D7A2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9625BAAD-D1FF-CBE2-B210-9B05BD296D0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55B1DD41-AE63-D492-0F8D-7FB8A72DC66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9656806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A14FEE9C-AFA6-4E07-75E5-0FFB042696F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646D447D-DEFA-E552-0790-CDAF3D7639A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6E596F44-5504-7D33-53E9-07539EEAF0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A5EF09FE-053A-2F10-D392-1A43529E5A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6F28EFD9-DBE5-6D25-A8F8-FBC7E19E8E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60DF43B6-E0F7-F9C4-77C0-CA700FC3F4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E9BB9EEA-EB16-5679-996B-B409911C3B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CF003FFD-5946-D1A4-AC2F-16B1B13BA29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78A3EF22-F5A3-1E8C-D452-15899A9FB2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65814A60-8038-6C73-7035-20221B7989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3563480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hero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84DA3C93-2C47-1160-4A5B-603F609F8C1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7C36D13A-E4A9-CDE2-D3AB-1D912B3E547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244975" y="2824734"/>
            <a:ext cx="3499226" cy="251409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2707D7CF-28B5-CD43-13E0-49C920708E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2286000"/>
            <a:ext cx="5832044" cy="230886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8DB9E11B-A700-8B81-951D-EEF3A945BF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4128" y="4594860"/>
            <a:ext cx="5832044" cy="128270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A150A275-B5C5-C3D0-7CC8-814E4237C5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093252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D7FF310A-1964-89F6-3A5A-4B1B32F4325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E1C506D2-1A23-EFE5-F485-D173DED5D05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94B292F5-297F-738A-F84C-CA965C394A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2472230"/>
            <a:ext cx="4511111" cy="156147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8AA3AC53-518E-C3A5-CC67-3558763190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4033703"/>
            <a:ext cx="4511111" cy="86748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7737C28D-1142-E5E0-E5F2-2EACF57D31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8015" y="2472230"/>
            <a:ext cx="4311725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BD84DE5F-0514-1321-F9C8-57C929A78E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58015" y="3064836"/>
            <a:ext cx="4311725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DB9AA328-E347-5855-8FAB-56FDD4B1656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8014" y="3979355"/>
            <a:ext cx="1881706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D6F0785D-2CA5-1E27-256E-F74BDABF4E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58014" y="4571961"/>
            <a:ext cx="1881706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BCF90D3B-AAD6-29D7-B700-AB2C72E644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8032" y="3979355"/>
            <a:ext cx="1881706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DD7E490B-FD71-43D9-5632-B9C402D594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88032" y="4571961"/>
            <a:ext cx="1881706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4DE3183F-1E38-6AAA-0DC4-D37D6D10B7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6202486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ict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8409A093-25B5-45DF-AD21-0E33850234A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794C433E-7E1A-3ED1-90AA-6ED70D8CA5D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A1F725A2-9C12-0D35-F9AA-A7741D9F68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472229"/>
            <a:ext cx="4411418" cy="118165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9E411241-5A03-8597-C90F-ECD96510B2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3653886"/>
            <a:ext cx="4411418" cy="6564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1DA630E1-1666-1557-B061-616789A4D4E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472229"/>
            <a:ext cx="4411418" cy="118165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EA6B0DB0-2406-FA4E-0872-A825217491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1" y="3653886"/>
            <a:ext cx="4411418" cy="6564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709F5F88-4D98-3279-371C-CA6C94AC36E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5474678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42AB0EBD-D31D-1B2A-3D21-684AE9E79A82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6F21F54D-2875-186F-F1FC-8EA45102C50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2782102A-54E5-CA51-B264-E227EF15BE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8744" y="2419022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1E1DE9BC-D698-3966-AD33-2D410280E6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0857" y="2419022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C270A58C-D34E-9FAC-C311-ED8678F959F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8744" y="3152631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567E55F5-1588-4DCE-0E08-9772A330F1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10857" y="3152631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927F340F-EE92-5F15-A458-483597D3BFA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8744" y="3886241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52B47E9C-934E-664C-C7C1-F5E64D3257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0857" y="3886241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27A6F7FE-2A4B-8F10-D538-DE427B52A3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8744" y="4619850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4D2B115D-87AC-7E86-D5F8-1CC02041CB7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10857" y="4619850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ADC8F196-90B9-90CB-5BB1-F1D9E59BF1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471086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CA60C5B9-9EA0-03B7-F5CB-279B44626D5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AD001E50-0E6E-988E-E8D5-9B76309CD97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_title">
            <a:extLst>
              <a:ext uri="{FF2B5EF4-FFF2-40B4-BE49-F238E27FC236}">
                <a16:creationId xmlns:a16="http://schemas.microsoft.com/office/drawing/2014/main" id="{00990E6E-66E4-C29E-13BF-080867B3B6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6597" y="2472230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0" name="item_1">
            <a:extLst>
              <a:ext uri="{FF2B5EF4-FFF2-40B4-BE49-F238E27FC236}">
                <a16:creationId xmlns:a16="http://schemas.microsoft.com/office/drawing/2014/main" id="{2CBBC90D-3F0A-A8E0-C979-86C00AFCDA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46597" y="2859554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1" name="marker_2">
            <a:extLst>
              <a:ext uri="{FF2B5EF4-FFF2-40B4-BE49-F238E27FC236}">
                <a16:creationId xmlns:a16="http://schemas.microsoft.com/office/drawing/2014/main" id="{8EF8D39D-238F-4F8D-F197-90AB741051A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437442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EACE1352-DF49-2626-D5F4-ACFA1244A2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46597" y="4374427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9205D886-DD37-FBA8-23B0-E739A7050D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6597" y="4761750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701A103D-86F9-9E04-04ED-AAEC35330F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5255135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B9A162A2-70C3-7436-0041-BB6308F751A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99213753-2CD9-8828-D1FA-C44F1B2D26C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EDFCA9F6-BA37-F84B-DB84-5DCA44F5C5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9CA7F7AD-E85C-B55B-FDAC-FA20411E76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6E93242C-99D4-C28E-32AE-B366EFCD11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090A43BE-8151-D6E5-7901-7A2BD9E168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7A20253E-7168-7742-0151-DDC7C960D6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4BA270F6-0C9F-F8A9-5C39-FE726B282B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3E86624F-8032-B1EA-6BC0-D6795604167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7EE5E3BF-62D7-F8A8-3A26-514A94C5F0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9072255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2D323CE5-564C-4580-B4DE-6C801E234E3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3C72C6F7-16A9-326B-D8EA-1B5834F8BE1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811082"/>
            <a:ext cx="1931553" cy="84713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EBA38A32-913E-2277-45FE-B47B346C4A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A211F04E-9104-0410-3A68-B2CF3C48B2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78457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26EB1BB0-E069-1FA4-67D1-8133BDB757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8457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61805F4A-5A67-42B4-0DD9-8AA188EC50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2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B9533FC0-6251-33BE-4F5A-03FA3AEC90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58322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54BA1AA6-63E9-C53A-7C15-64422DD7421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38186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B2D98263-D6DE-E512-4325-DAC7291C1F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8186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0868E78A-FC13-8DA1-7DDD-8A71F67E0C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358614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7C6E0DED-FCB1-54C4-7E8C-D137B2B2388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kpi_value_1">
            <a:extLst>
              <a:ext uri="{FF2B5EF4-FFF2-40B4-BE49-F238E27FC236}">
                <a16:creationId xmlns:a16="http://schemas.microsoft.com/office/drawing/2014/main" id="{BBB4FB61-354A-F924-FD5F-3D372281305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705512" cy="199584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9" name="kpi_label_1">
            <a:extLst>
              <a:ext uri="{FF2B5EF4-FFF2-40B4-BE49-F238E27FC236}">
                <a16:creationId xmlns:a16="http://schemas.microsoft.com/office/drawing/2014/main" id="{4AA81C63-7A21-DD3C-6898-7F091242C7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4532455"/>
            <a:ext cx="4705512" cy="1158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CE3DDB22-E22A-6006-2BDB-64FE5A53B4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2472230"/>
            <a:ext cx="4705512" cy="25108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DB3D070D-D768-E314-7023-C4ED413AED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5047511"/>
            <a:ext cx="4705512" cy="6438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2" name="item_1_title">
            <a:extLst>
              <a:ext uri="{FF2B5EF4-FFF2-40B4-BE49-F238E27FC236}">
                <a16:creationId xmlns:a16="http://schemas.microsoft.com/office/drawing/2014/main" id="{CAD09711-547E-2BE7-0697-8F18E70126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7369" y="2286001"/>
            <a:ext cx="4276832" cy="10563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3" name="item_1">
            <a:extLst>
              <a:ext uri="{FF2B5EF4-FFF2-40B4-BE49-F238E27FC236}">
                <a16:creationId xmlns:a16="http://schemas.microsoft.com/office/drawing/2014/main" id="{7F44D0F9-7C57-F408-F604-3A5A29D2DD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7369" y="3342342"/>
            <a:ext cx="4276832" cy="25352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2D24357F-524A-1E36-172F-ECA9A22116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3993971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E412A82E-3A14-C88A-C5B6-4179991B4132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A78E46CD-1B39-4D42-CA63-A7C162C22D7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2758175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DA802ABB-7A02-71C6-E99B-9E0FD5D349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F4A81CF4-334D-168B-644E-008835A009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5078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1D57BA5A-F01C-0567-4B3A-A32B9DEB45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5078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FE1F9CD7-4072-4A67-060E-837EB12089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11565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F1178100-3F51-7817-6A91-A7FFBC2D08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11565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EAB60788-174F-07D3-E05C-2FDB8D0DDD8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6732002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2AAC5A20-6059-F988-0F68-532D1E1A491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A71E1D19-2F09-EB1F-B83D-714191EA011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_title">
            <a:extLst>
              <a:ext uri="{FF2B5EF4-FFF2-40B4-BE49-F238E27FC236}">
                <a16:creationId xmlns:a16="http://schemas.microsoft.com/office/drawing/2014/main" id="{4FBCB464-7E1B-D519-F3E9-FE138E2A3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6597" y="2472230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0" name="item_1">
            <a:extLst>
              <a:ext uri="{FF2B5EF4-FFF2-40B4-BE49-F238E27FC236}">
                <a16:creationId xmlns:a16="http://schemas.microsoft.com/office/drawing/2014/main" id="{17BF4BE7-2BB0-4B3D-EC34-D8C12F81E74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46597" y="2859554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1" name="marker_2">
            <a:extLst>
              <a:ext uri="{FF2B5EF4-FFF2-40B4-BE49-F238E27FC236}">
                <a16:creationId xmlns:a16="http://schemas.microsoft.com/office/drawing/2014/main" id="{B14315A5-20B3-7BF0-AA3F-D8609ACF08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437442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1BFC1FE3-D29F-8E46-C672-BDFB44D6FB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46597" y="4374427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D6A2B705-AFA8-F40E-8D28-487E649320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6597" y="4761750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10C5F8C0-D104-021E-228A-7B6C9BDF492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2079741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4326CF01-BAD9-04AA-C7C9-CF6F5131630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kpi_value_1">
            <a:extLst>
              <a:ext uri="{FF2B5EF4-FFF2-40B4-BE49-F238E27FC236}">
                <a16:creationId xmlns:a16="http://schemas.microsoft.com/office/drawing/2014/main" id="{FE9A0A9B-D894-ACE8-66BC-9377B95F301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705512" cy="199584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9" name="kpi_label_1">
            <a:extLst>
              <a:ext uri="{FF2B5EF4-FFF2-40B4-BE49-F238E27FC236}">
                <a16:creationId xmlns:a16="http://schemas.microsoft.com/office/drawing/2014/main" id="{AEC4BCAD-301A-39EC-8D67-4BD10EA616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4532455"/>
            <a:ext cx="4705512" cy="1158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825CA08A-4BBC-1807-C5DF-208E39E242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2472230"/>
            <a:ext cx="4705512" cy="25108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0B51A7E4-D63D-75E6-8D75-F835D738E7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5047511"/>
            <a:ext cx="4705512" cy="6438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2" name="item_1_title">
            <a:extLst>
              <a:ext uri="{FF2B5EF4-FFF2-40B4-BE49-F238E27FC236}">
                <a16:creationId xmlns:a16="http://schemas.microsoft.com/office/drawing/2014/main" id="{1606ABCB-C5EA-AA8E-1FA0-1A34E113DD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7369" y="2286001"/>
            <a:ext cx="4276832" cy="10563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3" name="item_1">
            <a:extLst>
              <a:ext uri="{FF2B5EF4-FFF2-40B4-BE49-F238E27FC236}">
                <a16:creationId xmlns:a16="http://schemas.microsoft.com/office/drawing/2014/main" id="{11692C86-BAB9-390F-4A54-D17CF89039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7369" y="3342342"/>
            <a:ext cx="4276832" cy="25352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E673BA99-C1E4-783E-86F5-9CB6158BE6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5228657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603BE1B9-86B7-6797-264C-2EBFD24BBBA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28A1D7CA-BC3A-4DC7-874C-379E67D7BD9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ABF2EEA4-5237-4784-2C56-6CA2AA32C8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6749" y="2419022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marker_2">
            <a:extLst>
              <a:ext uri="{FF2B5EF4-FFF2-40B4-BE49-F238E27FC236}">
                <a16:creationId xmlns:a16="http://schemas.microsoft.com/office/drawing/2014/main" id="{B9F5E2A0-E062-1A70-AEEC-20706A2C2B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31429620-6DB7-AEF8-4D24-F97F654C1A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6749" y="3350167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marker_3">
            <a:extLst>
              <a:ext uri="{FF2B5EF4-FFF2-40B4-BE49-F238E27FC236}">
                <a16:creationId xmlns:a16="http://schemas.microsoft.com/office/drawing/2014/main" id="{1A198052-B5D0-07F4-CC4B-70C8195402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marker_3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ACD990A4-611E-CE17-D97D-6AE0785F37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6749" y="4281312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marker_4">
            <a:extLst>
              <a:ext uri="{FF2B5EF4-FFF2-40B4-BE49-F238E27FC236}">
                <a16:creationId xmlns:a16="http://schemas.microsoft.com/office/drawing/2014/main" id="{98662D6E-1667-2A20-E9E9-A2B9071EAF3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marker_4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4FC970A7-6397-04DA-7E56-0F72C83B8A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96749" y="5212457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97413B26-9AD9-2133-BB02-2D4ED20F09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5870446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1249BB3A-C49D-262B-7100-CF0EE8F8D5C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decisions_title">
            <a:extLst>
              <a:ext uri="{FF2B5EF4-FFF2-40B4-BE49-F238E27FC236}">
                <a16:creationId xmlns:a16="http://schemas.microsoft.com/office/drawing/2014/main" id="{0566C5CC-F6FE-7FC9-EF36-223C5909ECD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4842659"/>
            <a:ext cx="2352756" cy="84867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decisions_title</a:t>
            </a:r>
          </a:p>
        </p:txBody>
      </p:sp>
      <p:sp>
        <p:nvSpPr>
          <p:cNvPr id="9" name="decisions">
            <a:extLst>
              <a:ext uri="{FF2B5EF4-FFF2-40B4-BE49-F238E27FC236}">
                <a16:creationId xmlns:a16="http://schemas.microsoft.com/office/drawing/2014/main" id="{312C9B35-49B7-4316-5A4D-08C295C4A2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48549" y="4842659"/>
            <a:ext cx="6921191" cy="84867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decisions</a:t>
            </a:r>
          </a:p>
        </p:txBody>
      </p:sp>
      <p:sp>
        <p:nvSpPr>
          <p:cNvPr id="10" name="item_1_title">
            <a:extLst>
              <a:ext uri="{FF2B5EF4-FFF2-40B4-BE49-F238E27FC236}">
                <a16:creationId xmlns:a16="http://schemas.microsoft.com/office/drawing/2014/main" id="{839A4902-A33F-AE8B-DB84-BA236258A7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1" name="item_1">
            <a:extLst>
              <a:ext uri="{FF2B5EF4-FFF2-40B4-BE49-F238E27FC236}">
                <a16:creationId xmlns:a16="http://schemas.microsoft.com/office/drawing/2014/main" id="{7D927320-B99E-CA71-7D12-F1945293E8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2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C11B63CF-7EE5-D146-4358-02334CF241E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05078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BA58624B-2E8B-2636-DB53-E7B5487A7D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5078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item_3_title">
            <a:extLst>
              <a:ext uri="{FF2B5EF4-FFF2-40B4-BE49-F238E27FC236}">
                <a16:creationId xmlns:a16="http://schemas.microsoft.com/office/drawing/2014/main" id="{17E23A53-40F8-F0B0-EEC2-0480BA9176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11565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5" name="item_3">
            <a:extLst>
              <a:ext uri="{FF2B5EF4-FFF2-40B4-BE49-F238E27FC236}">
                <a16:creationId xmlns:a16="http://schemas.microsoft.com/office/drawing/2014/main" id="{33D3FF8C-A5BB-CF81-5CE7-0F2E792328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11565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4A6BDEB6-7578-3A71-D3EC-8BAC6EFCD95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095909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reative_background_master">
            <a:extLst>
              <a:ext uri="{FF2B5EF4-FFF2-40B4-BE49-F238E27FC236}">
                <a16:creationId xmlns:a16="http://schemas.microsoft.com/office/drawing/2014/main" id="{5EAA33D3-92FF-D6AE-C772-1E3C08FB95BB}"/>
              </a:ext>
            </a:extLst>
          </p:cNvPr>
          <p:cNvPicPr>
            <a:picLocks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38275E8-7EFC-4FEA-BF4C-11F280B3D89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60DAC5E-8076-4A1F-9E2B-43FC1CE1F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996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98" r:id="rId27"/>
    <p:sldLayoutId id="2147483699" r:id="rId28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Segoe UI" panose="020B05020402040202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4077CC"/>
      </a:dk1>
      <a:lt1>
        <a:srgbClr val="05070B"/>
      </a:lt1>
      <a:dk2>
        <a:srgbClr val="99A6B9"/>
      </a:dk2>
      <a:lt2>
        <a:srgbClr val="141619"/>
      </a:lt2>
      <a:accent1>
        <a:srgbClr val="D6A84B"/>
      </a:accent1>
      <a:accent2>
        <a:srgbClr val="4077CC"/>
      </a:accent2>
      <a:accent3>
        <a:srgbClr val="99A6B9"/>
      </a:accent3>
      <a:accent4>
        <a:srgbClr val="4077CC"/>
      </a:accent4>
      <a:accent5>
        <a:srgbClr val="D6A84B"/>
      </a:accent5>
      <a:accent6>
        <a:srgbClr val="99A6B9"/>
      </a:accent6>
      <a:hlink>
        <a:srgbClr val="4077CC"/>
      </a:hlink>
      <a:folHlink>
        <a:srgbClr val="99A6B9"/>
      </a:folHlink>
    </a:clrScheme>
    <a:fontScheme name="Integral">
      <a:majorFont>
        <a:latin typeface="Bahnschrift" panose="020B0606020104020203"/>
        <a:ea typeface=""/>
        <a:cs typeface="Segoe UI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goe UI" panose="020B0602020104020603"/>
        <a:ea typeface=""/>
        <a:cs typeface="Segoe UI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Bahnschrift</vt:lpstr>
      <vt:lpstr>Segoe UI</vt:lpstr>
      <vt:lpstr>Wingdings 3</vt:lpstr>
      <vt:lpstr>Integral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Asma Sami</dc:creator>
  <cp:lastModifiedBy>Asma Sami</cp:lastModifiedBy>
  <cp:revision>1</cp:revision>
  <dcterms:created xsi:type="dcterms:W3CDTF">2026-10-03T19:31:17Z</dcterms:created>
  <dcterms:modified xsi:type="dcterms:W3CDTF">2026-10-03T19:31:41Z</dcterms:modified>
</cp:coreProperties>
</file>