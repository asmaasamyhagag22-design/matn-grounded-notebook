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4A386C4E-4CC5-6214-57C2-CB6DB11EBB1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61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9E70068-2E07-EA42-49B0-B2242E6FA23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2700CFA-8750-D9A9-F5AE-D6240D7C54B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54945D20-727C-2CAD-2A81-D3CCFBB768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FAF47EC-3CC7-A1F4-4D20-35DD2F5729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C21F6CE-BFC0-45B2-8D74-19FF1058AF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18FD690-5657-731B-1B6D-AEDCE2D9E8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12F4D24-5CCB-43E8-827B-7BCA3FDF57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8E57BC7B-8DAA-A246-67A6-E46B73E40C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5C337ADD-96D7-A616-E35A-EC5D14E51C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A769A8ED-5DF3-1D39-2F8C-D79B7C2CCD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724032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2B22451-D44A-1E3D-379E-8CABDBC010B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054A3AB4-DAF7-6A2A-9A55-AF096AB705D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80504315-8D79-C353-C877-8B8B166AA9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4E71F8F9-40F1-FFAC-D0E9-1A38BD68949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779A1657-B297-AE0A-A6DB-35485E64E43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5DF6176F-A1A5-7CE2-53FD-1E153043EA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E13E8AF-B741-86D9-2174-81AE2A35D67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64612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EC012D3-278F-F15A-B95B-2383CEE1A3C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A94BE4F-AF19-F9A9-53F8-8DAA83A3ED1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1CDFC9E-1439-D2A2-A495-0CC3C67BCD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A3EA7A0-B023-48A0-4E3F-771B8F1DCA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B30DFE79-D643-CE65-2996-9D7F34938D7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53582BB-FFB3-1AB4-3597-41421F07EE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BD5E403-11B6-8510-5BF7-DCEE7D16C8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C63011A-55A8-CBAA-B875-E0AABFED0CE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A0B51245-D6EB-F4EA-94B7-96DE61936E8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FB167ADA-AA48-FE65-CE19-337602F989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726C8961-FC0A-FD12-D8D6-CC5E54CADDB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33793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EE042FD-34D5-6943-654A-E02C150F472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6B8C9E4-B2D3-23E7-C9C1-CD26DBEF652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27E3ACFC-97F9-F7AF-44C8-65FAD72652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0CAAEACB-4905-7487-436E-178168B6E9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82BA5931-2E20-9915-8B26-5730AFA19D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463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261E466-47E7-D997-F803-AAE32DD41C7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871EFE60-8C3A-2406-B94C-F7B0ED02040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879F3EF-6DFB-FF8F-5624-881F1C62ED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6AF7B4C-CF40-F15C-4126-902C8C278F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31FCD84-5B66-B2B7-03F2-1C356A3A25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A89C5AE-88B0-97A6-BB7C-DF6FC123F5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04225C7-2A6E-7E31-CB6E-5C9478BDE9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29F1C9C-B0D6-EFA5-BB39-76316C5614F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47656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71FD3B2-08AC-2DF3-5D37-6A002BEE4A6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187BB912-B730-35D5-CD3C-342C3B36967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B2EE22C-E497-BD6B-C43B-F9B008C0DB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A301F4D-9D7C-4ABF-ED6E-3146C92E1A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6E88E74-38AE-08FC-6797-3FECB2F764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6AE497A-F90E-96BB-2199-7335A8D6747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64286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0E8AFB0-D26A-586E-7D2E-A2ADE8D829A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957C9A22-2A50-CE8C-D7E6-5CBC9FE1382E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4C03856D-30AB-E799-658C-D131431E6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789ADC1C-857E-A266-A94F-BD697016DAD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4186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7C34579-F311-C6C5-1248-14F05C98032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139027B-A782-B224-0303-099B7EB21C1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31A0B62C-F7F9-5420-83BC-06CC53C2B2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9BA6248-1BD8-76F0-0747-31CA242F47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5766578-422C-34AC-4723-6F851E80DD0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AAC60F0-C5C3-231D-E40A-9CCDD820D8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2EA4FA3-AE3E-CE93-B9E0-0ADF3CA0272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21CFA55C-12BC-2A03-6694-1A6E90D9B8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1BEED6FA-49E6-358C-2811-A355EA336C4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2F74E13-1BCB-D5B9-D087-2388C952547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92706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CFF55B2-0B7F-A445-8F8C-6B3A38534EA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DA1F2B3-C551-7029-BF62-A6DF1073F6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3F6F5EC6-3A19-1A67-FE48-DA86C1EB1A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51578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126DBAE-0E4B-A6AE-6939-F43BC089C74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28F0B0C-6257-7D0A-0EE1-A166A6F28C6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5921702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gradFill flip="none" rotWithShape="1">
          <a:gsLst>
            <a:gs pos="0">
              <a:srgbClr val="031D46"/>
            </a:gs>
            <a:gs pos="100000">
              <a:srgbClr val="022429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D6A84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99A56710-9B08-7A39-A37E-8F5C36896A5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D6A84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CFC66056-8965-3D5F-3FEE-CE2FBCA507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D6A84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6107010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0503B64-D322-94DB-76A8-0E7F91A9F2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721F07F-EEAF-7C43-C9DB-FF7D80CD50D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3A81A20-EAC9-6455-0CEF-3933B3EB490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24D9A0C1-05ED-8A29-55EB-EF5DC32858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CEAA45F-189B-7706-5AB6-83AB7C6D40A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111401A-75D5-6C44-F39B-37F0ACB69A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A13FF5F-46EC-FDC9-6C23-955ED07B353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D9E0E115-0BB7-8406-9186-1DA62A7651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017A254-C84F-CB47-FE43-C831A940E1B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F24C1CB-531C-BB62-6643-23FEBBC6E4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969720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AC8EDDD-3939-FF64-CE8F-4C8B5D77998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1E2D6CE-FAC7-C6BB-73CB-A12E708A74A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5435D8C9-FA70-9413-AF52-42A26300A1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405350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A94ADB5-FB6D-CF2C-B6C3-64702F7E0EA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3EFBECD-E1B2-C5C2-BF08-307D3C3CD2C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3613FCE-4B6A-CA37-4A25-D315F8F1A7A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3A08CFE-9DC0-AAC7-15F9-7A742F9BCB3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A478A30-847E-6C2D-1EFC-6548FF2190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63D5635E-0B06-FD8D-11B7-5F523A5791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11B73EC-86D8-400E-6DF8-2742BEEBDA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8F4612A2-4969-CFFF-6E30-97A1272E4CF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E666434-D645-FD91-CCDC-9695E51EAE4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C906CFC-F8C2-2ADD-1416-F3A412107DA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531944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018B360-9D3B-BE2D-8992-C22C554A0BE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A8394E34-66F1-6870-C02A-DC0DF3E2D8F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3B61DB21-AB49-93D0-F207-1B0085327E5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FEA2898-840E-BBFB-CCD3-ADC8842207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D6684F1-5B65-BC69-493A-CACCB4B683A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357545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5EA762D-78E3-31AF-ACFD-EF579D9D6C2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08FB5A1-2ABF-1CBB-203E-588E37D511B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2E7E18B-851C-A50B-CB7A-F8862DAB1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7FA1E43-0E7E-B582-EF7D-37BA114879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C35B26F-AA68-AA4D-5CF4-E0F3EFB1ACC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B60969B-9505-428B-66DC-0BAEFB382F8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A00260D-6C6B-0711-D5C7-23CB43C913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A0BB2334-0174-246F-DF79-1754A40644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1FA1AE6-4E2A-0C03-1204-17C8B2FE47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29844A7F-F75C-850D-B278-DDA114D2D17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1C3363E7-F2FF-85DC-A846-DD1110E73F6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439616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2CD123D-9740-BEE1-A42C-EC6713F8CA7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4652956-A4E1-DE1F-AC21-58C802C1455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D99D058D-F6AC-F6BF-2F2C-E60F3C3FB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1C069D7-222C-CA2B-31B5-2FB40586B0B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1225A87-9D0E-EF46-A27F-4CB8DAB71D6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C5FBE8E-F488-44C2-C153-899C2DAA72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859BB80A-95A7-E48F-11ED-6D19F78978F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3483845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DBE06DC-126B-28B4-56C9-CA726C08F13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7D4421F2-FF19-8521-F04D-609C03F736C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FA69833-7BA8-5225-4FBC-59B68CE6B2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F469F3C7-8E97-6DE1-8848-8D25AD73620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CF4F47B-B437-62F2-F52C-E79007AD39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F9B33850-6833-51E7-EC37-637567C8F79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7ED15BDF-9813-06E5-BC85-DAD2BD211F4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75007A07-D5EA-05C7-1932-1F81D053FB9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629584CF-7871-48B2-CF7D-48C4959E551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6A5AF92A-7734-D572-17A7-55D956BE2CE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A272827A-9B93-C0F5-85C0-ECEFFC5D9E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053393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A5F7152-80BC-D60B-97D6-0CA0418E8D30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637EF9D2-191F-BCF6-A2AD-9C1313320B5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1235881A-B818-4EA8-8459-9C501C7BC9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0F120736-34C1-5D41-DC65-8ADBB2603E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443DFB9D-1917-CDB2-8843-83563D18D8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9EE32068-02D5-C66A-61F0-B46592EC7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7ECCFC5-AD8C-E0ED-490F-343C206F182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FBD8775-2753-0CD9-8CFF-9FFC4FBF51A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791506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4B5AB76-99CF-BF59-F47D-08E11985659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9DAEEA74-E220-EA8F-C87E-EDAC0D8E659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59848B7-FC89-A301-60BA-087F7085F28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E239D31-C11F-E2E1-3870-3E23936488E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0900D7F-0E25-1EE6-0CE3-893DB63821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5DA18B9-5346-BEA0-2F13-60702B81126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C4E615FF-E469-BA8E-A940-13D87A3398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6D64FBB-A99D-0677-E830-D2FB5E0AD6E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43755F6-8F6E-8D29-2195-5F57FBA79F8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0ED9D2E-BF84-9AF5-ABF4-B717B414C9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809441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856B1A0-D4A9-8EA2-46C8-8A9037D8A6D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836F276-8C84-CAC5-3609-58042BF2A58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91B6521-B52E-BA5D-BE67-A1EAB8D065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2E109F5-E5EC-4E5C-35FE-05A0EEA5848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383339B-D9DB-FB54-AFEB-A2BE4FDD51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EA0FFBC0-45BA-323C-F359-8089D61F801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CDB8E54-97A8-43C2-A149-0105629C36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7611200-6951-B8B2-3F4D-C4C5FCB002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2CBA93FD-8B03-C555-98CB-936E40DE99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15781354-65B5-F5C8-53A3-CD2E90B15A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135762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FB85D635-5FF2-CDE6-E338-B5BAC538509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02016512-99BA-FB67-B158-69F8347E84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C8F9D596-BF75-9A31-A6AE-CB9376AFDC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09618017-8A44-2CD4-5B7B-13F33CE7B7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70D34ADB-097D-BD94-AD5B-C0CC6190EEF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3037C731-665B-6CCF-3E5F-DFA0866358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04686E41-A68C-EB1F-61C0-B6DF7632565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C35C72A-51FF-CE1A-F73D-48A4517CA7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261249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E4EFBFA-35E9-19A7-5519-E58A72EE008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B661CBFD-D835-1AD8-7B1A-45B3DEB6025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648049A-9F72-9930-1DEF-92F1EA7689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B630CA5-A662-914B-EE25-9B11763275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DC21B6E7-1865-C6DD-FD7D-45DF85D1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B825088-3B63-4AA3-72B6-36168EFB6C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7ED6F393-1F43-557E-03D5-1D7EA2BDCFF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50AA1C7-31A1-A2E5-553E-812EEC0CA8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0759823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241E557-808A-911F-1C1A-582F640A1CE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E545405-1E8A-ACA8-D115-A9C12B0A2E9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30446186-BA41-3CC2-9512-32A1FD1E06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666A964D-96DF-F788-B1B5-A8248FF295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AAC39C45-E597-74B0-0366-D7B0FF2081F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E3FAABD-4989-6F4E-A619-DCD1001D7CB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9CE5DAED-BA3B-8E0A-FF5B-5B3A58B18D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352B99D8-34F1-190D-3683-E2684077E26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94498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781B8B6-0E4B-D520-1C4F-23C0C38EA7F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EFE0F807-42FE-E3B1-15A7-8EF31FEA9A4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6910CE84-99B7-E89E-4B22-7C5F11A2FDD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CBAD0EF3-187D-56A6-132C-736EC8E89C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25AEDBE5-3C81-ACD2-BA18-1B641FF5FC4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4896EF68-E9BE-B345-02F7-46EED792B7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7236A420-9BFB-D240-3E36-44658CB826F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F164D1E-ACE4-3B45-30E7-D06C2E61D0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566389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235DE86-BC36-E8BD-13E1-8C0602E291B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D8EBF6C1-2986-EF6B-C48B-208C08BE26C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BF09EBE-D7AC-E784-663D-F46925E311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672D44B2-BED0-547D-86C1-72DABD9E423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563F3BC-92B1-A484-DA88-CEE82D26B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7E26804B-7AAF-4875-E3B9-FD19C36588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F75C727-5A36-DF27-1F12-9AB2918400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CD756218-F85C-1BFF-E111-10812AA782B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D3B40F5A-7A8C-6C33-43A6-6336652E0A6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AE24C15-3361-2AFD-3AFB-A669BDF40D5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1855219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79F2B2E-8530-FC32-69DA-46118DB7786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529D564B-1BCB-DF5D-FE3B-428A38558A1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78BDF23B-48CF-FCBF-2982-65F29BBBFC6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56B8D4FF-7C82-9800-EB17-76C892C0EC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38881EB3-C8C8-E251-17F5-914FFA2BEA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FD9B034-1601-36EB-66CE-E2D97E6F07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264FDDB-B4EB-D182-79E1-D86C484351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91766FC0-ECE8-F543-46FF-6F46A1A223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21A5BE9E-6D08-64E3-E77B-E9718CC87B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512006B-76B8-C613-6B13-4D7D2209FF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7110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F9751356-C773-01E9-B791-658A047BA0D4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67949D26-9034-4D83-88EA-A31F57F7C9E2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212BDF5-4B35-4116-8BB7-2AC3344F76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073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A2C4FA"/>
      </a:dk1>
      <a:lt1>
        <a:srgbClr val="05070B"/>
      </a:lt1>
      <a:dk2>
        <a:srgbClr val="B6C3D7"/>
      </a:dk2>
      <a:lt2>
        <a:srgbClr val="141619"/>
      </a:lt2>
      <a:accent1>
        <a:srgbClr val="D6A84B"/>
      </a:accent1>
      <a:accent2>
        <a:srgbClr val="D6A84B"/>
      </a:accent2>
      <a:accent3>
        <a:srgbClr val="B6C3D7"/>
      </a:accent3>
      <a:accent4>
        <a:srgbClr val="76AAFA"/>
      </a:accent4>
      <a:accent5>
        <a:srgbClr val="D6A84B"/>
      </a:accent5>
      <a:accent6>
        <a:srgbClr val="B6C3D7"/>
      </a:accent6>
      <a:hlink>
        <a:srgbClr val="76AAFA"/>
      </a:hlink>
      <a:folHlink>
        <a:srgbClr val="B6C3D7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2026-10-03T23:11:39Z</dcterms:created>
  <dcterms:modified xsi:type="dcterms:W3CDTF">2026-10-03T23:11:49Z</dcterms:modified>
</cp:coreProperties>
</file>