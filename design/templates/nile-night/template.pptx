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177F16A3-334B-F725-A2C6-AC6B9C86A46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32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E7735DB-8060-F36B-57B7-1B98ADA4687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1FF28AA-0A0B-2BCC-41F8-EF061BC35C3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E0F4FBB-8337-C603-E257-4044F02F45D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47F38A2-6657-6068-DC0D-19D482DFA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4D2B2C0-EF97-1A77-0ECD-7DCD317FF9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F86D072-3479-52A8-C0B5-3198928D43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ADCCECD-E032-7BD9-4C15-0EE658B8521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0BA8C721-39B2-CAF4-E9CB-F216471C44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ACF1CCFE-6C4E-FDA3-B235-E8F0862ADEA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BEC5BE9-3BC5-BB79-943F-6316DDC1604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05088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EEB32D3-BF06-9F93-B936-E15752D82CA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6E2C3C1-EEF7-AA0C-9A24-DC536A8A362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F32D3ED-0EF4-9C75-30BB-1EF5F36357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82DBB217-28EF-2E3F-E205-F163B005C2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29DC681B-D985-10AE-AB4E-D0AF987C50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F8D2996B-52CD-69FF-67AD-A90E61D44E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84B817FE-0A43-2424-55E5-4901D925C8B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02228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AAEC7AE-FE07-ED65-8D8B-6A9944E389F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7A27D39-3845-7ADE-C589-4D56ED845F7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0F03BC35-E399-BFAF-C0EE-6249EABBE9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25DC097A-2D72-AF12-2251-56537428D13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278D625-7A8A-0496-F7CE-61C2275C84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CFE32785-381E-63F3-EFA5-A1CCAB83F9C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37285405-63D0-AC1C-DB50-E17EDEE55AF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78822D12-A9E7-217D-050F-FDF944C0726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AE2C5296-E2C6-CB6A-5AF7-893510E618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90DC6C12-9C42-5E68-7474-214838BA41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C7EE5A61-ACFF-BF59-DD57-7DB54AEFE84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19556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AEE068B-E9DC-6250-95E5-F98FA862C92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6D6FE21-E1EE-C45A-677D-018B4D4957C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F66F4FD4-47BE-F58F-2267-B0D30F3BFE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DAEBACF1-8253-ABDD-1A4E-7A0ED9EA04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A1572442-133E-E6D6-C1B8-687F81578C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16106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7DD51C4-4B97-4292-DF2D-AEB2D1646AC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1C32A14-F63E-5E73-6903-B72D6F3E507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06F0FAC-B414-F765-2EB4-ED02C951C5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66F39D2-D8D8-AD92-D0C1-B32E07A7F4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0ABEC10-E977-4FE4-67A0-BCDB0F4FAF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3681101-C70F-DB4D-4116-1CB0EDEEA05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CD3C534-B37B-19A8-A299-4F12D4B8CB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2EC865A-A8A5-C330-0C0F-6035D7D17F8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82534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5689574-D724-4FBA-37E5-EDD7CC188BA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805BE4B2-12E9-14A8-8941-1308C029594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0B4F4CD-D251-8926-5B22-460A2EDC50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45FF389-2F4E-034B-A25B-D3346C5627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FBC510A-0A32-4030-6370-9BB5F1EAE36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638B585B-C1C6-9AD9-46B4-0A2FF0E996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50105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60A5BB7-AAB8-C830-0F7D-B5966C71C20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E5BA243A-8F90-99C4-6CE7-D300A02EA4CD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FAC5691-30DC-A6DF-068B-257DC59F8A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97000CB8-D0EC-1F5A-38F6-0A08695ABB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74584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4897D8F-4D89-5256-1B79-0ED00ECE5BC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1EEBEBC-A472-E501-173C-E912780A909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114E4DF-2D15-FAD1-3E6E-3107E2A656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FF0FB9D-ABC7-CEE4-B106-8C0943EB21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460772A-C50D-CBC4-D77A-E88DF87B077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3412035-139B-F8C8-CC3F-8F362D5100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563F8EA-C6D9-6787-E95A-CCFF27BA75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7114EB9-424C-0A11-622E-2B7BBAD97B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A9525656-81A2-51A1-1DCA-4E7AFE1DFEF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E405513-8258-608A-DB06-046B4D0C847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46664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7BDFCF1-3463-345E-1F75-8F167570B53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F4E0C13-B48C-086A-2F5C-DF3FFF8F52F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A7667450-ADDB-41C3-F7E3-5D562CC5AB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66606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E23D244-E028-2E49-7320-B5509EE0E0C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6761D88-7243-5679-A145-8E36CD1698A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5159563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gradFill flip="none" rotWithShape="1">
          <a:gsLst>
            <a:gs pos="0">
              <a:srgbClr val="031D46"/>
            </a:gs>
            <a:gs pos="100000">
              <a:srgbClr val="022429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D6A84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BFC90DAE-A89F-C593-7DAB-F79B953B747D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D6A84B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7337B929-7D5A-BA26-9EDC-E20D2DC77B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D6A84B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8906152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116028B-DF59-6791-EC39-E21B222014B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05545B2-E15C-1B35-DB87-FEA136189BD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840DAD7-D54A-AAB3-7A4F-98BE854883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09D72F6-7C9F-F27A-E015-F5426A91F2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DEFF9B1-D731-11EF-3B10-71D41701A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0851A9A-3BC0-53ED-3D07-8D529A7C0DF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E00C56F-EB75-A75E-7658-6184092A224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1620694D-55D2-F739-35E6-2E061E6F20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E48849CF-C5BC-CBD7-5576-063E5303FA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7065EF0-A0D3-3417-890F-6713B5CE3C4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345800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06C2F94-23A7-C602-E66D-ACD818F0525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92CE4AB-E9B6-5F39-073B-434BFE39F10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DC115002-2556-E7B7-B71D-A87C50ADDF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078427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68717D1-553D-93D9-CC33-AD84D0BC8B5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6FEC42F-364F-FB2C-3D37-0C71EE64E1F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F378B04-7784-F803-E721-42F26EA06D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A302E7F-6B41-A227-2372-B6E2724BB7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538ADAA-482D-C212-5398-B835474619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0A4C13F-7CCA-9610-47BD-ABB1453361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BA3DEE0-9C7B-8EB5-4131-10833A372C5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FA02AECB-DB3B-621E-320B-223031543F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276F765-89CB-F4E6-E032-CAF8D0DF79C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609EFC3-76E3-F8EF-0569-3A4AA77D29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81541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2A09F64-F1B4-0E52-7848-1E6B32D2927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549CFA0D-C07B-42AC-D534-755869BE192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99766374-7187-0BF7-E62D-F78AC4EC6A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77CEEFBB-16EE-B5BE-4136-1A185EB667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EE1E90FE-3FB5-07E4-5654-16E7B95003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511654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8139BB6-80F5-A757-EE77-BF04DD859DF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D1BA039-3752-C15C-1720-99132A1DBF6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57174851-F28A-C212-7459-BEBC974F70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1D1D4EB1-0C04-B639-AC0A-67C5621CE2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19837291-BAB1-5E28-6FEE-333E475049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15C7F4A1-18FC-A502-E9ED-3C47E766B9D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0BEEA4A7-08CB-5582-855A-525379231F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AD48B2F9-0FAE-B6CD-99F9-D3D88BFAC39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F0EDC857-14ED-42E6-7AF5-155032C9989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E2FC8525-941F-87B4-533F-DDF409A7F58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3E7390DA-2A5D-5C6F-A65E-9AD35420EE8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112764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479CD58-F7F4-9A4D-C23E-15AC80DE38A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F78B3DE-160F-9F37-306C-269AAF1D91B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6DB6D244-22E2-5EEE-149B-40F08B4563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121DDE14-9FE6-1EDB-62E6-9FDD5A0DE9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ACFBABE5-929A-30E7-3E42-D04FA04634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97E0E250-F6F6-CD13-278A-5AB6070AF3A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0D7E8303-FDE9-634D-41A5-4B38114E35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6368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8E37D70-2093-5CC2-EBDF-E31DEA2A306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6D5BEDE-CC56-80CE-61F5-6D04467D226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9AB09239-8527-6D1A-44D4-CDF472F2A5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5105F842-7BE2-9C2F-777C-35F70AE80AB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07471D8A-7218-B085-F34B-59854FB820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7064AC60-8D81-5215-CEB2-AE7A834ABB2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03AC1CFB-29D3-D8B4-6413-40C5246142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06CF670C-4F02-1CE5-88EF-7B71A0CF47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00ECE3A8-05CD-A4A7-7CB7-0DF84B28EA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26704887-A677-D37A-5660-C85224E9C2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ECB2B68F-EE0A-8E53-14CC-DC0145F8A9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671566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9CC1909-CF02-DB55-6D23-A8E4BA30AA1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2522AB7F-CC18-D660-B269-C87DC186268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2602CA2D-5F33-5854-AD01-25419066F1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D97E5A51-AE3F-C4F7-5A5F-994B26BBF9C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DE71D4A6-69AB-2083-88C5-B58567E03F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1BC21F53-9F73-3819-2208-B8D61AC32DD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356DD7D5-3734-9A81-7AA8-91D355C3F1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6E561F1-9909-3792-BE51-639D24634C1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244519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77E1C72-4150-1B57-E44B-1413BE80616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D6A6C7E-21FC-7851-7D9A-BD2182474FB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F704F08-1EC5-C5B3-A220-A3C22E061C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C4FED94-6033-50D3-1EDD-7F048A072A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6D1E923-A02D-E9C6-147D-654364B1E2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13B118F-7E01-A649-B52F-90E76F5D662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BD7DCE2-E5F5-8CEC-89D5-1F7D7FC6CD4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1E73778-1C38-08D9-7484-1185953AC26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C3747A6-80D3-50B7-51A5-DE8EE4B16FD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963D1C3-CE3A-1337-34FE-B294C9D53A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533294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1AED8DC-5866-5022-BDA8-0FBBD1D3A70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E215783-639D-E65C-FF1E-4BE449CCA11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14E6857-5793-1D5D-F153-F811FD7DCC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0E7D55A-AEAB-5EF9-2F91-4461292E65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46ED47B-52D9-B8CD-0DFC-1870AFDAD8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0CDF7E8-F069-1587-A8EB-6CAFC018742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DAA5693-4858-CEF1-2B3E-567FCD7184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A441FCCF-48DA-12A4-C1CE-07B75440029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939C1C08-C6CC-6450-A833-953937A9D5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A6D046B5-C390-702D-A265-8E3954BAEC7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578932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436F46D-23E3-F1F1-686F-FCB701A5881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F44BE2BE-0095-56D0-8E48-8D08DC34E06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7043E81B-15EB-AFCD-8445-1C1EFF3726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6E3CEE9C-5C63-780B-0BA8-B0773505BE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05FC4DFB-85C9-7ABE-E607-907D1B5E0D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F6082473-47B3-16D6-0CE5-A8FE89B46D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BD1C621C-A577-122F-0B7C-F9A77796F4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28293A3-A4E9-A902-9EED-BA1E9ECD08D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9827382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9889BEE-0E9C-5772-B18F-182256C7509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596D009-ECAE-5D45-EA6B-19C13DBEC98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DF92BDE-CBB7-6597-04A3-1150EEEE8B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480A446-DE34-11E0-8A3B-B588FD681E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0BA3747-7BC2-3CE0-6AC1-FC7102CF0B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8BD7B523-6A51-FC26-514F-DBF1E40F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C76B0EF-59C5-2BB8-0152-1AC8760F19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E0F978F-7BFF-A402-9551-C3C3BF0648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58257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3FDBDB7-9730-23C8-8168-109A75E2EF6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843CC8C8-76F1-AD07-49A4-1EBD5DE00B3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6AFDD1C6-781E-FD40-C31D-0FDCCBBA3EC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71CE15EC-6F56-6C05-EACA-1822B1A7EF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72637AC5-1715-B8A9-08BA-A33C70F789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E928A87A-511F-D11C-60D1-579248CD641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6254A0E0-CCA3-E443-6BF5-71C1FD2CC9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D41F04C-CE85-69D7-A0D9-0C3DCBE9A2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06595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38D7BD1-58D0-DEBF-F9AE-359C059A1C7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0AAB4ED8-8457-7924-8832-428CA6EF875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D850B7BB-DFA4-18F9-4D08-4110F90C3E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98F1DFE3-135B-3FC6-28F6-E984DBFEDD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ED386D8E-55F4-0E03-F725-6277EB5281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44F32971-9A58-D924-84F8-E9284DB280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D61D3F87-4CC1-7610-6180-1CF61223EE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41A2310-F1A3-8664-3C84-71388BA6E2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278855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02BCF3D-3A80-1148-DFA6-6AB406658B8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C0B9AD90-0ECC-9E32-BA81-D337BF0DB2F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939C52F-031B-CBEA-BD54-9808CEE582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5A86973F-8BC6-01F8-C975-687FB9BA0E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B66F2D0-F222-032B-D244-406F435BD7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D2313508-796C-8FB6-1CEB-A0946C9BB2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97566F4-A3D3-0772-8333-76A26E3634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000352D9-72BF-5FC0-09A8-FEE0D658C0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B610A2A-0C65-713F-2EF8-105234AF12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19B5795-5CE3-5311-3ED4-572B1DA1314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83126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FAAB64A-3515-1F31-A7CD-3A3E025803C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567CED38-3FA3-8A39-0339-F519E3A633C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ED672CB5-E9F2-E068-996B-184FFBF101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64C6330E-78D2-CF38-B620-E44634F971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68D32054-AC80-2EC9-EAFE-F0E698D3E3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C61CE00-A9E3-B870-9A55-F711F991AD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FFF2F845-D594-9B20-15AD-79062B4091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BCBCD226-0FCB-142A-369F-A46B67F3D19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D02C46EC-596A-6DB7-D665-C61ABDAF9B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603F477-B4B7-5250-2882-597307BF0F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18622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BD367781-A461-2CEE-56A0-2287445CC8C6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5143365-16B3-4FD5-8BF7-F05E2AA1930B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562F234-49D9-48C6-80E0-9B9318BCC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43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4B82D8"/>
      </a:dk1>
      <a:lt1>
        <a:srgbClr val="05070B"/>
      </a:lt1>
      <a:dk2>
        <a:srgbClr val="99A6B9"/>
      </a:dk2>
      <a:lt2>
        <a:srgbClr val="141619"/>
      </a:lt2>
      <a:accent1>
        <a:srgbClr val="D6A84B"/>
      </a:accent1>
      <a:accent2>
        <a:srgbClr val="D6A84B"/>
      </a:accent2>
      <a:accent3>
        <a:srgbClr val="99A6B9"/>
      </a:accent3>
      <a:accent4>
        <a:srgbClr val="4077CC"/>
      </a:accent4>
      <a:accent5>
        <a:srgbClr val="D6A84B"/>
      </a:accent5>
      <a:accent6>
        <a:srgbClr val="99A6B9"/>
      </a:accent6>
      <a:hlink>
        <a:srgbClr val="4077CC"/>
      </a:hlink>
      <a:folHlink>
        <a:srgbClr val="99A6B9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2026-10-03T20:00:41Z</dcterms:created>
  <dcterms:modified xsi:type="dcterms:W3CDTF">2026-10-03T20:00:54Z</dcterms:modified>
</cp:coreProperties>
</file>