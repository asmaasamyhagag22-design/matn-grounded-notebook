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2192000" cy="6858000"/>
  <p:notesSz cx="6858000" cy="9144000"/>
  <p:defaultTextStyle>
    <a:defPPr lvl="0">
      <a:defRPr lang="en-US"/>
    </a:defPPr>
    <a:lvl1pPr marL="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matn:title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4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2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F4486514-F233-F5FC-1094-01D2B852FE5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2841252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2BC688F7-FAEF-E01B-2876-17481DE85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9691" y="241902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68A41556-2880-32A6-D19C-AAAFA8D4C42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FB9C4928-689F-28DF-C98A-E1C46A81E4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9691" y="335016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6680DAFD-EB9D-6CE9-DD9A-A358F692B4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D08B31E6-D214-4D2B-1F64-5BD059821B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9691" y="428131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94418AFA-AF17-DF6C-777D-FAE5F56DAE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95FA8DA2-36F3-C643-3D04-0C2248E816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9691" y="521245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99536C85-3E62-EE17-E1FC-4BBCA447895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862410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ig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25866A8C-D8C4-9FDA-55A4-CC21213CED7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159248"/>
            <a:ext cx="9720073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EAEF24B7-81C0-C795-F64C-B9A3BAEC71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472229"/>
            <a:ext cx="4411418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F0390243-973A-0516-14C0-FFA0A7072C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3987526"/>
            <a:ext cx="4411418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kpi_value_2">
            <a:extLst>
              <a:ext uri="{FF2B5EF4-FFF2-40B4-BE49-F238E27FC236}">
                <a16:creationId xmlns:a16="http://schemas.microsoft.com/office/drawing/2014/main" id="{3CE14602-C4C8-6FDF-1C1A-66AF619193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472229"/>
            <a:ext cx="4411418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0DE9D916-AE32-3D2C-4326-014BF36226D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1" y="3987526"/>
            <a:ext cx="4411418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7A4D2EE1-55F3-E647-BE8E-D7025B53087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488165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F3CC94C2-07A3-95FE-6CE4-B5F3116BEF2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159248"/>
            <a:ext cx="9720073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048F0162-B3B9-8F46-E4E5-A368BC9770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3B09DA46-C3BF-40F7-D01F-C74DB71751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kpi_value_2">
            <a:extLst>
              <a:ext uri="{FF2B5EF4-FFF2-40B4-BE49-F238E27FC236}">
                <a16:creationId xmlns:a16="http://schemas.microsoft.com/office/drawing/2014/main" id="{C65364D9-C064-F05C-CA88-D9E7771A6C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8457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08865A42-A465-E40A-88A8-7C24365FA5E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78457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kpi_value_3">
            <a:extLst>
              <a:ext uri="{FF2B5EF4-FFF2-40B4-BE49-F238E27FC236}">
                <a16:creationId xmlns:a16="http://schemas.microsoft.com/office/drawing/2014/main" id="{B81F69FB-3103-D97A-27FF-89C821A3BC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8322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2" name="kpi_label_3">
            <a:extLst>
              <a:ext uri="{FF2B5EF4-FFF2-40B4-BE49-F238E27FC236}">
                <a16:creationId xmlns:a16="http://schemas.microsoft.com/office/drawing/2014/main" id="{736E17AC-3A88-F19F-8A9C-D6FC8BC5CD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2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3" name="kpi_value_4">
            <a:extLst>
              <a:ext uri="{FF2B5EF4-FFF2-40B4-BE49-F238E27FC236}">
                <a16:creationId xmlns:a16="http://schemas.microsoft.com/office/drawing/2014/main" id="{3220B3DA-17AE-0302-D524-63B5A3A369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8186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4" name="kpi_label_4">
            <a:extLst>
              <a:ext uri="{FF2B5EF4-FFF2-40B4-BE49-F238E27FC236}">
                <a16:creationId xmlns:a16="http://schemas.microsoft.com/office/drawing/2014/main" id="{9E0EA777-6DF0-2822-8019-83234D122B3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38186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CDAAA6F6-7888-E824-EFE2-4D53AEE05D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60029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plit-60-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A3161CDF-284E-9DE0-8177-8CDBF39D069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5443241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FA26FAD4-6275-308E-FC4F-CBB87EF121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0635" y="2472230"/>
            <a:ext cx="3539104" cy="26870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8" name="attribution">
            <a:extLst>
              <a:ext uri="{FF2B5EF4-FFF2-40B4-BE49-F238E27FC236}">
                <a16:creationId xmlns:a16="http://schemas.microsoft.com/office/drawing/2014/main" id="{442DC453-741B-FA78-8EE4-43D58EA5B8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30635" y="5159249"/>
            <a:ext cx="3539104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2B0CA538-37F3-B65F-47E7-0B539F1241F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568698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7F2B39E4-0167-BD78-96EB-D45AE918CA9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2758175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E8E944F0-52B7-22C3-F330-D8048F9DB6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C410CC8A-8118-9B73-43D2-BA38BC9C1D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5078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1592E9B2-27F8-D7BA-101C-C3F055E217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5078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24D50426-C271-84DD-AB8A-0EA12E926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11565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F26EE38E-9BB6-E7FB-CCED-ADACB26EE5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11565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6B886F40-A4D8-7195-58DD-ED61C581DE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628908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EA967486-D2DE-EA3F-7F02-3C092F023D9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24E09AC2-0BA1-0BEB-B712-63A0B99FFE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3419025"/>
            <a:ext cx="441141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2F5382B3-6BBB-99B5-C642-AB436E3C95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C6E3229B-2218-66DD-0470-891BEC6780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3419025"/>
            <a:ext cx="441141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B407F38E-24B9-2F5C-7525-E61A18330C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22354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hart: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hart">
            <a:extLst>
              <a:ext uri="{FF2B5EF4-FFF2-40B4-BE49-F238E27FC236}">
                <a16:creationId xmlns:a16="http://schemas.microsoft.com/office/drawing/2014/main" id="{B589FAEF-3D94-548F-1894-DD147EC56174}"/>
              </a:ext>
            </a:extLst>
          </p:cNvPr>
          <p:cNvSpPr>
            <a:spLocks noGrp="1"/>
          </p:cNvSpPr>
          <p:nvPr>
            <p:ph type="chart" idx="13"/>
          </p:nvPr>
        </p:nvSpPr>
        <p:spPr>
          <a:xfrm>
            <a:off x="1024128" y="2286000"/>
            <a:ext cx="6804051" cy="35915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DCBD0B5E-41B8-29C6-28DE-864F95D9B9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16983" y="2429663"/>
            <a:ext cx="2527219" cy="330423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8" name="source">
            <a:extLst>
              <a:ext uri="{FF2B5EF4-FFF2-40B4-BE49-F238E27FC236}">
                <a16:creationId xmlns:a16="http://schemas.microsoft.com/office/drawing/2014/main" id="{D510B5A1-4509-D427-F8DD-22115AC3FF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902809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A39D603F-5600-AC1F-D5A1-B32923C5944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3DEEC1E0-4EDC-A609-9FAB-B75D736A0E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2AEB3C06-E9E5-D939-B55A-9C43F0DD9D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966F00B5-B3DE-F6DE-9C89-B8CBD3419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9CDDFEF1-711C-ACC5-05E3-1496F30BBC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5CBEB0A7-072A-2F0C-530D-FA4ECEEA5D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78B45E7B-C521-103C-1C34-90563BD9FD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19809185-6579-E53C-A134-A7D4025F96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B47F4497-6B06-3321-A021-57E87057CC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096334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5EA32C79-4405-0526-6259-53CFADD4D24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source">
            <a:extLst>
              <a:ext uri="{FF2B5EF4-FFF2-40B4-BE49-F238E27FC236}">
                <a16:creationId xmlns:a16="http://schemas.microsoft.com/office/drawing/2014/main" id="{52F712AD-AE3F-7BCD-3EEC-861A5844F9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98288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source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C2B0E9AF-3023-2CBE-67FD-F538824750C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2542600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matn:section_divider:default">
    <p:bg>
      <p:bgPr>
        <a:solidFill>
          <a:srgbClr val="147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975360" y="3538728"/>
            <a:ext cx="10241280" cy="1536192"/>
          </a:xfrm>
        </p:spPr>
        <p:txBody>
          <a:bodyPr lIns="0" anchor="t"/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ection_number">
            <a:extLst>
              <a:ext uri="{FF2B5EF4-FFF2-40B4-BE49-F238E27FC236}">
                <a16:creationId xmlns:a16="http://schemas.microsoft.com/office/drawing/2014/main" id="{062ECF67-D22B-3B3D-A9F6-9F63F78C7D6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75360" y="685800"/>
            <a:ext cx="6144768" cy="2743200"/>
          </a:xfrm>
        </p:spPr>
        <p:txBody>
          <a:bodyPr wrap="square" lIns="0" tIns="0" bIns="0" anchor="b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16000" b="1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BCBB27E6-C944-FCA9-24C6-92E2EDF94E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360" y="5184648"/>
            <a:ext cx="10241280" cy="987552"/>
          </a:xfrm>
          <a:prstGeom prst="rect">
            <a:avLst/>
          </a:prstGeom>
        </p:spPr>
        <p:txBody>
          <a:bodyPr wrap="square" lIns="0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pattern">
            <a:extLst>
              <a:ext uri="{FF2B5EF4-FFF2-40B4-BE49-F238E27FC236}">
                <a16:creationId xmlns:a16="http://schemas.microsoft.com/office/drawing/2014/main" id="{EC051184-F9CA-1814-5B4D-1BFCAE1923C9}"/>
              </a:ext>
            </a:extLst>
          </p:cNvPr>
          <p:cNvSpPr/>
          <p:nvPr userDrawn="1"/>
        </p:nvSpPr>
        <p:spPr>
          <a:xfrm>
            <a:off x="152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ttern">
            <a:extLst>
              <a:ext uri="{FF2B5EF4-FFF2-40B4-BE49-F238E27FC236}">
                <a16:creationId xmlns:a16="http://schemas.microsoft.com/office/drawing/2014/main" id="{ACCFC6F6-975E-9056-528C-17BFF8F0ED71}"/>
              </a:ext>
            </a:extLst>
          </p:cNvPr>
          <p:cNvSpPr/>
          <p:nvPr userDrawn="1"/>
        </p:nvSpPr>
        <p:spPr>
          <a:xfrm>
            <a:off x="342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ttern">
            <a:extLst>
              <a:ext uri="{FF2B5EF4-FFF2-40B4-BE49-F238E27FC236}">
                <a16:creationId xmlns:a16="http://schemas.microsoft.com/office/drawing/2014/main" id="{E3A1646E-C8F6-4395-1D96-44D88CAD0A97}"/>
              </a:ext>
            </a:extLst>
          </p:cNvPr>
          <p:cNvSpPr/>
          <p:nvPr userDrawn="1"/>
        </p:nvSpPr>
        <p:spPr>
          <a:xfrm>
            <a:off x="533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ttern">
            <a:extLst>
              <a:ext uri="{FF2B5EF4-FFF2-40B4-BE49-F238E27FC236}">
                <a16:creationId xmlns:a16="http://schemas.microsoft.com/office/drawing/2014/main" id="{378C228B-2DC3-0214-F36A-647A84E96E60}"/>
              </a:ext>
            </a:extLst>
          </p:cNvPr>
          <p:cNvSpPr/>
          <p:nvPr userDrawn="1"/>
        </p:nvSpPr>
        <p:spPr>
          <a:xfrm>
            <a:off x="723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ttern">
            <a:extLst>
              <a:ext uri="{FF2B5EF4-FFF2-40B4-BE49-F238E27FC236}">
                <a16:creationId xmlns:a16="http://schemas.microsoft.com/office/drawing/2014/main" id="{1E6E6FD5-34DC-B6C6-B405-D04982B993B4}"/>
              </a:ext>
            </a:extLst>
          </p:cNvPr>
          <p:cNvSpPr/>
          <p:nvPr userDrawn="1"/>
        </p:nvSpPr>
        <p:spPr>
          <a:xfrm>
            <a:off x="914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attern">
            <a:extLst>
              <a:ext uri="{FF2B5EF4-FFF2-40B4-BE49-F238E27FC236}">
                <a16:creationId xmlns:a16="http://schemas.microsoft.com/office/drawing/2014/main" id="{6F53D084-4DEC-3262-9CCD-5C96950730C7}"/>
              </a:ext>
            </a:extLst>
          </p:cNvPr>
          <p:cNvSpPr/>
          <p:nvPr userDrawn="1"/>
        </p:nvSpPr>
        <p:spPr>
          <a:xfrm>
            <a:off x="1104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ttern">
            <a:extLst>
              <a:ext uri="{FF2B5EF4-FFF2-40B4-BE49-F238E27FC236}">
                <a16:creationId xmlns:a16="http://schemas.microsoft.com/office/drawing/2014/main" id="{BF0968CF-CA64-5842-B962-1DBA599B9C9B}"/>
              </a:ext>
            </a:extLst>
          </p:cNvPr>
          <p:cNvSpPr/>
          <p:nvPr userDrawn="1"/>
        </p:nvSpPr>
        <p:spPr>
          <a:xfrm>
            <a:off x="1295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ttern">
            <a:extLst>
              <a:ext uri="{FF2B5EF4-FFF2-40B4-BE49-F238E27FC236}">
                <a16:creationId xmlns:a16="http://schemas.microsoft.com/office/drawing/2014/main" id="{D40D002E-BFDF-1830-FE18-7F970F080B0C}"/>
              </a:ext>
            </a:extLst>
          </p:cNvPr>
          <p:cNvSpPr/>
          <p:nvPr userDrawn="1"/>
        </p:nvSpPr>
        <p:spPr>
          <a:xfrm>
            <a:off x="1485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attern">
            <a:extLst>
              <a:ext uri="{FF2B5EF4-FFF2-40B4-BE49-F238E27FC236}">
                <a16:creationId xmlns:a16="http://schemas.microsoft.com/office/drawing/2014/main" id="{F75EEBD5-5283-2582-868C-35B9872FCCE0}"/>
              </a:ext>
            </a:extLst>
          </p:cNvPr>
          <p:cNvSpPr/>
          <p:nvPr userDrawn="1"/>
        </p:nvSpPr>
        <p:spPr>
          <a:xfrm>
            <a:off x="1676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ttern">
            <a:extLst>
              <a:ext uri="{FF2B5EF4-FFF2-40B4-BE49-F238E27FC236}">
                <a16:creationId xmlns:a16="http://schemas.microsoft.com/office/drawing/2014/main" id="{1CF40373-8A92-B9B0-58FD-DBED218D1E8E}"/>
              </a:ext>
            </a:extLst>
          </p:cNvPr>
          <p:cNvSpPr/>
          <p:nvPr userDrawn="1"/>
        </p:nvSpPr>
        <p:spPr>
          <a:xfrm>
            <a:off x="1866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ttern">
            <a:extLst>
              <a:ext uri="{FF2B5EF4-FFF2-40B4-BE49-F238E27FC236}">
                <a16:creationId xmlns:a16="http://schemas.microsoft.com/office/drawing/2014/main" id="{FBED9168-F4CC-0B66-92BF-82ACF2F6F4B6}"/>
              </a:ext>
            </a:extLst>
          </p:cNvPr>
          <p:cNvSpPr/>
          <p:nvPr userDrawn="1"/>
        </p:nvSpPr>
        <p:spPr>
          <a:xfrm>
            <a:off x="2057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attern">
            <a:extLst>
              <a:ext uri="{FF2B5EF4-FFF2-40B4-BE49-F238E27FC236}">
                <a16:creationId xmlns:a16="http://schemas.microsoft.com/office/drawing/2014/main" id="{DA27C68A-41D5-BE26-4AB5-567A98098172}"/>
              </a:ext>
            </a:extLst>
          </p:cNvPr>
          <p:cNvSpPr/>
          <p:nvPr userDrawn="1"/>
        </p:nvSpPr>
        <p:spPr>
          <a:xfrm>
            <a:off x="2247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attern">
            <a:extLst>
              <a:ext uri="{FF2B5EF4-FFF2-40B4-BE49-F238E27FC236}">
                <a16:creationId xmlns:a16="http://schemas.microsoft.com/office/drawing/2014/main" id="{3FAE946E-5FBF-4FC9-0B55-565008DFF8FC}"/>
              </a:ext>
            </a:extLst>
          </p:cNvPr>
          <p:cNvSpPr/>
          <p:nvPr userDrawn="1"/>
        </p:nvSpPr>
        <p:spPr>
          <a:xfrm>
            <a:off x="2438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ttern">
            <a:extLst>
              <a:ext uri="{FF2B5EF4-FFF2-40B4-BE49-F238E27FC236}">
                <a16:creationId xmlns:a16="http://schemas.microsoft.com/office/drawing/2014/main" id="{DB8A46FB-4DE2-CD71-3AA0-DF1DD8D65DFE}"/>
              </a:ext>
            </a:extLst>
          </p:cNvPr>
          <p:cNvSpPr/>
          <p:nvPr userDrawn="1"/>
        </p:nvSpPr>
        <p:spPr>
          <a:xfrm>
            <a:off x="2628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attern">
            <a:extLst>
              <a:ext uri="{FF2B5EF4-FFF2-40B4-BE49-F238E27FC236}">
                <a16:creationId xmlns:a16="http://schemas.microsoft.com/office/drawing/2014/main" id="{544888B3-0C36-5B09-EFE3-C22BFEA3EF2E}"/>
              </a:ext>
            </a:extLst>
          </p:cNvPr>
          <p:cNvSpPr/>
          <p:nvPr userDrawn="1"/>
        </p:nvSpPr>
        <p:spPr>
          <a:xfrm>
            <a:off x="2819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attern">
            <a:extLst>
              <a:ext uri="{FF2B5EF4-FFF2-40B4-BE49-F238E27FC236}">
                <a16:creationId xmlns:a16="http://schemas.microsoft.com/office/drawing/2014/main" id="{55A8938A-13C5-09A3-260D-D02FEA2CF0F8}"/>
              </a:ext>
            </a:extLst>
          </p:cNvPr>
          <p:cNvSpPr/>
          <p:nvPr userDrawn="1"/>
        </p:nvSpPr>
        <p:spPr>
          <a:xfrm>
            <a:off x="3009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attern">
            <a:extLst>
              <a:ext uri="{FF2B5EF4-FFF2-40B4-BE49-F238E27FC236}">
                <a16:creationId xmlns:a16="http://schemas.microsoft.com/office/drawing/2014/main" id="{C281BB4A-3E90-6F7E-063E-6B7F20EDD132}"/>
              </a:ext>
            </a:extLst>
          </p:cNvPr>
          <p:cNvSpPr/>
          <p:nvPr userDrawn="1"/>
        </p:nvSpPr>
        <p:spPr>
          <a:xfrm>
            <a:off x="3200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attern">
            <a:extLst>
              <a:ext uri="{FF2B5EF4-FFF2-40B4-BE49-F238E27FC236}">
                <a16:creationId xmlns:a16="http://schemas.microsoft.com/office/drawing/2014/main" id="{AEABB17D-2EAB-137B-EF19-60DB09AE54EC}"/>
              </a:ext>
            </a:extLst>
          </p:cNvPr>
          <p:cNvSpPr/>
          <p:nvPr userDrawn="1"/>
        </p:nvSpPr>
        <p:spPr>
          <a:xfrm>
            <a:off x="3390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attern">
            <a:extLst>
              <a:ext uri="{FF2B5EF4-FFF2-40B4-BE49-F238E27FC236}">
                <a16:creationId xmlns:a16="http://schemas.microsoft.com/office/drawing/2014/main" id="{CA029077-CFDA-37F0-315F-57E2424FD152}"/>
              </a:ext>
            </a:extLst>
          </p:cNvPr>
          <p:cNvSpPr/>
          <p:nvPr userDrawn="1"/>
        </p:nvSpPr>
        <p:spPr>
          <a:xfrm>
            <a:off x="3581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attern">
            <a:extLst>
              <a:ext uri="{FF2B5EF4-FFF2-40B4-BE49-F238E27FC236}">
                <a16:creationId xmlns:a16="http://schemas.microsoft.com/office/drawing/2014/main" id="{66101D39-7A27-4C90-C344-CA433C7F0437}"/>
              </a:ext>
            </a:extLst>
          </p:cNvPr>
          <p:cNvSpPr/>
          <p:nvPr userDrawn="1"/>
        </p:nvSpPr>
        <p:spPr>
          <a:xfrm>
            <a:off x="3771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attern">
            <a:extLst>
              <a:ext uri="{FF2B5EF4-FFF2-40B4-BE49-F238E27FC236}">
                <a16:creationId xmlns:a16="http://schemas.microsoft.com/office/drawing/2014/main" id="{DFE266AB-EE02-E91E-702D-D241C23DDE19}"/>
              </a:ext>
            </a:extLst>
          </p:cNvPr>
          <p:cNvSpPr/>
          <p:nvPr userDrawn="1"/>
        </p:nvSpPr>
        <p:spPr>
          <a:xfrm>
            <a:off x="3962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attern">
            <a:extLst>
              <a:ext uri="{FF2B5EF4-FFF2-40B4-BE49-F238E27FC236}">
                <a16:creationId xmlns:a16="http://schemas.microsoft.com/office/drawing/2014/main" id="{77926427-7E0D-0399-C089-06783AA77552}"/>
              </a:ext>
            </a:extLst>
          </p:cNvPr>
          <p:cNvSpPr/>
          <p:nvPr userDrawn="1"/>
        </p:nvSpPr>
        <p:spPr>
          <a:xfrm>
            <a:off x="4152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attern">
            <a:extLst>
              <a:ext uri="{FF2B5EF4-FFF2-40B4-BE49-F238E27FC236}">
                <a16:creationId xmlns:a16="http://schemas.microsoft.com/office/drawing/2014/main" id="{A3225D53-FA6C-B232-7C12-889D5BD191E0}"/>
              </a:ext>
            </a:extLst>
          </p:cNvPr>
          <p:cNvSpPr/>
          <p:nvPr userDrawn="1"/>
        </p:nvSpPr>
        <p:spPr>
          <a:xfrm>
            <a:off x="4343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pattern">
            <a:extLst>
              <a:ext uri="{FF2B5EF4-FFF2-40B4-BE49-F238E27FC236}">
                <a16:creationId xmlns:a16="http://schemas.microsoft.com/office/drawing/2014/main" id="{40CE4366-DA5C-3CF3-361D-F9AE79A69B4F}"/>
              </a:ext>
            </a:extLst>
          </p:cNvPr>
          <p:cNvSpPr/>
          <p:nvPr userDrawn="1"/>
        </p:nvSpPr>
        <p:spPr>
          <a:xfrm>
            <a:off x="4533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attern">
            <a:extLst>
              <a:ext uri="{FF2B5EF4-FFF2-40B4-BE49-F238E27FC236}">
                <a16:creationId xmlns:a16="http://schemas.microsoft.com/office/drawing/2014/main" id="{078BB2F4-810F-5B53-FAFA-619C008D6A95}"/>
              </a:ext>
            </a:extLst>
          </p:cNvPr>
          <p:cNvSpPr/>
          <p:nvPr userDrawn="1"/>
        </p:nvSpPr>
        <p:spPr>
          <a:xfrm>
            <a:off x="4724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attern">
            <a:extLst>
              <a:ext uri="{FF2B5EF4-FFF2-40B4-BE49-F238E27FC236}">
                <a16:creationId xmlns:a16="http://schemas.microsoft.com/office/drawing/2014/main" id="{45EFDC54-1296-DBA9-5516-696775AB6CB5}"/>
              </a:ext>
            </a:extLst>
          </p:cNvPr>
          <p:cNvSpPr/>
          <p:nvPr userDrawn="1"/>
        </p:nvSpPr>
        <p:spPr>
          <a:xfrm>
            <a:off x="4914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attern">
            <a:extLst>
              <a:ext uri="{FF2B5EF4-FFF2-40B4-BE49-F238E27FC236}">
                <a16:creationId xmlns:a16="http://schemas.microsoft.com/office/drawing/2014/main" id="{37AAB0E1-BC7B-4B7B-4CDD-8CF2718C0DF2}"/>
              </a:ext>
            </a:extLst>
          </p:cNvPr>
          <p:cNvSpPr/>
          <p:nvPr userDrawn="1"/>
        </p:nvSpPr>
        <p:spPr>
          <a:xfrm>
            <a:off x="5105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attern">
            <a:extLst>
              <a:ext uri="{FF2B5EF4-FFF2-40B4-BE49-F238E27FC236}">
                <a16:creationId xmlns:a16="http://schemas.microsoft.com/office/drawing/2014/main" id="{A096978A-B812-DA37-A229-ACF4B3CE2DE1}"/>
              </a:ext>
            </a:extLst>
          </p:cNvPr>
          <p:cNvSpPr/>
          <p:nvPr userDrawn="1"/>
        </p:nvSpPr>
        <p:spPr>
          <a:xfrm>
            <a:off x="5295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pattern">
            <a:extLst>
              <a:ext uri="{FF2B5EF4-FFF2-40B4-BE49-F238E27FC236}">
                <a16:creationId xmlns:a16="http://schemas.microsoft.com/office/drawing/2014/main" id="{B123F8A5-24D3-C33E-8E8C-00069754BA94}"/>
              </a:ext>
            </a:extLst>
          </p:cNvPr>
          <p:cNvSpPr/>
          <p:nvPr userDrawn="1"/>
        </p:nvSpPr>
        <p:spPr>
          <a:xfrm>
            <a:off x="5486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attern">
            <a:extLst>
              <a:ext uri="{FF2B5EF4-FFF2-40B4-BE49-F238E27FC236}">
                <a16:creationId xmlns:a16="http://schemas.microsoft.com/office/drawing/2014/main" id="{C9A3B883-BCFE-0983-1BCA-D27F9DF952AA}"/>
              </a:ext>
            </a:extLst>
          </p:cNvPr>
          <p:cNvSpPr/>
          <p:nvPr userDrawn="1"/>
        </p:nvSpPr>
        <p:spPr>
          <a:xfrm>
            <a:off x="5676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attern">
            <a:extLst>
              <a:ext uri="{FF2B5EF4-FFF2-40B4-BE49-F238E27FC236}">
                <a16:creationId xmlns:a16="http://schemas.microsoft.com/office/drawing/2014/main" id="{A8C10FEA-1782-49E7-0D5F-771ED58345BC}"/>
              </a:ext>
            </a:extLst>
          </p:cNvPr>
          <p:cNvSpPr/>
          <p:nvPr userDrawn="1"/>
        </p:nvSpPr>
        <p:spPr>
          <a:xfrm>
            <a:off x="5867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pattern">
            <a:extLst>
              <a:ext uri="{FF2B5EF4-FFF2-40B4-BE49-F238E27FC236}">
                <a16:creationId xmlns:a16="http://schemas.microsoft.com/office/drawing/2014/main" id="{2C468055-AAD0-F461-3E66-023638B90326}"/>
              </a:ext>
            </a:extLst>
          </p:cNvPr>
          <p:cNvSpPr/>
          <p:nvPr userDrawn="1"/>
        </p:nvSpPr>
        <p:spPr>
          <a:xfrm>
            <a:off x="6057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pattern">
            <a:extLst>
              <a:ext uri="{FF2B5EF4-FFF2-40B4-BE49-F238E27FC236}">
                <a16:creationId xmlns:a16="http://schemas.microsoft.com/office/drawing/2014/main" id="{92B4AF59-4133-1FFB-74FD-9EE45C372134}"/>
              </a:ext>
            </a:extLst>
          </p:cNvPr>
          <p:cNvSpPr/>
          <p:nvPr userDrawn="1"/>
        </p:nvSpPr>
        <p:spPr>
          <a:xfrm>
            <a:off x="6248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attern">
            <a:extLst>
              <a:ext uri="{FF2B5EF4-FFF2-40B4-BE49-F238E27FC236}">
                <a16:creationId xmlns:a16="http://schemas.microsoft.com/office/drawing/2014/main" id="{B1582BED-98C3-05C3-130E-9CF668139C88}"/>
              </a:ext>
            </a:extLst>
          </p:cNvPr>
          <p:cNvSpPr/>
          <p:nvPr userDrawn="1"/>
        </p:nvSpPr>
        <p:spPr>
          <a:xfrm>
            <a:off x="6438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pattern">
            <a:extLst>
              <a:ext uri="{FF2B5EF4-FFF2-40B4-BE49-F238E27FC236}">
                <a16:creationId xmlns:a16="http://schemas.microsoft.com/office/drawing/2014/main" id="{1CC2F6A2-F708-AA26-9DF9-99D2DD6388DA}"/>
              </a:ext>
            </a:extLst>
          </p:cNvPr>
          <p:cNvSpPr/>
          <p:nvPr userDrawn="1"/>
        </p:nvSpPr>
        <p:spPr>
          <a:xfrm>
            <a:off x="6629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pattern">
            <a:extLst>
              <a:ext uri="{FF2B5EF4-FFF2-40B4-BE49-F238E27FC236}">
                <a16:creationId xmlns:a16="http://schemas.microsoft.com/office/drawing/2014/main" id="{CF2D3C25-7039-3049-EC96-7CF2C1C25FB2}"/>
              </a:ext>
            </a:extLst>
          </p:cNvPr>
          <p:cNvSpPr/>
          <p:nvPr userDrawn="1"/>
        </p:nvSpPr>
        <p:spPr>
          <a:xfrm>
            <a:off x="6819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attern">
            <a:extLst>
              <a:ext uri="{FF2B5EF4-FFF2-40B4-BE49-F238E27FC236}">
                <a16:creationId xmlns:a16="http://schemas.microsoft.com/office/drawing/2014/main" id="{82C9AD94-BAEF-4470-D201-43BB406B7E51}"/>
              </a:ext>
            </a:extLst>
          </p:cNvPr>
          <p:cNvSpPr/>
          <p:nvPr userDrawn="1"/>
        </p:nvSpPr>
        <p:spPr>
          <a:xfrm>
            <a:off x="7010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pattern">
            <a:extLst>
              <a:ext uri="{FF2B5EF4-FFF2-40B4-BE49-F238E27FC236}">
                <a16:creationId xmlns:a16="http://schemas.microsoft.com/office/drawing/2014/main" id="{38728B0D-C256-7B12-1BC1-119809C19083}"/>
              </a:ext>
            </a:extLst>
          </p:cNvPr>
          <p:cNvSpPr/>
          <p:nvPr userDrawn="1"/>
        </p:nvSpPr>
        <p:spPr>
          <a:xfrm>
            <a:off x="7200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pattern">
            <a:extLst>
              <a:ext uri="{FF2B5EF4-FFF2-40B4-BE49-F238E27FC236}">
                <a16:creationId xmlns:a16="http://schemas.microsoft.com/office/drawing/2014/main" id="{5A91C465-DFED-769C-E597-50CE43D587A9}"/>
              </a:ext>
            </a:extLst>
          </p:cNvPr>
          <p:cNvSpPr/>
          <p:nvPr userDrawn="1"/>
        </p:nvSpPr>
        <p:spPr>
          <a:xfrm>
            <a:off x="7391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pattern">
            <a:extLst>
              <a:ext uri="{FF2B5EF4-FFF2-40B4-BE49-F238E27FC236}">
                <a16:creationId xmlns:a16="http://schemas.microsoft.com/office/drawing/2014/main" id="{29F48394-BBD8-F198-AAB3-C4C45C785EF7}"/>
              </a:ext>
            </a:extLst>
          </p:cNvPr>
          <p:cNvSpPr/>
          <p:nvPr userDrawn="1"/>
        </p:nvSpPr>
        <p:spPr>
          <a:xfrm>
            <a:off x="7581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pattern">
            <a:extLst>
              <a:ext uri="{FF2B5EF4-FFF2-40B4-BE49-F238E27FC236}">
                <a16:creationId xmlns:a16="http://schemas.microsoft.com/office/drawing/2014/main" id="{776DBAFF-43ED-6F41-BDCD-2CEE1EF32031}"/>
              </a:ext>
            </a:extLst>
          </p:cNvPr>
          <p:cNvSpPr/>
          <p:nvPr userDrawn="1"/>
        </p:nvSpPr>
        <p:spPr>
          <a:xfrm>
            <a:off x="7772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attern">
            <a:extLst>
              <a:ext uri="{FF2B5EF4-FFF2-40B4-BE49-F238E27FC236}">
                <a16:creationId xmlns:a16="http://schemas.microsoft.com/office/drawing/2014/main" id="{DC07234A-710B-085D-5192-D337B88EBD65}"/>
              </a:ext>
            </a:extLst>
          </p:cNvPr>
          <p:cNvSpPr/>
          <p:nvPr userDrawn="1"/>
        </p:nvSpPr>
        <p:spPr>
          <a:xfrm>
            <a:off x="7962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pattern">
            <a:extLst>
              <a:ext uri="{FF2B5EF4-FFF2-40B4-BE49-F238E27FC236}">
                <a16:creationId xmlns:a16="http://schemas.microsoft.com/office/drawing/2014/main" id="{0CDFAC3C-E164-6AA9-951B-C23021E919AC}"/>
              </a:ext>
            </a:extLst>
          </p:cNvPr>
          <p:cNvSpPr/>
          <p:nvPr userDrawn="1"/>
        </p:nvSpPr>
        <p:spPr>
          <a:xfrm>
            <a:off x="8153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pattern">
            <a:extLst>
              <a:ext uri="{FF2B5EF4-FFF2-40B4-BE49-F238E27FC236}">
                <a16:creationId xmlns:a16="http://schemas.microsoft.com/office/drawing/2014/main" id="{DBC6AFED-D260-61EC-B453-E30900829DCF}"/>
              </a:ext>
            </a:extLst>
          </p:cNvPr>
          <p:cNvSpPr/>
          <p:nvPr userDrawn="1"/>
        </p:nvSpPr>
        <p:spPr>
          <a:xfrm>
            <a:off x="8343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pattern">
            <a:extLst>
              <a:ext uri="{FF2B5EF4-FFF2-40B4-BE49-F238E27FC236}">
                <a16:creationId xmlns:a16="http://schemas.microsoft.com/office/drawing/2014/main" id="{4E7AD65A-4D1F-4865-A418-C57E205634D7}"/>
              </a:ext>
            </a:extLst>
          </p:cNvPr>
          <p:cNvSpPr/>
          <p:nvPr userDrawn="1"/>
        </p:nvSpPr>
        <p:spPr>
          <a:xfrm>
            <a:off x="8534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pattern">
            <a:extLst>
              <a:ext uri="{FF2B5EF4-FFF2-40B4-BE49-F238E27FC236}">
                <a16:creationId xmlns:a16="http://schemas.microsoft.com/office/drawing/2014/main" id="{47FEBEF0-B6DA-FC09-2F47-6B02A685FD7B}"/>
              </a:ext>
            </a:extLst>
          </p:cNvPr>
          <p:cNvSpPr/>
          <p:nvPr userDrawn="1"/>
        </p:nvSpPr>
        <p:spPr>
          <a:xfrm>
            <a:off x="8724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pattern">
            <a:extLst>
              <a:ext uri="{FF2B5EF4-FFF2-40B4-BE49-F238E27FC236}">
                <a16:creationId xmlns:a16="http://schemas.microsoft.com/office/drawing/2014/main" id="{228C999A-75C4-3DEE-9A81-E8595BC14DF5}"/>
              </a:ext>
            </a:extLst>
          </p:cNvPr>
          <p:cNvSpPr/>
          <p:nvPr userDrawn="1"/>
        </p:nvSpPr>
        <p:spPr>
          <a:xfrm>
            <a:off x="8915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pattern">
            <a:extLst>
              <a:ext uri="{FF2B5EF4-FFF2-40B4-BE49-F238E27FC236}">
                <a16:creationId xmlns:a16="http://schemas.microsoft.com/office/drawing/2014/main" id="{289EC43D-EB90-B54D-345B-191D9326C016}"/>
              </a:ext>
            </a:extLst>
          </p:cNvPr>
          <p:cNvSpPr/>
          <p:nvPr userDrawn="1"/>
        </p:nvSpPr>
        <p:spPr>
          <a:xfrm>
            <a:off x="9105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pattern">
            <a:extLst>
              <a:ext uri="{FF2B5EF4-FFF2-40B4-BE49-F238E27FC236}">
                <a16:creationId xmlns:a16="http://schemas.microsoft.com/office/drawing/2014/main" id="{A48D1652-2AA3-1436-6C21-1A6F521CE310}"/>
              </a:ext>
            </a:extLst>
          </p:cNvPr>
          <p:cNvSpPr/>
          <p:nvPr userDrawn="1"/>
        </p:nvSpPr>
        <p:spPr>
          <a:xfrm>
            <a:off x="9296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pattern">
            <a:extLst>
              <a:ext uri="{FF2B5EF4-FFF2-40B4-BE49-F238E27FC236}">
                <a16:creationId xmlns:a16="http://schemas.microsoft.com/office/drawing/2014/main" id="{623085A1-D096-47DC-E3CA-F54794EBCE78}"/>
              </a:ext>
            </a:extLst>
          </p:cNvPr>
          <p:cNvSpPr/>
          <p:nvPr userDrawn="1"/>
        </p:nvSpPr>
        <p:spPr>
          <a:xfrm>
            <a:off x="9486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pattern">
            <a:extLst>
              <a:ext uri="{FF2B5EF4-FFF2-40B4-BE49-F238E27FC236}">
                <a16:creationId xmlns:a16="http://schemas.microsoft.com/office/drawing/2014/main" id="{119053F2-553A-ACCC-968B-E8DDE9FBA97C}"/>
              </a:ext>
            </a:extLst>
          </p:cNvPr>
          <p:cNvSpPr/>
          <p:nvPr userDrawn="1"/>
        </p:nvSpPr>
        <p:spPr>
          <a:xfrm>
            <a:off x="9677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attern">
            <a:extLst>
              <a:ext uri="{FF2B5EF4-FFF2-40B4-BE49-F238E27FC236}">
                <a16:creationId xmlns:a16="http://schemas.microsoft.com/office/drawing/2014/main" id="{11448A63-4923-F35A-F26C-707CD29710C2}"/>
              </a:ext>
            </a:extLst>
          </p:cNvPr>
          <p:cNvSpPr/>
          <p:nvPr userDrawn="1"/>
        </p:nvSpPr>
        <p:spPr>
          <a:xfrm>
            <a:off x="9867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pattern">
            <a:extLst>
              <a:ext uri="{FF2B5EF4-FFF2-40B4-BE49-F238E27FC236}">
                <a16:creationId xmlns:a16="http://schemas.microsoft.com/office/drawing/2014/main" id="{4810651F-7023-7192-7EFD-838AD18B1B3E}"/>
              </a:ext>
            </a:extLst>
          </p:cNvPr>
          <p:cNvSpPr/>
          <p:nvPr userDrawn="1"/>
        </p:nvSpPr>
        <p:spPr>
          <a:xfrm>
            <a:off x="10058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pattern">
            <a:extLst>
              <a:ext uri="{FF2B5EF4-FFF2-40B4-BE49-F238E27FC236}">
                <a16:creationId xmlns:a16="http://schemas.microsoft.com/office/drawing/2014/main" id="{CDFACD4B-8DD1-1096-215B-5343B31ED15E}"/>
              </a:ext>
            </a:extLst>
          </p:cNvPr>
          <p:cNvSpPr/>
          <p:nvPr userDrawn="1"/>
        </p:nvSpPr>
        <p:spPr>
          <a:xfrm>
            <a:off x="10248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pattern">
            <a:extLst>
              <a:ext uri="{FF2B5EF4-FFF2-40B4-BE49-F238E27FC236}">
                <a16:creationId xmlns:a16="http://schemas.microsoft.com/office/drawing/2014/main" id="{3DC36F19-9B58-2323-B1B8-811B5C8C5891}"/>
              </a:ext>
            </a:extLst>
          </p:cNvPr>
          <p:cNvSpPr/>
          <p:nvPr userDrawn="1"/>
        </p:nvSpPr>
        <p:spPr>
          <a:xfrm>
            <a:off x="10439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attern">
            <a:extLst>
              <a:ext uri="{FF2B5EF4-FFF2-40B4-BE49-F238E27FC236}">
                <a16:creationId xmlns:a16="http://schemas.microsoft.com/office/drawing/2014/main" id="{ECDF30F8-C981-064A-7D3A-7C621EA95070}"/>
              </a:ext>
            </a:extLst>
          </p:cNvPr>
          <p:cNvSpPr/>
          <p:nvPr userDrawn="1"/>
        </p:nvSpPr>
        <p:spPr>
          <a:xfrm>
            <a:off x="10629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pattern">
            <a:extLst>
              <a:ext uri="{FF2B5EF4-FFF2-40B4-BE49-F238E27FC236}">
                <a16:creationId xmlns:a16="http://schemas.microsoft.com/office/drawing/2014/main" id="{A606D57B-794A-061A-77D9-D0889D895422}"/>
              </a:ext>
            </a:extLst>
          </p:cNvPr>
          <p:cNvSpPr/>
          <p:nvPr userDrawn="1"/>
        </p:nvSpPr>
        <p:spPr>
          <a:xfrm>
            <a:off x="10820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pattern">
            <a:extLst>
              <a:ext uri="{FF2B5EF4-FFF2-40B4-BE49-F238E27FC236}">
                <a16:creationId xmlns:a16="http://schemas.microsoft.com/office/drawing/2014/main" id="{A2260FFD-A70A-F124-6448-191097C2C2C1}"/>
              </a:ext>
            </a:extLst>
          </p:cNvPr>
          <p:cNvSpPr/>
          <p:nvPr userDrawn="1"/>
        </p:nvSpPr>
        <p:spPr>
          <a:xfrm>
            <a:off x="11010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pattern">
            <a:extLst>
              <a:ext uri="{FF2B5EF4-FFF2-40B4-BE49-F238E27FC236}">
                <a16:creationId xmlns:a16="http://schemas.microsoft.com/office/drawing/2014/main" id="{146FFA20-E604-8F75-C1F2-9CC949D740D3}"/>
              </a:ext>
            </a:extLst>
          </p:cNvPr>
          <p:cNvSpPr/>
          <p:nvPr userDrawn="1"/>
        </p:nvSpPr>
        <p:spPr>
          <a:xfrm>
            <a:off x="11201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pattern">
            <a:extLst>
              <a:ext uri="{FF2B5EF4-FFF2-40B4-BE49-F238E27FC236}">
                <a16:creationId xmlns:a16="http://schemas.microsoft.com/office/drawing/2014/main" id="{459E7959-1C65-61C5-84EB-8FF6B60ADDC5}"/>
              </a:ext>
            </a:extLst>
          </p:cNvPr>
          <p:cNvSpPr/>
          <p:nvPr userDrawn="1"/>
        </p:nvSpPr>
        <p:spPr>
          <a:xfrm>
            <a:off x="11391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pattern">
            <a:extLst>
              <a:ext uri="{FF2B5EF4-FFF2-40B4-BE49-F238E27FC236}">
                <a16:creationId xmlns:a16="http://schemas.microsoft.com/office/drawing/2014/main" id="{A98B0C38-0308-21F3-DAFF-C22249DB5553}"/>
              </a:ext>
            </a:extLst>
          </p:cNvPr>
          <p:cNvSpPr/>
          <p:nvPr userDrawn="1"/>
        </p:nvSpPr>
        <p:spPr>
          <a:xfrm>
            <a:off x="11582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pattern">
            <a:extLst>
              <a:ext uri="{FF2B5EF4-FFF2-40B4-BE49-F238E27FC236}">
                <a16:creationId xmlns:a16="http://schemas.microsoft.com/office/drawing/2014/main" id="{B9F3064B-D933-39EB-073F-89D47EEC98D0}"/>
              </a:ext>
            </a:extLst>
          </p:cNvPr>
          <p:cNvSpPr/>
          <p:nvPr userDrawn="1"/>
        </p:nvSpPr>
        <p:spPr>
          <a:xfrm>
            <a:off x="11772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pattern">
            <a:extLst>
              <a:ext uri="{FF2B5EF4-FFF2-40B4-BE49-F238E27FC236}">
                <a16:creationId xmlns:a16="http://schemas.microsoft.com/office/drawing/2014/main" id="{9AD0B0A0-CA7D-6EC7-1BB3-947739F4BE7F}"/>
              </a:ext>
            </a:extLst>
          </p:cNvPr>
          <p:cNvSpPr/>
          <p:nvPr userDrawn="1"/>
        </p:nvSpPr>
        <p:spPr>
          <a:xfrm>
            <a:off x="119634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pattern">
            <a:extLst>
              <a:ext uri="{FF2B5EF4-FFF2-40B4-BE49-F238E27FC236}">
                <a16:creationId xmlns:a16="http://schemas.microsoft.com/office/drawing/2014/main" id="{639D2BEE-758B-DB8B-7B0D-BB4E35DECEFB}"/>
              </a:ext>
            </a:extLst>
          </p:cNvPr>
          <p:cNvSpPr/>
          <p:nvPr userDrawn="1"/>
        </p:nvSpPr>
        <p:spPr>
          <a:xfrm>
            <a:off x="12153900" y="62738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pattern">
            <a:extLst>
              <a:ext uri="{FF2B5EF4-FFF2-40B4-BE49-F238E27FC236}">
                <a16:creationId xmlns:a16="http://schemas.microsoft.com/office/drawing/2014/main" id="{222B086E-4078-1BCF-F1D4-5531BB2A9C7E}"/>
              </a:ext>
            </a:extLst>
          </p:cNvPr>
          <p:cNvSpPr/>
          <p:nvPr userDrawn="1"/>
        </p:nvSpPr>
        <p:spPr>
          <a:xfrm>
            <a:off x="247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pattern">
            <a:extLst>
              <a:ext uri="{FF2B5EF4-FFF2-40B4-BE49-F238E27FC236}">
                <a16:creationId xmlns:a16="http://schemas.microsoft.com/office/drawing/2014/main" id="{A0898E39-D826-CF86-52B7-38CC1DDD6E4F}"/>
              </a:ext>
            </a:extLst>
          </p:cNvPr>
          <p:cNvSpPr/>
          <p:nvPr userDrawn="1"/>
        </p:nvSpPr>
        <p:spPr>
          <a:xfrm>
            <a:off x="438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pattern">
            <a:extLst>
              <a:ext uri="{FF2B5EF4-FFF2-40B4-BE49-F238E27FC236}">
                <a16:creationId xmlns:a16="http://schemas.microsoft.com/office/drawing/2014/main" id="{D11EE5BA-A1A0-1603-6971-EDB267FFEF7A}"/>
              </a:ext>
            </a:extLst>
          </p:cNvPr>
          <p:cNvSpPr/>
          <p:nvPr userDrawn="1"/>
        </p:nvSpPr>
        <p:spPr>
          <a:xfrm>
            <a:off x="628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pattern">
            <a:extLst>
              <a:ext uri="{FF2B5EF4-FFF2-40B4-BE49-F238E27FC236}">
                <a16:creationId xmlns:a16="http://schemas.microsoft.com/office/drawing/2014/main" id="{66455EF9-12BF-BF44-72F1-5CF511A8BF38}"/>
              </a:ext>
            </a:extLst>
          </p:cNvPr>
          <p:cNvSpPr/>
          <p:nvPr userDrawn="1"/>
        </p:nvSpPr>
        <p:spPr>
          <a:xfrm>
            <a:off x="819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pattern">
            <a:extLst>
              <a:ext uri="{FF2B5EF4-FFF2-40B4-BE49-F238E27FC236}">
                <a16:creationId xmlns:a16="http://schemas.microsoft.com/office/drawing/2014/main" id="{3E4F9C48-69ED-310F-CD8D-9B00F948A7D7}"/>
              </a:ext>
            </a:extLst>
          </p:cNvPr>
          <p:cNvSpPr/>
          <p:nvPr userDrawn="1"/>
        </p:nvSpPr>
        <p:spPr>
          <a:xfrm>
            <a:off x="1009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pattern">
            <a:extLst>
              <a:ext uri="{FF2B5EF4-FFF2-40B4-BE49-F238E27FC236}">
                <a16:creationId xmlns:a16="http://schemas.microsoft.com/office/drawing/2014/main" id="{B2439B7A-DF3F-9C96-906B-3BBE108D821D}"/>
              </a:ext>
            </a:extLst>
          </p:cNvPr>
          <p:cNvSpPr/>
          <p:nvPr userDrawn="1"/>
        </p:nvSpPr>
        <p:spPr>
          <a:xfrm>
            <a:off x="1200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pattern">
            <a:extLst>
              <a:ext uri="{FF2B5EF4-FFF2-40B4-BE49-F238E27FC236}">
                <a16:creationId xmlns:a16="http://schemas.microsoft.com/office/drawing/2014/main" id="{8835CC6B-2BFE-2F92-C1B8-6B70EE10E285}"/>
              </a:ext>
            </a:extLst>
          </p:cNvPr>
          <p:cNvSpPr/>
          <p:nvPr userDrawn="1"/>
        </p:nvSpPr>
        <p:spPr>
          <a:xfrm>
            <a:off x="1390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pattern">
            <a:extLst>
              <a:ext uri="{FF2B5EF4-FFF2-40B4-BE49-F238E27FC236}">
                <a16:creationId xmlns:a16="http://schemas.microsoft.com/office/drawing/2014/main" id="{75787042-82C1-B6F1-5D44-D6925E1EA726}"/>
              </a:ext>
            </a:extLst>
          </p:cNvPr>
          <p:cNvSpPr/>
          <p:nvPr userDrawn="1"/>
        </p:nvSpPr>
        <p:spPr>
          <a:xfrm>
            <a:off x="1581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pattern">
            <a:extLst>
              <a:ext uri="{FF2B5EF4-FFF2-40B4-BE49-F238E27FC236}">
                <a16:creationId xmlns:a16="http://schemas.microsoft.com/office/drawing/2014/main" id="{9E241F12-0817-A65B-8852-59DD31BD7285}"/>
              </a:ext>
            </a:extLst>
          </p:cNvPr>
          <p:cNvSpPr/>
          <p:nvPr userDrawn="1"/>
        </p:nvSpPr>
        <p:spPr>
          <a:xfrm>
            <a:off x="1771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pattern">
            <a:extLst>
              <a:ext uri="{FF2B5EF4-FFF2-40B4-BE49-F238E27FC236}">
                <a16:creationId xmlns:a16="http://schemas.microsoft.com/office/drawing/2014/main" id="{1B48EDC3-F3A6-D008-422A-90876CDEBAB8}"/>
              </a:ext>
            </a:extLst>
          </p:cNvPr>
          <p:cNvSpPr/>
          <p:nvPr userDrawn="1"/>
        </p:nvSpPr>
        <p:spPr>
          <a:xfrm>
            <a:off x="1962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pattern">
            <a:extLst>
              <a:ext uri="{FF2B5EF4-FFF2-40B4-BE49-F238E27FC236}">
                <a16:creationId xmlns:a16="http://schemas.microsoft.com/office/drawing/2014/main" id="{9C497863-BA9A-21DE-E66C-A8ED37974E0B}"/>
              </a:ext>
            </a:extLst>
          </p:cNvPr>
          <p:cNvSpPr/>
          <p:nvPr userDrawn="1"/>
        </p:nvSpPr>
        <p:spPr>
          <a:xfrm>
            <a:off x="2152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pattern">
            <a:extLst>
              <a:ext uri="{FF2B5EF4-FFF2-40B4-BE49-F238E27FC236}">
                <a16:creationId xmlns:a16="http://schemas.microsoft.com/office/drawing/2014/main" id="{1DB0AD6F-3AFF-2DC1-95A5-B38D6C6C8B0D}"/>
              </a:ext>
            </a:extLst>
          </p:cNvPr>
          <p:cNvSpPr/>
          <p:nvPr userDrawn="1"/>
        </p:nvSpPr>
        <p:spPr>
          <a:xfrm>
            <a:off x="2343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pattern">
            <a:extLst>
              <a:ext uri="{FF2B5EF4-FFF2-40B4-BE49-F238E27FC236}">
                <a16:creationId xmlns:a16="http://schemas.microsoft.com/office/drawing/2014/main" id="{56FA3A1E-4DF8-F230-5490-E418999062D8}"/>
              </a:ext>
            </a:extLst>
          </p:cNvPr>
          <p:cNvSpPr/>
          <p:nvPr userDrawn="1"/>
        </p:nvSpPr>
        <p:spPr>
          <a:xfrm>
            <a:off x="2533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pattern">
            <a:extLst>
              <a:ext uri="{FF2B5EF4-FFF2-40B4-BE49-F238E27FC236}">
                <a16:creationId xmlns:a16="http://schemas.microsoft.com/office/drawing/2014/main" id="{4C7DA3C7-3A50-6727-7310-F9FD4C05373F}"/>
              </a:ext>
            </a:extLst>
          </p:cNvPr>
          <p:cNvSpPr/>
          <p:nvPr userDrawn="1"/>
        </p:nvSpPr>
        <p:spPr>
          <a:xfrm>
            <a:off x="2724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pattern">
            <a:extLst>
              <a:ext uri="{FF2B5EF4-FFF2-40B4-BE49-F238E27FC236}">
                <a16:creationId xmlns:a16="http://schemas.microsoft.com/office/drawing/2014/main" id="{29570029-4C91-5B8E-75E8-32BAA02F63E4}"/>
              </a:ext>
            </a:extLst>
          </p:cNvPr>
          <p:cNvSpPr/>
          <p:nvPr userDrawn="1"/>
        </p:nvSpPr>
        <p:spPr>
          <a:xfrm>
            <a:off x="2914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pattern">
            <a:extLst>
              <a:ext uri="{FF2B5EF4-FFF2-40B4-BE49-F238E27FC236}">
                <a16:creationId xmlns:a16="http://schemas.microsoft.com/office/drawing/2014/main" id="{3BF8130D-E5D0-4E9A-FE27-5505E77F1B2E}"/>
              </a:ext>
            </a:extLst>
          </p:cNvPr>
          <p:cNvSpPr/>
          <p:nvPr userDrawn="1"/>
        </p:nvSpPr>
        <p:spPr>
          <a:xfrm>
            <a:off x="3105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pattern">
            <a:extLst>
              <a:ext uri="{FF2B5EF4-FFF2-40B4-BE49-F238E27FC236}">
                <a16:creationId xmlns:a16="http://schemas.microsoft.com/office/drawing/2014/main" id="{12BF8415-6A80-BB35-CB2B-B252AAEADAAD}"/>
              </a:ext>
            </a:extLst>
          </p:cNvPr>
          <p:cNvSpPr/>
          <p:nvPr userDrawn="1"/>
        </p:nvSpPr>
        <p:spPr>
          <a:xfrm>
            <a:off x="3295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pattern">
            <a:extLst>
              <a:ext uri="{FF2B5EF4-FFF2-40B4-BE49-F238E27FC236}">
                <a16:creationId xmlns:a16="http://schemas.microsoft.com/office/drawing/2014/main" id="{C018EEF6-3336-8B59-5BD4-0473234CF636}"/>
              </a:ext>
            </a:extLst>
          </p:cNvPr>
          <p:cNvSpPr/>
          <p:nvPr userDrawn="1"/>
        </p:nvSpPr>
        <p:spPr>
          <a:xfrm>
            <a:off x="3486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pattern">
            <a:extLst>
              <a:ext uri="{FF2B5EF4-FFF2-40B4-BE49-F238E27FC236}">
                <a16:creationId xmlns:a16="http://schemas.microsoft.com/office/drawing/2014/main" id="{7721B5E2-3209-A6C0-A73C-29A022DF5E7B}"/>
              </a:ext>
            </a:extLst>
          </p:cNvPr>
          <p:cNvSpPr/>
          <p:nvPr userDrawn="1"/>
        </p:nvSpPr>
        <p:spPr>
          <a:xfrm>
            <a:off x="3676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pattern">
            <a:extLst>
              <a:ext uri="{FF2B5EF4-FFF2-40B4-BE49-F238E27FC236}">
                <a16:creationId xmlns:a16="http://schemas.microsoft.com/office/drawing/2014/main" id="{A89467AE-D6F8-60C0-153A-BCBB5132E4BF}"/>
              </a:ext>
            </a:extLst>
          </p:cNvPr>
          <p:cNvSpPr/>
          <p:nvPr userDrawn="1"/>
        </p:nvSpPr>
        <p:spPr>
          <a:xfrm>
            <a:off x="3867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pattern">
            <a:extLst>
              <a:ext uri="{FF2B5EF4-FFF2-40B4-BE49-F238E27FC236}">
                <a16:creationId xmlns:a16="http://schemas.microsoft.com/office/drawing/2014/main" id="{6BE095B0-98CD-5D7C-A957-9C4279037855}"/>
              </a:ext>
            </a:extLst>
          </p:cNvPr>
          <p:cNvSpPr/>
          <p:nvPr userDrawn="1"/>
        </p:nvSpPr>
        <p:spPr>
          <a:xfrm>
            <a:off x="4057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pattern">
            <a:extLst>
              <a:ext uri="{FF2B5EF4-FFF2-40B4-BE49-F238E27FC236}">
                <a16:creationId xmlns:a16="http://schemas.microsoft.com/office/drawing/2014/main" id="{14FE4BFB-785C-FCD4-F8E0-CFA33AED6BCD}"/>
              </a:ext>
            </a:extLst>
          </p:cNvPr>
          <p:cNvSpPr/>
          <p:nvPr userDrawn="1"/>
        </p:nvSpPr>
        <p:spPr>
          <a:xfrm>
            <a:off x="4248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pattern">
            <a:extLst>
              <a:ext uri="{FF2B5EF4-FFF2-40B4-BE49-F238E27FC236}">
                <a16:creationId xmlns:a16="http://schemas.microsoft.com/office/drawing/2014/main" id="{EBAE33F2-4CC3-9D9E-4C7D-A2707CCC7BA2}"/>
              </a:ext>
            </a:extLst>
          </p:cNvPr>
          <p:cNvSpPr/>
          <p:nvPr userDrawn="1"/>
        </p:nvSpPr>
        <p:spPr>
          <a:xfrm>
            <a:off x="4438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pattern">
            <a:extLst>
              <a:ext uri="{FF2B5EF4-FFF2-40B4-BE49-F238E27FC236}">
                <a16:creationId xmlns:a16="http://schemas.microsoft.com/office/drawing/2014/main" id="{D1D25077-C877-356F-04D3-DFBB5FE85CFB}"/>
              </a:ext>
            </a:extLst>
          </p:cNvPr>
          <p:cNvSpPr/>
          <p:nvPr userDrawn="1"/>
        </p:nvSpPr>
        <p:spPr>
          <a:xfrm>
            <a:off x="4629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pattern">
            <a:extLst>
              <a:ext uri="{FF2B5EF4-FFF2-40B4-BE49-F238E27FC236}">
                <a16:creationId xmlns:a16="http://schemas.microsoft.com/office/drawing/2014/main" id="{703F5B19-502B-39D7-099A-D9CC814EF4BD}"/>
              </a:ext>
            </a:extLst>
          </p:cNvPr>
          <p:cNvSpPr/>
          <p:nvPr userDrawn="1"/>
        </p:nvSpPr>
        <p:spPr>
          <a:xfrm>
            <a:off x="4819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pattern">
            <a:extLst>
              <a:ext uri="{FF2B5EF4-FFF2-40B4-BE49-F238E27FC236}">
                <a16:creationId xmlns:a16="http://schemas.microsoft.com/office/drawing/2014/main" id="{A5752E6D-E414-6CFB-EBF3-D79C717B8B03}"/>
              </a:ext>
            </a:extLst>
          </p:cNvPr>
          <p:cNvSpPr/>
          <p:nvPr userDrawn="1"/>
        </p:nvSpPr>
        <p:spPr>
          <a:xfrm>
            <a:off x="5010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pattern">
            <a:extLst>
              <a:ext uri="{FF2B5EF4-FFF2-40B4-BE49-F238E27FC236}">
                <a16:creationId xmlns:a16="http://schemas.microsoft.com/office/drawing/2014/main" id="{01884D03-C6B7-67F0-29C8-8345C00EA7D7}"/>
              </a:ext>
            </a:extLst>
          </p:cNvPr>
          <p:cNvSpPr/>
          <p:nvPr userDrawn="1"/>
        </p:nvSpPr>
        <p:spPr>
          <a:xfrm>
            <a:off x="5200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pattern">
            <a:extLst>
              <a:ext uri="{FF2B5EF4-FFF2-40B4-BE49-F238E27FC236}">
                <a16:creationId xmlns:a16="http://schemas.microsoft.com/office/drawing/2014/main" id="{07DDA33B-BB13-5007-7F8C-6465E6084565}"/>
              </a:ext>
            </a:extLst>
          </p:cNvPr>
          <p:cNvSpPr/>
          <p:nvPr userDrawn="1"/>
        </p:nvSpPr>
        <p:spPr>
          <a:xfrm>
            <a:off x="5391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pattern">
            <a:extLst>
              <a:ext uri="{FF2B5EF4-FFF2-40B4-BE49-F238E27FC236}">
                <a16:creationId xmlns:a16="http://schemas.microsoft.com/office/drawing/2014/main" id="{7E8F8AC6-CAE0-C2DB-9B25-EDAA6BA8CCDC}"/>
              </a:ext>
            </a:extLst>
          </p:cNvPr>
          <p:cNvSpPr/>
          <p:nvPr userDrawn="1"/>
        </p:nvSpPr>
        <p:spPr>
          <a:xfrm>
            <a:off x="5581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pattern">
            <a:extLst>
              <a:ext uri="{FF2B5EF4-FFF2-40B4-BE49-F238E27FC236}">
                <a16:creationId xmlns:a16="http://schemas.microsoft.com/office/drawing/2014/main" id="{44143DC5-9856-17BF-36CE-A1C56FC03622}"/>
              </a:ext>
            </a:extLst>
          </p:cNvPr>
          <p:cNvSpPr/>
          <p:nvPr userDrawn="1"/>
        </p:nvSpPr>
        <p:spPr>
          <a:xfrm>
            <a:off x="5772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pattern">
            <a:extLst>
              <a:ext uri="{FF2B5EF4-FFF2-40B4-BE49-F238E27FC236}">
                <a16:creationId xmlns:a16="http://schemas.microsoft.com/office/drawing/2014/main" id="{CCB842C7-D41A-F983-376A-A8EC0B21D09C}"/>
              </a:ext>
            </a:extLst>
          </p:cNvPr>
          <p:cNvSpPr/>
          <p:nvPr userDrawn="1"/>
        </p:nvSpPr>
        <p:spPr>
          <a:xfrm>
            <a:off x="5962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pattern">
            <a:extLst>
              <a:ext uri="{FF2B5EF4-FFF2-40B4-BE49-F238E27FC236}">
                <a16:creationId xmlns:a16="http://schemas.microsoft.com/office/drawing/2014/main" id="{EFFDA70C-AF5E-350E-6A82-C63EBEDB5FE4}"/>
              </a:ext>
            </a:extLst>
          </p:cNvPr>
          <p:cNvSpPr/>
          <p:nvPr userDrawn="1"/>
        </p:nvSpPr>
        <p:spPr>
          <a:xfrm>
            <a:off x="6153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pattern">
            <a:extLst>
              <a:ext uri="{FF2B5EF4-FFF2-40B4-BE49-F238E27FC236}">
                <a16:creationId xmlns:a16="http://schemas.microsoft.com/office/drawing/2014/main" id="{1A4977B2-AC68-8AEF-786C-4F4FF3845C5E}"/>
              </a:ext>
            </a:extLst>
          </p:cNvPr>
          <p:cNvSpPr/>
          <p:nvPr userDrawn="1"/>
        </p:nvSpPr>
        <p:spPr>
          <a:xfrm>
            <a:off x="6343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pattern">
            <a:extLst>
              <a:ext uri="{FF2B5EF4-FFF2-40B4-BE49-F238E27FC236}">
                <a16:creationId xmlns:a16="http://schemas.microsoft.com/office/drawing/2014/main" id="{6674C1F2-1E49-418C-7231-68D4235246B3}"/>
              </a:ext>
            </a:extLst>
          </p:cNvPr>
          <p:cNvSpPr/>
          <p:nvPr userDrawn="1"/>
        </p:nvSpPr>
        <p:spPr>
          <a:xfrm>
            <a:off x="6534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pattern">
            <a:extLst>
              <a:ext uri="{FF2B5EF4-FFF2-40B4-BE49-F238E27FC236}">
                <a16:creationId xmlns:a16="http://schemas.microsoft.com/office/drawing/2014/main" id="{745D75A2-2479-B004-BCBB-DFFBBEFB2149}"/>
              </a:ext>
            </a:extLst>
          </p:cNvPr>
          <p:cNvSpPr/>
          <p:nvPr userDrawn="1"/>
        </p:nvSpPr>
        <p:spPr>
          <a:xfrm>
            <a:off x="6724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pattern">
            <a:extLst>
              <a:ext uri="{FF2B5EF4-FFF2-40B4-BE49-F238E27FC236}">
                <a16:creationId xmlns:a16="http://schemas.microsoft.com/office/drawing/2014/main" id="{E6AEF658-E996-3DEB-B75C-A9261C915DAE}"/>
              </a:ext>
            </a:extLst>
          </p:cNvPr>
          <p:cNvSpPr/>
          <p:nvPr userDrawn="1"/>
        </p:nvSpPr>
        <p:spPr>
          <a:xfrm>
            <a:off x="6915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pattern">
            <a:extLst>
              <a:ext uri="{FF2B5EF4-FFF2-40B4-BE49-F238E27FC236}">
                <a16:creationId xmlns:a16="http://schemas.microsoft.com/office/drawing/2014/main" id="{16BF1237-7A20-3B85-BF1A-4EF52B1C99E6}"/>
              </a:ext>
            </a:extLst>
          </p:cNvPr>
          <p:cNvSpPr/>
          <p:nvPr userDrawn="1"/>
        </p:nvSpPr>
        <p:spPr>
          <a:xfrm>
            <a:off x="7105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pattern">
            <a:extLst>
              <a:ext uri="{FF2B5EF4-FFF2-40B4-BE49-F238E27FC236}">
                <a16:creationId xmlns:a16="http://schemas.microsoft.com/office/drawing/2014/main" id="{0A36864C-995A-ADC9-4AF1-1D8A27B5E76D}"/>
              </a:ext>
            </a:extLst>
          </p:cNvPr>
          <p:cNvSpPr/>
          <p:nvPr userDrawn="1"/>
        </p:nvSpPr>
        <p:spPr>
          <a:xfrm>
            <a:off x="7296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pattern">
            <a:extLst>
              <a:ext uri="{FF2B5EF4-FFF2-40B4-BE49-F238E27FC236}">
                <a16:creationId xmlns:a16="http://schemas.microsoft.com/office/drawing/2014/main" id="{4685F139-094E-0FD7-651B-8FCE614B8E93}"/>
              </a:ext>
            </a:extLst>
          </p:cNvPr>
          <p:cNvSpPr/>
          <p:nvPr userDrawn="1"/>
        </p:nvSpPr>
        <p:spPr>
          <a:xfrm>
            <a:off x="7486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pattern">
            <a:extLst>
              <a:ext uri="{FF2B5EF4-FFF2-40B4-BE49-F238E27FC236}">
                <a16:creationId xmlns:a16="http://schemas.microsoft.com/office/drawing/2014/main" id="{B30A7C6B-ECF3-0A40-8039-046F5A018B98}"/>
              </a:ext>
            </a:extLst>
          </p:cNvPr>
          <p:cNvSpPr/>
          <p:nvPr userDrawn="1"/>
        </p:nvSpPr>
        <p:spPr>
          <a:xfrm>
            <a:off x="7677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pattern">
            <a:extLst>
              <a:ext uri="{FF2B5EF4-FFF2-40B4-BE49-F238E27FC236}">
                <a16:creationId xmlns:a16="http://schemas.microsoft.com/office/drawing/2014/main" id="{87847716-2FEB-1C85-9A52-D9776C226C2F}"/>
              </a:ext>
            </a:extLst>
          </p:cNvPr>
          <p:cNvSpPr/>
          <p:nvPr userDrawn="1"/>
        </p:nvSpPr>
        <p:spPr>
          <a:xfrm>
            <a:off x="7867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pattern">
            <a:extLst>
              <a:ext uri="{FF2B5EF4-FFF2-40B4-BE49-F238E27FC236}">
                <a16:creationId xmlns:a16="http://schemas.microsoft.com/office/drawing/2014/main" id="{B875664E-EC89-1E65-2B6A-2CDDD9B4CEEF}"/>
              </a:ext>
            </a:extLst>
          </p:cNvPr>
          <p:cNvSpPr/>
          <p:nvPr userDrawn="1"/>
        </p:nvSpPr>
        <p:spPr>
          <a:xfrm>
            <a:off x="8058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pattern">
            <a:extLst>
              <a:ext uri="{FF2B5EF4-FFF2-40B4-BE49-F238E27FC236}">
                <a16:creationId xmlns:a16="http://schemas.microsoft.com/office/drawing/2014/main" id="{12471D59-8D52-54B2-A180-2CD9BF2C2D8D}"/>
              </a:ext>
            </a:extLst>
          </p:cNvPr>
          <p:cNvSpPr/>
          <p:nvPr userDrawn="1"/>
        </p:nvSpPr>
        <p:spPr>
          <a:xfrm>
            <a:off x="8248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pattern">
            <a:extLst>
              <a:ext uri="{FF2B5EF4-FFF2-40B4-BE49-F238E27FC236}">
                <a16:creationId xmlns:a16="http://schemas.microsoft.com/office/drawing/2014/main" id="{DE577A69-D594-088F-CAEA-C7A18E59A841}"/>
              </a:ext>
            </a:extLst>
          </p:cNvPr>
          <p:cNvSpPr/>
          <p:nvPr userDrawn="1"/>
        </p:nvSpPr>
        <p:spPr>
          <a:xfrm>
            <a:off x="8439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pattern">
            <a:extLst>
              <a:ext uri="{FF2B5EF4-FFF2-40B4-BE49-F238E27FC236}">
                <a16:creationId xmlns:a16="http://schemas.microsoft.com/office/drawing/2014/main" id="{8FE17809-7370-3CC8-7F7A-7A163927C745}"/>
              </a:ext>
            </a:extLst>
          </p:cNvPr>
          <p:cNvSpPr/>
          <p:nvPr userDrawn="1"/>
        </p:nvSpPr>
        <p:spPr>
          <a:xfrm>
            <a:off x="8629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pattern">
            <a:extLst>
              <a:ext uri="{FF2B5EF4-FFF2-40B4-BE49-F238E27FC236}">
                <a16:creationId xmlns:a16="http://schemas.microsoft.com/office/drawing/2014/main" id="{6530387F-4471-ECA7-0F64-935594739302}"/>
              </a:ext>
            </a:extLst>
          </p:cNvPr>
          <p:cNvSpPr/>
          <p:nvPr userDrawn="1"/>
        </p:nvSpPr>
        <p:spPr>
          <a:xfrm>
            <a:off x="8820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pattern">
            <a:extLst>
              <a:ext uri="{FF2B5EF4-FFF2-40B4-BE49-F238E27FC236}">
                <a16:creationId xmlns:a16="http://schemas.microsoft.com/office/drawing/2014/main" id="{E2E41C72-5C26-34F2-99F6-3C57BD4653BF}"/>
              </a:ext>
            </a:extLst>
          </p:cNvPr>
          <p:cNvSpPr/>
          <p:nvPr userDrawn="1"/>
        </p:nvSpPr>
        <p:spPr>
          <a:xfrm>
            <a:off x="9010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pattern">
            <a:extLst>
              <a:ext uri="{FF2B5EF4-FFF2-40B4-BE49-F238E27FC236}">
                <a16:creationId xmlns:a16="http://schemas.microsoft.com/office/drawing/2014/main" id="{8890E668-8F4F-EA2A-6926-520C677C9A89}"/>
              </a:ext>
            </a:extLst>
          </p:cNvPr>
          <p:cNvSpPr/>
          <p:nvPr userDrawn="1"/>
        </p:nvSpPr>
        <p:spPr>
          <a:xfrm>
            <a:off x="9201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pattern">
            <a:extLst>
              <a:ext uri="{FF2B5EF4-FFF2-40B4-BE49-F238E27FC236}">
                <a16:creationId xmlns:a16="http://schemas.microsoft.com/office/drawing/2014/main" id="{32C26063-C09A-C350-4B6D-52A17380AF22}"/>
              </a:ext>
            </a:extLst>
          </p:cNvPr>
          <p:cNvSpPr/>
          <p:nvPr userDrawn="1"/>
        </p:nvSpPr>
        <p:spPr>
          <a:xfrm>
            <a:off x="9391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pattern">
            <a:extLst>
              <a:ext uri="{FF2B5EF4-FFF2-40B4-BE49-F238E27FC236}">
                <a16:creationId xmlns:a16="http://schemas.microsoft.com/office/drawing/2014/main" id="{CC3C1CDD-EE2A-F2DA-3BF2-234537150F42}"/>
              </a:ext>
            </a:extLst>
          </p:cNvPr>
          <p:cNvSpPr/>
          <p:nvPr userDrawn="1"/>
        </p:nvSpPr>
        <p:spPr>
          <a:xfrm>
            <a:off x="9582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pattern">
            <a:extLst>
              <a:ext uri="{FF2B5EF4-FFF2-40B4-BE49-F238E27FC236}">
                <a16:creationId xmlns:a16="http://schemas.microsoft.com/office/drawing/2014/main" id="{5F1EBF5A-6A78-C632-04FC-AE6F34DBFAD4}"/>
              </a:ext>
            </a:extLst>
          </p:cNvPr>
          <p:cNvSpPr/>
          <p:nvPr userDrawn="1"/>
        </p:nvSpPr>
        <p:spPr>
          <a:xfrm>
            <a:off x="9772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pattern">
            <a:extLst>
              <a:ext uri="{FF2B5EF4-FFF2-40B4-BE49-F238E27FC236}">
                <a16:creationId xmlns:a16="http://schemas.microsoft.com/office/drawing/2014/main" id="{D2339381-2FC4-A906-69BF-2D7BDD522C32}"/>
              </a:ext>
            </a:extLst>
          </p:cNvPr>
          <p:cNvSpPr/>
          <p:nvPr userDrawn="1"/>
        </p:nvSpPr>
        <p:spPr>
          <a:xfrm>
            <a:off x="9963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pattern">
            <a:extLst>
              <a:ext uri="{FF2B5EF4-FFF2-40B4-BE49-F238E27FC236}">
                <a16:creationId xmlns:a16="http://schemas.microsoft.com/office/drawing/2014/main" id="{31633AFF-CFB8-490D-534E-94B895C88CB0}"/>
              </a:ext>
            </a:extLst>
          </p:cNvPr>
          <p:cNvSpPr/>
          <p:nvPr userDrawn="1"/>
        </p:nvSpPr>
        <p:spPr>
          <a:xfrm>
            <a:off x="10153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pattern">
            <a:extLst>
              <a:ext uri="{FF2B5EF4-FFF2-40B4-BE49-F238E27FC236}">
                <a16:creationId xmlns:a16="http://schemas.microsoft.com/office/drawing/2014/main" id="{BE03ED09-5029-0E99-07B5-20601503DB38}"/>
              </a:ext>
            </a:extLst>
          </p:cNvPr>
          <p:cNvSpPr/>
          <p:nvPr userDrawn="1"/>
        </p:nvSpPr>
        <p:spPr>
          <a:xfrm>
            <a:off x="10344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pattern">
            <a:extLst>
              <a:ext uri="{FF2B5EF4-FFF2-40B4-BE49-F238E27FC236}">
                <a16:creationId xmlns:a16="http://schemas.microsoft.com/office/drawing/2014/main" id="{2CED7907-39EF-AFA5-9E8B-8025032BBD96}"/>
              </a:ext>
            </a:extLst>
          </p:cNvPr>
          <p:cNvSpPr/>
          <p:nvPr userDrawn="1"/>
        </p:nvSpPr>
        <p:spPr>
          <a:xfrm>
            <a:off x="10534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pattern">
            <a:extLst>
              <a:ext uri="{FF2B5EF4-FFF2-40B4-BE49-F238E27FC236}">
                <a16:creationId xmlns:a16="http://schemas.microsoft.com/office/drawing/2014/main" id="{E5228A46-7D66-40C6-EE02-7E0B6CA1153B}"/>
              </a:ext>
            </a:extLst>
          </p:cNvPr>
          <p:cNvSpPr/>
          <p:nvPr userDrawn="1"/>
        </p:nvSpPr>
        <p:spPr>
          <a:xfrm>
            <a:off x="10725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pattern">
            <a:extLst>
              <a:ext uri="{FF2B5EF4-FFF2-40B4-BE49-F238E27FC236}">
                <a16:creationId xmlns:a16="http://schemas.microsoft.com/office/drawing/2014/main" id="{8565D74C-7BFA-20C6-A948-D4585E37340B}"/>
              </a:ext>
            </a:extLst>
          </p:cNvPr>
          <p:cNvSpPr/>
          <p:nvPr userDrawn="1"/>
        </p:nvSpPr>
        <p:spPr>
          <a:xfrm>
            <a:off x="10915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pattern">
            <a:extLst>
              <a:ext uri="{FF2B5EF4-FFF2-40B4-BE49-F238E27FC236}">
                <a16:creationId xmlns:a16="http://schemas.microsoft.com/office/drawing/2014/main" id="{DCC07306-36AA-C012-9BC9-431DBD37B5EB}"/>
              </a:ext>
            </a:extLst>
          </p:cNvPr>
          <p:cNvSpPr/>
          <p:nvPr userDrawn="1"/>
        </p:nvSpPr>
        <p:spPr>
          <a:xfrm>
            <a:off x="11106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pattern">
            <a:extLst>
              <a:ext uri="{FF2B5EF4-FFF2-40B4-BE49-F238E27FC236}">
                <a16:creationId xmlns:a16="http://schemas.microsoft.com/office/drawing/2014/main" id="{AA9A6FA4-1174-431B-C800-F34956953983}"/>
              </a:ext>
            </a:extLst>
          </p:cNvPr>
          <p:cNvSpPr/>
          <p:nvPr userDrawn="1"/>
        </p:nvSpPr>
        <p:spPr>
          <a:xfrm>
            <a:off x="11296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pattern">
            <a:extLst>
              <a:ext uri="{FF2B5EF4-FFF2-40B4-BE49-F238E27FC236}">
                <a16:creationId xmlns:a16="http://schemas.microsoft.com/office/drawing/2014/main" id="{80A7377F-C2A0-07F7-0A1E-D4D59C773D81}"/>
              </a:ext>
            </a:extLst>
          </p:cNvPr>
          <p:cNvSpPr/>
          <p:nvPr userDrawn="1"/>
        </p:nvSpPr>
        <p:spPr>
          <a:xfrm>
            <a:off x="11487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pattern">
            <a:extLst>
              <a:ext uri="{FF2B5EF4-FFF2-40B4-BE49-F238E27FC236}">
                <a16:creationId xmlns:a16="http://schemas.microsoft.com/office/drawing/2014/main" id="{3246E977-A1B7-7FDD-7EC0-4F78D029EB88}"/>
              </a:ext>
            </a:extLst>
          </p:cNvPr>
          <p:cNvSpPr/>
          <p:nvPr userDrawn="1"/>
        </p:nvSpPr>
        <p:spPr>
          <a:xfrm>
            <a:off x="11677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pattern">
            <a:extLst>
              <a:ext uri="{FF2B5EF4-FFF2-40B4-BE49-F238E27FC236}">
                <a16:creationId xmlns:a16="http://schemas.microsoft.com/office/drawing/2014/main" id="{BECC1247-1A0A-BA28-C694-ED5ECADEE46F}"/>
              </a:ext>
            </a:extLst>
          </p:cNvPr>
          <p:cNvSpPr/>
          <p:nvPr userDrawn="1"/>
        </p:nvSpPr>
        <p:spPr>
          <a:xfrm>
            <a:off x="11868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pattern">
            <a:extLst>
              <a:ext uri="{FF2B5EF4-FFF2-40B4-BE49-F238E27FC236}">
                <a16:creationId xmlns:a16="http://schemas.microsoft.com/office/drawing/2014/main" id="{73A3AA74-A995-265D-1588-37BD27EBE09A}"/>
              </a:ext>
            </a:extLst>
          </p:cNvPr>
          <p:cNvSpPr/>
          <p:nvPr userDrawn="1"/>
        </p:nvSpPr>
        <p:spPr>
          <a:xfrm>
            <a:off x="120586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pattern">
            <a:extLst>
              <a:ext uri="{FF2B5EF4-FFF2-40B4-BE49-F238E27FC236}">
                <a16:creationId xmlns:a16="http://schemas.microsoft.com/office/drawing/2014/main" id="{D12F8543-6C1D-96E3-80A1-63FB2F05F5CE}"/>
              </a:ext>
            </a:extLst>
          </p:cNvPr>
          <p:cNvSpPr/>
          <p:nvPr userDrawn="1"/>
        </p:nvSpPr>
        <p:spPr>
          <a:xfrm>
            <a:off x="12249150" y="6451600"/>
            <a:ext cx="1143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 w="15875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88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FD0F1E63-AFF5-9DA7-C23C-AE69E21AF3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2841252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AAFD4FD8-B046-EDF9-8085-3DF988BE39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9691" y="241902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9DE8CD2D-C449-2D26-EA40-88B8C2E708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66583F88-0C9E-C906-7485-9D2FD8E47E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9691" y="335016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9BAF7B0C-8A0B-5A8B-9264-EAC6E892E6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550F4430-22D3-B819-95D4-6549C07852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9691" y="428131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8D8983C7-36FE-9006-E1B2-92E296E7C6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E50D9FB5-9988-D203-691D-BB7C89A4EE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9691" y="521245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049604A3-ED16-B810-0CCB-833DA0A99AF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950250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vidence_appendix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D49E488F-499E-2F9B-F0D2-8B471C77B0F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source">
            <a:extLst>
              <a:ext uri="{FF2B5EF4-FFF2-40B4-BE49-F238E27FC236}">
                <a16:creationId xmlns:a16="http://schemas.microsoft.com/office/drawing/2014/main" id="{B7C89F58-262C-8CCC-D1C0-FFCA85A949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928062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FF5877A3-9B76-F3DA-CED2-C06477D106C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D3B2D0EB-4EFF-44F9-B681-7E140CC2C7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9040EC3B-0B3D-B356-D43F-63ED6A040B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A13459C7-184E-1720-A671-A2860218A1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4A9FAB33-DDEC-BDA1-9C0C-4FB362D3AF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DB2923FA-C0BF-66CE-10F7-66C436F27F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1D7C7301-9F60-6F57-FE01-ECE0C9227E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E3184C2B-0540-C71A-A488-DCD5400DAE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573CB72B-F7FB-A5EF-7BE3-B54D86D1E7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083163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hero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35FA83B0-1EF8-F27F-90F6-CAE8ED342DC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44975" y="2824734"/>
            <a:ext cx="3499226" cy="251409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0C459F23-201E-855F-8D2E-7F50B28B1F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2286000"/>
            <a:ext cx="5832044" cy="230886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6D40F57B-D6D2-C229-45A5-E766818D27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4128" y="4594860"/>
            <a:ext cx="5832044" cy="128270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063F852C-F4A2-2A43-74A1-E0114763D9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353427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05B44FBA-85AE-E635-B33B-68AB0B12C27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22CC2190-D882-5792-B334-0FC1AA86D3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2472230"/>
            <a:ext cx="4511111" cy="156147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3F1B8B43-F474-1BB9-C973-560834522C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4033703"/>
            <a:ext cx="4511111" cy="86748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kpi_value_2">
            <a:extLst>
              <a:ext uri="{FF2B5EF4-FFF2-40B4-BE49-F238E27FC236}">
                <a16:creationId xmlns:a16="http://schemas.microsoft.com/office/drawing/2014/main" id="{E95B655C-95D1-A482-A775-2E1BE1019B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8015" y="2472230"/>
            <a:ext cx="4311725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0249525E-C952-94DA-9D77-07F7F94E97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58015" y="3064836"/>
            <a:ext cx="4311725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kpi_value_3">
            <a:extLst>
              <a:ext uri="{FF2B5EF4-FFF2-40B4-BE49-F238E27FC236}">
                <a16:creationId xmlns:a16="http://schemas.microsoft.com/office/drawing/2014/main" id="{83490007-D86F-20DF-51EF-4BF415A8BC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8014" y="3979355"/>
            <a:ext cx="1881706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2" name="kpi_label_3">
            <a:extLst>
              <a:ext uri="{FF2B5EF4-FFF2-40B4-BE49-F238E27FC236}">
                <a16:creationId xmlns:a16="http://schemas.microsoft.com/office/drawing/2014/main" id="{66ACADA1-7BBE-9622-B210-EBDCCCEEF3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58014" y="4571961"/>
            <a:ext cx="1881706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3" name="kpi_value_4">
            <a:extLst>
              <a:ext uri="{FF2B5EF4-FFF2-40B4-BE49-F238E27FC236}">
                <a16:creationId xmlns:a16="http://schemas.microsoft.com/office/drawing/2014/main" id="{07DB9957-F915-1102-E007-66DE9D9AD8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8032" y="3979355"/>
            <a:ext cx="1881706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4" name="kpi_label_4">
            <a:extLst>
              <a:ext uri="{FF2B5EF4-FFF2-40B4-BE49-F238E27FC236}">
                <a16:creationId xmlns:a16="http://schemas.microsoft.com/office/drawing/2014/main" id="{87616324-5201-D861-68D1-3DF2BAE27B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8032" y="4571961"/>
            <a:ext cx="1881706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7DF2193F-69E4-7FA5-7F56-813A0A8326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248147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B23F36F3-31DC-8708-45CA-579FC710A2F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C98CFC3C-B54F-34C7-184D-AB52488C16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472229"/>
            <a:ext cx="4411418" cy="118165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4230CF00-4FB5-97C7-4B30-05CB35C40B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3653886"/>
            <a:ext cx="4411418" cy="6564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kpi_value_2">
            <a:extLst>
              <a:ext uri="{FF2B5EF4-FFF2-40B4-BE49-F238E27FC236}">
                <a16:creationId xmlns:a16="http://schemas.microsoft.com/office/drawing/2014/main" id="{AFF03748-5037-2878-169B-36FD967B23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472229"/>
            <a:ext cx="4411418" cy="118165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FED860C1-8AD5-2447-6BB0-FE3D1ECE4D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1" y="3653886"/>
            <a:ext cx="4411418" cy="6564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6F15D271-AFEC-CF77-97C8-4E42B2F3C8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5138960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F16B13F4-B0ED-5741-157C-771A51EC71B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B6CB3957-1A62-1C62-2417-5DA6C3FD08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8744" y="2419022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859A4579-DBE1-588F-6597-F3DAD58AB9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0857" y="2419022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kpi_value_2">
            <a:extLst>
              <a:ext uri="{FF2B5EF4-FFF2-40B4-BE49-F238E27FC236}">
                <a16:creationId xmlns:a16="http://schemas.microsoft.com/office/drawing/2014/main" id="{C99FE52A-3255-9221-6843-1CB50FBCEB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8744" y="3152631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1F5D6F9E-6D8B-7113-0F92-30520C14D8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10857" y="3152631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kpi_value_3">
            <a:extLst>
              <a:ext uri="{FF2B5EF4-FFF2-40B4-BE49-F238E27FC236}">
                <a16:creationId xmlns:a16="http://schemas.microsoft.com/office/drawing/2014/main" id="{0992B9C5-CDD3-373E-3278-4AAF90D1E9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8744" y="3886241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2" name="kpi_label_3">
            <a:extLst>
              <a:ext uri="{FF2B5EF4-FFF2-40B4-BE49-F238E27FC236}">
                <a16:creationId xmlns:a16="http://schemas.microsoft.com/office/drawing/2014/main" id="{576C07EB-7C14-8441-FE35-40E635445A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0857" y="3886241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3" name="kpi_value_4">
            <a:extLst>
              <a:ext uri="{FF2B5EF4-FFF2-40B4-BE49-F238E27FC236}">
                <a16:creationId xmlns:a16="http://schemas.microsoft.com/office/drawing/2014/main" id="{46B7A50E-CCE8-CCFC-0800-EF04DCB019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8744" y="4619850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4" name="kpi_label_4">
            <a:extLst>
              <a:ext uri="{FF2B5EF4-FFF2-40B4-BE49-F238E27FC236}">
                <a16:creationId xmlns:a16="http://schemas.microsoft.com/office/drawing/2014/main" id="{72CF6E62-DE40-C94E-55F6-399A07EFAC4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10857" y="4619850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403E1FD2-3F97-F1ED-0E1A-951E6698B1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5635992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marker_1">
            <a:extLst>
              <a:ext uri="{FF2B5EF4-FFF2-40B4-BE49-F238E27FC236}">
                <a16:creationId xmlns:a16="http://schemas.microsoft.com/office/drawing/2014/main" id="{AAA3E23F-5C09-D07D-32D1-7FF242495CE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548312" cy="585291"/>
          </a:xfrm>
          <a:prstGeom prst="ellipse">
            <a:avLst/>
          </a:prstGeom>
          <a:solidFill>
            <a:schemeClr val="accent1">
              <a:lumMod val="70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7" name="item_1_title">
            <a:extLst>
              <a:ext uri="{FF2B5EF4-FFF2-40B4-BE49-F238E27FC236}">
                <a16:creationId xmlns:a16="http://schemas.microsoft.com/office/drawing/2014/main" id="{713D696A-4098-1516-BADB-B5315100B4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6597" y="2472230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8" name="item_1">
            <a:extLst>
              <a:ext uri="{FF2B5EF4-FFF2-40B4-BE49-F238E27FC236}">
                <a16:creationId xmlns:a16="http://schemas.microsoft.com/office/drawing/2014/main" id="{ACE674F7-7396-172E-411E-6723FA06A74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46597" y="2859554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9" name="marker_2">
            <a:extLst>
              <a:ext uri="{FF2B5EF4-FFF2-40B4-BE49-F238E27FC236}">
                <a16:creationId xmlns:a16="http://schemas.microsoft.com/office/drawing/2014/main" id="{472C2229-0582-BD84-FF6E-5C164CEBD3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4374427"/>
            <a:ext cx="548312" cy="585291"/>
          </a:xfrm>
          <a:prstGeom prst="ellipse">
            <a:avLst/>
          </a:prstGeom>
          <a:solidFill>
            <a:schemeClr val="accent1">
              <a:lumMod val="70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9224182C-FAF3-7279-FE2C-D46572A0F3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6597" y="4374427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E07CA806-1EC1-C685-9B68-833210FAAD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6597" y="4761750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110806F7-FB06-0354-447F-467CF1A181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79626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23370574-CB10-1096-04A7-BB5672D8740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28EC9D59-D6EE-5097-3E0B-63192436F3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379C66F7-C188-2E1C-B0DE-EB010FA551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1B423889-4A1F-0885-4314-1A503B380C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1459DA6F-5A7B-E906-C1E1-EB92548ED4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C94CB35B-64F3-FEE3-624A-983DA8C6AC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9D116BF5-A885-B1B9-F0C5-5E2222EF83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3E4E1060-5577-A032-7DE1-34D1046894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5C5201F8-6713-7CE8-94C5-9A08DD7B68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9863095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EC2725E6-3F7C-D065-009F-2005EA9DEB3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811082"/>
            <a:ext cx="1931553" cy="84713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BD1C13C6-62C2-C127-042F-F4A489BF4E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29DA66D5-9F7A-736F-A6A5-AA7CF09727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78457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AB1181C6-02E9-7A89-B6CD-9398D9E0DA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8457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A54EF5EF-3827-1F44-6044-E44E0F7A14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2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39F2C379-ABBB-B881-4810-8B75901C98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8322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C0230891-D68E-9F7F-538A-862AC5EA65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38186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008AC823-9101-45E9-967D-B8A92BB353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8186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EC576AEA-D96E-1636-8156-A6239CCAD4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1173967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pi_value_1">
            <a:extLst>
              <a:ext uri="{FF2B5EF4-FFF2-40B4-BE49-F238E27FC236}">
                <a16:creationId xmlns:a16="http://schemas.microsoft.com/office/drawing/2014/main" id="{467ED77E-B769-0D3D-C0D4-B1ABC26B00F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705512" cy="199584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7" name="kpi_label_1">
            <a:extLst>
              <a:ext uri="{FF2B5EF4-FFF2-40B4-BE49-F238E27FC236}">
                <a16:creationId xmlns:a16="http://schemas.microsoft.com/office/drawing/2014/main" id="{9680D319-E70D-9067-2CA9-BBF310E232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4532455"/>
            <a:ext cx="4705512" cy="1158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8" name="quote">
            <a:extLst>
              <a:ext uri="{FF2B5EF4-FFF2-40B4-BE49-F238E27FC236}">
                <a16:creationId xmlns:a16="http://schemas.microsoft.com/office/drawing/2014/main" id="{F8293764-A465-3634-7B8A-3009112277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2472230"/>
            <a:ext cx="4705512" cy="25108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9" name="attribution">
            <a:extLst>
              <a:ext uri="{FF2B5EF4-FFF2-40B4-BE49-F238E27FC236}">
                <a16:creationId xmlns:a16="http://schemas.microsoft.com/office/drawing/2014/main" id="{1DD9CB6C-E6D9-D9DC-D0FF-1BA04C746F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5047511"/>
            <a:ext cx="4705512" cy="6438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0" name="item_1_title">
            <a:extLst>
              <a:ext uri="{FF2B5EF4-FFF2-40B4-BE49-F238E27FC236}">
                <a16:creationId xmlns:a16="http://schemas.microsoft.com/office/drawing/2014/main" id="{A1D3A59B-24F2-5B27-68AD-FBAC6C8959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7369" y="2286001"/>
            <a:ext cx="4276832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1" name="item_1">
            <a:extLst>
              <a:ext uri="{FF2B5EF4-FFF2-40B4-BE49-F238E27FC236}">
                <a16:creationId xmlns:a16="http://schemas.microsoft.com/office/drawing/2014/main" id="{4C1DD34E-3CD5-734B-A4A0-D889A38167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7369" y="3342342"/>
            <a:ext cx="4276832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D1513989-4280-73C4-2599-0A702AAA1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006388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79E242F4-B089-9E41-0FCE-608F3971874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2758175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0CD01326-875B-67CA-6F55-C5EE947A55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3EF455EC-F5BF-BB01-ABB6-9E608CFE34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5078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581BDD91-7B42-26DC-EFB1-5CC8D2E8A2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5078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038BFC01-A44E-0F81-2060-7B12074CE7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11565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5769C5C6-1F5B-D5ED-4E0D-FC6D16D8C0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11565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E2343A0B-6B16-18CD-5403-439F9171B18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0702237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marker_1">
            <a:extLst>
              <a:ext uri="{FF2B5EF4-FFF2-40B4-BE49-F238E27FC236}">
                <a16:creationId xmlns:a16="http://schemas.microsoft.com/office/drawing/2014/main" id="{DECEA2FB-E267-DA1A-FDBB-AA7734155CE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548312" cy="585291"/>
          </a:xfrm>
          <a:prstGeom prst="ellipse">
            <a:avLst/>
          </a:prstGeom>
          <a:solidFill>
            <a:schemeClr val="accent1">
              <a:lumMod val="70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7" name="item_1_title">
            <a:extLst>
              <a:ext uri="{FF2B5EF4-FFF2-40B4-BE49-F238E27FC236}">
                <a16:creationId xmlns:a16="http://schemas.microsoft.com/office/drawing/2014/main" id="{49313A02-3C90-A41C-5C56-C8FF0148ED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6597" y="2472230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8" name="item_1">
            <a:extLst>
              <a:ext uri="{FF2B5EF4-FFF2-40B4-BE49-F238E27FC236}">
                <a16:creationId xmlns:a16="http://schemas.microsoft.com/office/drawing/2014/main" id="{2E11E8DE-A092-D11E-F205-A2C8973471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46597" y="2859554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9" name="marker_2">
            <a:extLst>
              <a:ext uri="{FF2B5EF4-FFF2-40B4-BE49-F238E27FC236}">
                <a16:creationId xmlns:a16="http://schemas.microsoft.com/office/drawing/2014/main" id="{DF0F241E-EEF2-0715-F3A8-D5651C7050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4374427"/>
            <a:ext cx="548312" cy="585291"/>
          </a:xfrm>
          <a:prstGeom prst="ellipse">
            <a:avLst/>
          </a:prstGeom>
          <a:solidFill>
            <a:schemeClr val="accent1">
              <a:lumMod val="70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38FAD0A4-D3C6-1C5F-0219-989D1F8DA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6597" y="4374427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A4A5244F-6E5E-CB55-F4F3-D9C4C007C5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6597" y="4761750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E5E963AE-EE55-ADC8-BBB6-20D274E1B3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7988014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pi_value_1">
            <a:extLst>
              <a:ext uri="{FF2B5EF4-FFF2-40B4-BE49-F238E27FC236}">
                <a16:creationId xmlns:a16="http://schemas.microsoft.com/office/drawing/2014/main" id="{F2A6299F-31C1-2643-BFBB-827192565D3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705512" cy="199584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7" name="kpi_label_1">
            <a:extLst>
              <a:ext uri="{FF2B5EF4-FFF2-40B4-BE49-F238E27FC236}">
                <a16:creationId xmlns:a16="http://schemas.microsoft.com/office/drawing/2014/main" id="{92B288CC-1453-06BA-5B5F-3D09E915B6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4532455"/>
            <a:ext cx="4705512" cy="1158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8" name="quote">
            <a:extLst>
              <a:ext uri="{FF2B5EF4-FFF2-40B4-BE49-F238E27FC236}">
                <a16:creationId xmlns:a16="http://schemas.microsoft.com/office/drawing/2014/main" id="{B133181F-A5C1-7879-2699-EB6FB41D1B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2472230"/>
            <a:ext cx="4705512" cy="25108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9" name="attribution">
            <a:extLst>
              <a:ext uri="{FF2B5EF4-FFF2-40B4-BE49-F238E27FC236}">
                <a16:creationId xmlns:a16="http://schemas.microsoft.com/office/drawing/2014/main" id="{3D4A8D43-E50F-CE52-5236-FAFF995AFC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5047511"/>
            <a:ext cx="4705512" cy="6438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0" name="item_1_title">
            <a:extLst>
              <a:ext uri="{FF2B5EF4-FFF2-40B4-BE49-F238E27FC236}">
                <a16:creationId xmlns:a16="http://schemas.microsoft.com/office/drawing/2014/main" id="{60DA38DE-4756-E139-3C20-A9AB1120E5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7369" y="2286001"/>
            <a:ext cx="4276832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1" name="item_1">
            <a:extLst>
              <a:ext uri="{FF2B5EF4-FFF2-40B4-BE49-F238E27FC236}">
                <a16:creationId xmlns:a16="http://schemas.microsoft.com/office/drawing/2014/main" id="{7C65B62F-EDD6-C8A4-057A-0E0D19E53E6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7369" y="3342342"/>
            <a:ext cx="4276832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5960A037-B165-3A50-A539-0F48061CB9D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8888596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marker_1">
            <a:extLst>
              <a:ext uri="{FF2B5EF4-FFF2-40B4-BE49-F238E27FC236}">
                <a16:creationId xmlns:a16="http://schemas.microsoft.com/office/drawing/2014/main" id="{B5B8B31B-DFBE-297F-8CEB-B2BC1256245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548312" cy="585291"/>
          </a:xfrm>
          <a:prstGeom prst="ellipse">
            <a:avLst/>
          </a:prstGeom>
          <a:solidFill>
            <a:schemeClr val="accent1">
              <a:lumMod val="70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37F52056-B13F-4B3D-AF62-3FA3D987D5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6749" y="2419022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marker_2">
            <a:extLst>
              <a:ext uri="{FF2B5EF4-FFF2-40B4-BE49-F238E27FC236}">
                <a16:creationId xmlns:a16="http://schemas.microsoft.com/office/drawing/2014/main" id="{EE14A26F-8993-F799-2AB2-4A59580B49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548312" cy="585291"/>
          </a:xfrm>
          <a:prstGeom prst="ellipse">
            <a:avLst/>
          </a:prstGeom>
          <a:solidFill>
            <a:schemeClr val="accent1">
              <a:lumMod val="70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B703902E-DCB7-9A20-3EEE-2CF8468E7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6749" y="3350167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marker_3">
            <a:extLst>
              <a:ext uri="{FF2B5EF4-FFF2-40B4-BE49-F238E27FC236}">
                <a16:creationId xmlns:a16="http://schemas.microsoft.com/office/drawing/2014/main" id="{33E22C9A-105B-28D2-5766-38670E8706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548312" cy="585291"/>
          </a:xfrm>
          <a:prstGeom prst="ellipse">
            <a:avLst/>
          </a:prstGeom>
          <a:solidFill>
            <a:schemeClr val="accent1">
              <a:lumMod val="70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marker_3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27F5F45C-056A-55BF-0A8A-8B222EBACD7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6749" y="4281312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marker_4">
            <a:extLst>
              <a:ext uri="{FF2B5EF4-FFF2-40B4-BE49-F238E27FC236}">
                <a16:creationId xmlns:a16="http://schemas.microsoft.com/office/drawing/2014/main" id="{7EB2956E-6626-867B-DBA4-FDB9BBD406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548312" cy="585291"/>
          </a:xfrm>
          <a:prstGeom prst="ellipse">
            <a:avLst/>
          </a:prstGeom>
          <a:solidFill>
            <a:schemeClr val="accent1">
              <a:lumMod val="70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marker_4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55609973-97F1-2841-6828-ECEB07ACE6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96749" y="5212457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51D9B809-E9C8-5332-612A-3DC1C7C1E1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001057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ecisions_title">
            <a:extLst>
              <a:ext uri="{FF2B5EF4-FFF2-40B4-BE49-F238E27FC236}">
                <a16:creationId xmlns:a16="http://schemas.microsoft.com/office/drawing/2014/main" id="{BA70BBF0-E0B2-51C3-0DC8-A36B5635E74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4842659"/>
            <a:ext cx="2352756" cy="84867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decisions_title</a:t>
            </a:r>
          </a:p>
        </p:txBody>
      </p:sp>
      <p:sp>
        <p:nvSpPr>
          <p:cNvPr id="7" name="decisions">
            <a:extLst>
              <a:ext uri="{FF2B5EF4-FFF2-40B4-BE49-F238E27FC236}">
                <a16:creationId xmlns:a16="http://schemas.microsoft.com/office/drawing/2014/main" id="{8378DAB0-2768-03B8-B8FA-AEC43CB758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48549" y="4842659"/>
            <a:ext cx="6921191" cy="84867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decisions</a:t>
            </a:r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FB6CDB27-63CF-AFC2-A225-089FD2F206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671F9E42-CB4F-5E81-3CA3-FE54CA66504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2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89C92736-CC36-191C-3394-89C5A5B188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05078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129590E7-6CFE-589E-80BF-81062D20F6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5078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3B60EE8E-31BA-9750-7242-936E63D66B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11565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>
                    <a:lumMod val="7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CECACAD9-DE60-4DB8-A7E1-64F3F6708E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11565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860B11B5-5E5A-C42A-2CFB-9231796A22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70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253182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9C3E1C2-504C-4CFF-A37A-AE46939061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CAC26E6-90F8-49CB-BE00-E3E55582011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444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Segoe UI" panose="020B05020402040202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Bahnschrift SemiBold" panose="020B06060201040202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UI" panose="020B06020201040206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Bahnschrift SemiBold</vt:lpstr>
      <vt:lpstr>Segoe UI</vt:lpstr>
      <vt:lpstr>Wingdings 3</vt:lpstr>
      <vt:lpstr>Integral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Asma Sami</dc:creator>
  <cp:lastModifiedBy>Asma Sami</cp:lastModifiedBy>
  <cp:revision>1</cp:revision>
  <dcterms:created xsi:type="dcterms:W3CDTF">2026-10-03T18:06:20Z</dcterms:created>
  <dcterms:modified xsi:type="dcterms:W3CDTF">2026-10-03T18:06:44Z</dcterms:modified>
</cp:coreProperties>
</file>