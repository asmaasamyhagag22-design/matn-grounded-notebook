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028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91D10DAA-6E1D-C2CC-DCB2-EF6A0475A7E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CA6261EF-2AC3-A7D2-CD0E-B0E7E85BCB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1FBFFCAB-6991-6C0F-2A7F-A90FE8D5BD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0346DA80-7102-7D47-4CBD-943D94F0CE5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9743EB22-1985-4D4D-5AF7-D38ACFEC6EF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2F7C6CA6-7C14-30C6-4592-FB3E997151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74407F26-6F94-C71A-497D-6CAF73AFCB3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DF31D4C0-9503-CF8D-E9BE-BA8F1144E21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09BA5BA-EC45-E874-8F91-5C3DF8D1E91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58355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B037F7AC-059B-C9C3-A96C-9999B7F3799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AF9D98BF-4EEF-6FA0-2D55-2A13B016929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5" y="2498834"/>
            <a:ext cx="4361571" cy="14810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84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3C77D7EC-0ACA-715C-77AB-934086143C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23515" y="3979924"/>
            <a:ext cx="4361571" cy="8228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04BA6517-6DE3-6A63-1C23-E500F346D0F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3245" y="2498834"/>
            <a:ext cx="4361571" cy="14810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84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9FDB1B60-13E4-A2CA-9297-B46E7FAFD33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3245" y="3979924"/>
            <a:ext cx="4361571" cy="8228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7C4C5657-92A5-525B-6EB1-05CA0CC7F03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7565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050E21D1-7224-7ED7-4356-164F309AD4F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695CDD52-B701-F631-270B-F0DD4176C0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4" y="2498834"/>
            <a:ext cx="1881706" cy="14810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748431E7-2D20-B013-C239-31B7BA8792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23514" y="3979924"/>
            <a:ext cx="1881706" cy="8228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1839E713-7A09-D875-E960-75FAD5CEFE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03379" y="2498834"/>
            <a:ext cx="1881706" cy="14810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B7E1C876-DF55-65CC-5C3D-B95423DF1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3379" y="3979924"/>
            <a:ext cx="1881706" cy="8228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4E0C862B-3923-F4E8-4CF4-6963451660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3244" y="2498834"/>
            <a:ext cx="1881706" cy="14810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EB1A13BC-A733-23C3-2114-405E8EDD03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83244" y="3979924"/>
            <a:ext cx="1881706" cy="8228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4957B4C9-32B8-A40A-762E-5BD071C9BF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63108" y="2498834"/>
            <a:ext cx="1881706" cy="14810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9244AAE4-3C6D-FE02-F921-9536178F0F5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63108" y="3979924"/>
            <a:ext cx="1881706" cy="8228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86BD2CC4-8443-DB81-E128-D9ED19414D7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32423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D596B94A-E0F4-4B5E-CE0E-7D30E6BC7B7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8EB0534F-2738-2D7E-9617-43D05EDFC5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55559" y="2498833"/>
            <a:ext cx="3489257" cy="244758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4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8" name="attribution">
            <a:extLst>
              <a:ext uri="{FF2B5EF4-FFF2-40B4-BE49-F238E27FC236}">
                <a16:creationId xmlns:a16="http://schemas.microsoft.com/office/drawing/2014/main" id="{814FF015-53C2-0406-9A01-082B412C1F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55559" y="5372081"/>
            <a:ext cx="3489257" cy="29264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B8B3454D-7D7C-3D49-A09E-0210E3DE3A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45479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2C369F31-C896-656F-064C-12D4451F5E5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2498834"/>
            <a:ext cx="2708328" cy="93114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1EF157D2-B793-A901-EBE3-F76AAF30616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4" y="3429978"/>
            <a:ext cx="2708328" cy="22347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95250509-A8C3-BAB4-1A81-3500A7C883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30001" y="2498834"/>
            <a:ext cx="2708328" cy="9311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6B978975-9E88-8D26-687B-FCF9374394E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30001" y="3429978"/>
            <a:ext cx="2708328" cy="22347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1C8A93AE-AC0B-CB50-C6C9-2E1D0E3FB7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36487" y="2498834"/>
            <a:ext cx="2708328" cy="9311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F3E67D24-9046-DE2A-EA5B-6C7C3E8473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36487" y="3429978"/>
            <a:ext cx="2708328" cy="22347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DF4F81E6-3971-FB3D-1A5C-5D037858B39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9612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CF884F2E-681E-374F-80CC-3A11BDB2CE4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2498834"/>
            <a:ext cx="4361571" cy="93114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EDE99EAE-635B-7D4E-654F-584AC88810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5" y="3429978"/>
            <a:ext cx="4361571" cy="22347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4D61066E-CF55-153B-29FD-B21F261644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3245" y="2498834"/>
            <a:ext cx="4361571" cy="9311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756A9D89-59B1-6BF5-09C3-1EF33F1E983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3245" y="3429978"/>
            <a:ext cx="4361571" cy="22347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34B3CE63-8A39-54C9-8651-910BF9F20AA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66029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BCFA2A26-6ABA-916D-E262-ED1F5D9014A5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B16B6968-6DE3-CF61-BCE4-0D09E3049CB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61A24986-C41E-2BAA-0E97-F65865408A8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23494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C1CBBE26-8C53-4474-7F75-C41EB6C5359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2498833"/>
            <a:ext cx="4361571" cy="37167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159A807E-3D8B-51FF-9802-622557D3BC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5" y="2870510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5249F9B1-1D16-8187-97C3-3448B29D0B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3245" y="2498833"/>
            <a:ext cx="4361571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EBCCF44E-10C3-8083-A56F-2FACCBA795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3245" y="2870510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A7F52ADF-E352-A11C-86CF-FD6152E0963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23515" y="4401030"/>
            <a:ext cx="4361571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84FC5ADF-0906-75F3-464F-2E15450A54F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23515" y="4772706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053B1930-B2ED-DA68-86C3-7C3C62E519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83245" y="4401030"/>
            <a:ext cx="4361571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EA9502E6-E92A-6DF3-B4E2-D98EF5B2068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3245" y="4772706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D846682-E43F-C48B-2303-31FB3AA697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2646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1F8A9983-87C2-D781-3AE3-44F02690232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C347C0C6-76F2-681D-77D4-624288EA1D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1549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53302B76-1644-4D1A-8A32-34B72075EA0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6617863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147D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3D9A3091-79C3-B97B-CB51-9CB19498DD22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4A4EA1FD-69A9-205D-E76A-C651670EC7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pattern">
            <a:extLst>
              <a:ext uri="{FF2B5EF4-FFF2-40B4-BE49-F238E27FC236}">
                <a16:creationId xmlns:a16="http://schemas.microsoft.com/office/drawing/2014/main" id="{E7EFA35E-E30F-D90F-6AB7-A9C9948EF076}"/>
              </a:ext>
            </a:extLst>
          </p:cNvPr>
          <p:cNvSpPr/>
          <p:nvPr userDrawn="1"/>
        </p:nvSpPr>
        <p:spPr>
          <a:xfrm>
            <a:off x="15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ttern">
            <a:extLst>
              <a:ext uri="{FF2B5EF4-FFF2-40B4-BE49-F238E27FC236}">
                <a16:creationId xmlns:a16="http://schemas.microsoft.com/office/drawing/2014/main" id="{1AB402B7-D22B-B924-CD7B-32D3D0EC4900}"/>
              </a:ext>
            </a:extLst>
          </p:cNvPr>
          <p:cNvSpPr/>
          <p:nvPr userDrawn="1"/>
        </p:nvSpPr>
        <p:spPr>
          <a:xfrm>
            <a:off x="34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D2A1B093-0D60-8601-5840-A6ED7AE30086}"/>
              </a:ext>
            </a:extLst>
          </p:cNvPr>
          <p:cNvSpPr/>
          <p:nvPr userDrawn="1"/>
        </p:nvSpPr>
        <p:spPr>
          <a:xfrm>
            <a:off x="53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2A0C1ECB-2913-E51E-9C1B-5864B54F48FB}"/>
              </a:ext>
            </a:extLst>
          </p:cNvPr>
          <p:cNvSpPr/>
          <p:nvPr userDrawn="1"/>
        </p:nvSpPr>
        <p:spPr>
          <a:xfrm>
            <a:off x="72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07D1BB92-71F8-6EE3-7C13-3D72DDE08812}"/>
              </a:ext>
            </a:extLst>
          </p:cNvPr>
          <p:cNvSpPr/>
          <p:nvPr userDrawn="1"/>
        </p:nvSpPr>
        <p:spPr>
          <a:xfrm>
            <a:off x="91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AD16B42F-D7CC-FF6C-91D8-A2E89F6DEB3B}"/>
              </a:ext>
            </a:extLst>
          </p:cNvPr>
          <p:cNvSpPr/>
          <p:nvPr userDrawn="1"/>
        </p:nvSpPr>
        <p:spPr>
          <a:xfrm>
            <a:off x="110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5F9178B5-18F5-26A0-26FF-19E4467D00AF}"/>
              </a:ext>
            </a:extLst>
          </p:cNvPr>
          <p:cNvSpPr/>
          <p:nvPr userDrawn="1"/>
        </p:nvSpPr>
        <p:spPr>
          <a:xfrm>
            <a:off x="129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585EAB3F-2404-88CD-AF68-21A7F441EBC3}"/>
              </a:ext>
            </a:extLst>
          </p:cNvPr>
          <p:cNvSpPr/>
          <p:nvPr userDrawn="1"/>
        </p:nvSpPr>
        <p:spPr>
          <a:xfrm>
            <a:off x="148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7A933544-C28E-4D1B-224E-76A8526C2472}"/>
              </a:ext>
            </a:extLst>
          </p:cNvPr>
          <p:cNvSpPr/>
          <p:nvPr userDrawn="1"/>
        </p:nvSpPr>
        <p:spPr>
          <a:xfrm>
            <a:off x="167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70A5A9E3-52DD-FB79-BCFC-A904621D7A6F}"/>
              </a:ext>
            </a:extLst>
          </p:cNvPr>
          <p:cNvSpPr/>
          <p:nvPr userDrawn="1"/>
        </p:nvSpPr>
        <p:spPr>
          <a:xfrm>
            <a:off x="186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28B1F127-368A-2E7D-F5DC-A10603A2804C}"/>
              </a:ext>
            </a:extLst>
          </p:cNvPr>
          <p:cNvSpPr/>
          <p:nvPr userDrawn="1"/>
        </p:nvSpPr>
        <p:spPr>
          <a:xfrm>
            <a:off x="205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D3ADCACC-ABCB-CAE1-D285-08805D7B599A}"/>
              </a:ext>
            </a:extLst>
          </p:cNvPr>
          <p:cNvSpPr/>
          <p:nvPr userDrawn="1"/>
        </p:nvSpPr>
        <p:spPr>
          <a:xfrm>
            <a:off x="224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7F5DCF88-85AF-AB4B-D058-2BD9A183DCB8}"/>
              </a:ext>
            </a:extLst>
          </p:cNvPr>
          <p:cNvSpPr/>
          <p:nvPr userDrawn="1"/>
        </p:nvSpPr>
        <p:spPr>
          <a:xfrm>
            <a:off x="243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08A645EF-E821-E46C-F9CF-5A82245E3F41}"/>
              </a:ext>
            </a:extLst>
          </p:cNvPr>
          <p:cNvSpPr/>
          <p:nvPr userDrawn="1"/>
        </p:nvSpPr>
        <p:spPr>
          <a:xfrm>
            <a:off x="262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A1C8A4B9-DC47-7C1C-6B1E-A2DF42055002}"/>
              </a:ext>
            </a:extLst>
          </p:cNvPr>
          <p:cNvSpPr/>
          <p:nvPr userDrawn="1"/>
        </p:nvSpPr>
        <p:spPr>
          <a:xfrm>
            <a:off x="281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3FEFE626-180C-8518-9E7A-56BF9B13D3E9}"/>
              </a:ext>
            </a:extLst>
          </p:cNvPr>
          <p:cNvSpPr/>
          <p:nvPr userDrawn="1"/>
        </p:nvSpPr>
        <p:spPr>
          <a:xfrm>
            <a:off x="300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BE272F42-CF92-E141-1F1F-400DD76C19F4}"/>
              </a:ext>
            </a:extLst>
          </p:cNvPr>
          <p:cNvSpPr/>
          <p:nvPr userDrawn="1"/>
        </p:nvSpPr>
        <p:spPr>
          <a:xfrm>
            <a:off x="320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26DD5238-421B-AD08-9029-E564A382E30D}"/>
              </a:ext>
            </a:extLst>
          </p:cNvPr>
          <p:cNvSpPr/>
          <p:nvPr userDrawn="1"/>
        </p:nvSpPr>
        <p:spPr>
          <a:xfrm>
            <a:off x="339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41180F9B-7429-F2AC-D6DF-ACA6C0913942}"/>
              </a:ext>
            </a:extLst>
          </p:cNvPr>
          <p:cNvSpPr/>
          <p:nvPr userDrawn="1"/>
        </p:nvSpPr>
        <p:spPr>
          <a:xfrm>
            <a:off x="358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BA7EB20E-A1BB-7A4D-B23C-B6D82AA9BB3F}"/>
              </a:ext>
            </a:extLst>
          </p:cNvPr>
          <p:cNvSpPr/>
          <p:nvPr userDrawn="1"/>
        </p:nvSpPr>
        <p:spPr>
          <a:xfrm>
            <a:off x="377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561E4480-17E8-AB45-AC69-9C0F686D2A5E}"/>
              </a:ext>
            </a:extLst>
          </p:cNvPr>
          <p:cNvSpPr/>
          <p:nvPr userDrawn="1"/>
        </p:nvSpPr>
        <p:spPr>
          <a:xfrm>
            <a:off x="396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3BA30479-EF96-6BBC-EF1F-8B788533DBD1}"/>
              </a:ext>
            </a:extLst>
          </p:cNvPr>
          <p:cNvSpPr/>
          <p:nvPr userDrawn="1"/>
        </p:nvSpPr>
        <p:spPr>
          <a:xfrm>
            <a:off x="415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0C0B41A1-F83C-5B73-822D-719A55BEA4F6}"/>
              </a:ext>
            </a:extLst>
          </p:cNvPr>
          <p:cNvSpPr/>
          <p:nvPr userDrawn="1"/>
        </p:nvSpPr>
        <p:spPr>
          <a:xfrm>
            <a:off x="434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A59B0290-B098-F21E-A23A-8C063DAD2B46}"/>
              </a:ext>
            </a:extLst>
          </p:cNvPr>
          <p:cNvSpPr/>
          <p:nvPr userDrawn="1"/>
        </p:nvSpPr>
        <p:spPr>
          <a:xfrm>
            <a:off x="453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67FE17D2-6500-8AAA-28EE-62C3C90AE7CF}"/>
              </a:ext>
            </a:extLst>
          </p:cNvPr>
          <p:cNvSpPr/>
          <p:nvPr userDrawn="1"/>
        </p:nvSpPr>
        <p:spPr>
          <a:xfrm>
            <a:off x="472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10C722AA-D446-6288-5CD7-7FD0D1994727}"/>
              </a:ext>
            </a:extLst>
          </p:cNvPr>
          <p:cNvSpPr/>
          <p:nvPr userDrawn="1"/>
        </p:nvSpPr>
        <p:spPr>
          <a:xfrm>
            <a:off x="491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D128281D-73A6-C4B1-6C3C-EAC2863A76E6}"/>
              </a:ext>
            </a:extLst>
          </p:cNvPr>
          <p:cNvSpPr/>
          <p:nvPr userDrawn="1"/>
        </p:nvSpPr>
        <p:spPr>
          <a:xfrm>
            <a:off x="510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9652DA5C-3846-C0B6-90C3-6CEDB108C611}"/>
              </a:ext>
            </a:extLst>
          </p:cNvPr>
          <p:cNvSpPr/>
          <p:nvPr userDrawn="1"/>
        </p:nvSpPr>
        <p:spPr>
          <a:xfrm>
            <a:off x="529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53ABAD03-1AEF-CE59-6A94-CCAB461F46D2}"/>
              </a:ext>
            </a:extLst>
          </p:cNvPr>
          <p:cNvSpPr/>
          <p:nvPr userDrawn="1"/>
        </p:nvSpPr>
        <p:spPr>
          <a:xfrm>
            <a:off x="548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CA1692F7-9414-9DD3-8435-4BAD7798A9A3}"/>
              </a:ext>
            </a:extLst>
          </p:cNvPr>
          <p:cNvSpPr/>
          <p:nvPr userDrawn="1"/>
        </p:nvSpPr>
        <p:spPr>
          <a:xfrm>
            <a:off x="567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34430AB9-8157-DFD0-43ED-7999AA240CBB}"/>
              </a:ext>
            </a:extLst>
          </p:cNvPr>
          <p:cNvSpPr/>
          <p:nvPr userDrawn="1"/>
        </p:nvSpPr>
        <p:spPr>
          <a:xfrm>
            <a:off x="586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DAB10E73-85A0-EFF0-9926-D3D824965EA6}"/>
              </a:ext>
            </a:extLst>
          </p:cNvPr>
          <p:cNvSpPr/>
          <p:nvPr userDrawn="1"/>
        </p:nvSpPr>
        <p:spPr>
          <a:xfrm>
            <a:off x="605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32A191D1-DA3A-1B4B-9296-C5957E28FED3}"/>
              </a:ext>
            </a:extLst>
          </p:cNvPr>
          <p:cNvSpPr/>
          <p:nvPr userDrawn="1"/>
        </p:nvSpPr>
        <p:spPr>
          <a:xfrm>
            <a:off x="624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54769687-3153-B99B-0BCC-5A04333CC415}"/>
              </a:ext>
            </a:extLst>
          </p:cNvPr>
          <p:cNvSpPr/>
          <p:nvPr userDrawn="1"/>
        </p:nvSpPr>
        <p:spPr>
          <a:xfrm>
            <a:off x="643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34E0047B-5C81-F08D-5F9B-53C0E03441EB}"/>
              </a:ext>
            </a:extLst>
          </p:cNvPr>
          <p:cNvSpPr/>
          <p:nvPr userDrawn="1"/>
        </p:nvSpPr>
        <p:spPr>
          <a:xfrm>
            <a:off x="662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90FAAFFB-DC48-7C91-407A-C81CFF4C36FB}"/>
              </a:ext>
            </a:extLst>
          </p:cNvPr>
          <p:cNvSpPr/>
          <p:nvPr userDrawn="1"/>
        </p:nvSpPr>
        <p:spPr>
          <a:xfrm>
            <a:off x="681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5D01ED58-1604-3EDD-C32A-C01FC7FADDF0}"/>
              </a:ext>
            </a:extLst>
          </p:cNvPr>
          <p:cNvSpPr/>
          <p:nvPr userDrawn="1"/>
        </p:nvSpPr>
        <p:spPr>
          <a:xfrm>
            <a:off x="701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B1B4C1AD-F5FC-4F46-F8EB-6A0A867385FC}"/>
              </a:ext>
            </a:extLst>
          </p:cNvPr>
          <p:cNvSpPr/>
          <p:nvPr userDrawn="1"/>
        </p:nvSpPr>
        <p:spPr>
          <a:xfrm>
            <a:off x="720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7CADCE04-F286-AD4B-A9F9-6DB739C55862}"/>
              </a:ext>
            </a:extLst>
          </p:cNvPr>
          <p:cNvSpPr/>
          <p:nvPr userDrawn="1"/>
        </p:nvSpPr>
        <p:spPr>
          <a:xfrm>
            <a:off x="739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C9F01E85-E283-AD99-D77C-5A31E5143602}"/>
              </a:ext>
            </a:extLst>
          </p:cNvPr>
          <p:cNvSpPr/>
          <p:nvPr userDrawn="1"/>
        </p:nvSpPr>
        <p:spPr>
          <a:xfrm>
            <a:off x="758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17CB41F9-4DA7-765A-AED6-B5FE260AF253}"/>
              </a:ext>
            </a:extLst>
          </p:cNvPr>
          <p:cNvSpPr/>
          <p:nvPr userDrawn="1"/>
        </p:nvSpPr>
        <p:spPr>
          <a:xfrm>
            <a:off x="777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B3E024C9-37D9-0E97-C904-18C2774429D0}"/>
              </a:ext>
            </a:extLst>
          </p:cNvPr>
          <p:cNvSpPr/>
          <p:nvPr userDrawn="1"/>
        </p:nvSpPr>
        <p:spPr>
          <a:xfrm>
            <a:off x="796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991A1759-498B-D651-03E3-9B3A1C862934}"/>
              </a:ext>
            </a:extLst>
          </p:cNvPr>
          <p:cNvSpPr/>
          <p:nvPr userDrawn="1"/>
        </p:nvSpPr>
        <p:spPr>
          <a:xfrm>
            <a:off x="815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FCF6B19D-72E7-1F6C-3234-7557838F71AB}"/>
              </a:ext>
            </a:extLst>
          </p:cNvPr>
          <p:cNvSpPr/>
          <p:nvPr userDrawn="1"/>
        </p:nvSpPr>
        <p:spPr>
          <a:xfrm>
            <a:off x="834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36FC365F-98AE-F901-9C42-955EAAB8FE4D}"/>
              </a:ext>
            </a:extLst>
          </p:cNvPr>
          <p:cNvSpPr/>
          <p:nvPr userDrawn="1"/>
        </p:nvSpPr>
        <p:spPr>
          <a:xfrm>
            <a:off x="853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70541CBB-FC76-6967-2D5C-5B30755853AD}"/>
              </a:ext>
            </a:extLst>
          </p:cNvPr>
          <p:cNvSpPr/>
          <p:nvPr userDrawn="1"/>
        </p:nvSpPr>
        <p:spPr>
          <a:xfrm>
            <a:off x="872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005D30D5-DC0B-1B84-DF95-6445C3E7D810}"/>
              </a:ext>
            </a:extLst>
          </p:cNvPr>
          <p:cNvSpPr/>
          <p:nvPr userDrawn="1"/>
        </p:nvSpPr>
        <p:spPr>
          <a:xfrm>
            <a:off x="891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4B46123E-A192-9541-66E7-309E86C17CF3}"/>
              </a:ext>
            </a:extLst>
          </p:cNvPr>
          <p:cNvSpPr/>
          <p:nvPr userDrawn="1"/>
        </p:nvSpPr>
        <p:spPr>
          <a:xfrm>
            <a:off x="910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CC420755-3FAE-D848-DBB3-B587E6CD7C08}"/>
              </a:ext>
            </a:extLst>
          </p:cNvPr>
          <p:cNvSpPr/>
          <p:nvPr userDrawn="1"/>
        </p:nvSpPr>
        <p:spPr>
          <a:xfrm>
            <a:off x="929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4042BF96-F788-92B3-8DDD-8A4ABFB4FCE0}"/>
              </a:ext>
            </a:extLst>
          </p:cNvPr>
          <p:cNvSpPr/>
          <p:nvPr userDrawn="1"/>
        </p:nvSpPr>
        <p:spPr>
          <a:xfrm>
            <a:off x="948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A7518AF2-5B52-BF5D-BAAD-7138421F2AE5}"/>
              </a:ext>
            </a:extLst>
          </p:cNvPr>
          <p:cNvSpPr/>
          <p:nvPr userDrawn="1"/>
        </p:nvSpPr>
        <p:spPr>
          <a:xfrm>
            <a:off x="967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6F66B5FF-BFD3-472C-4BAC-2FAA3713D3B8}"/>
              </a:ext>
            </a:extLst>
          </p:cNvPr>
          <p:cNvSpPr/>
          <p:nvPr userDrawn="1"/>
        </p:nvSpPr>
        <p:spPr>
          <a:xfrm>
            <a:off x="986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57F2C013-FE4A-B77D-19D9-6F2859D47341}"/>
              </a:ext>
            </a:extLst>
          </p:cNvPr>
          <p:cNvSpPr/>
          <p:nvPr userDrawn="1"/>
        </p:nvSpPr>
        <p:spPr>
          <a:xfrm>
            <a:off x="1005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5ABA0B11-55C8-8DAD-1948-1F948CF83B26}"/>
              </a:ext>
            </a:extLst>
          </p:cNvPr>
          <p:cNvSpPr/>
          <p:nvPr userDrawn="1"/>
        </p:nvSpPr>
        <p:spPr>
          <a:xfrm>
            <a:off x="1024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1642ACF8-8348-7FAC-1D5F-CFFFE7D47020}"/>
              </a:ext>
            </a:extLst>
          </p:cNvPr>
          <p:cNvSpPr/>
          <p:nvPr userDrawn="1"/>
        </p:nvSpPr>
        <p:spPr>
          <a:xfrm>
            <a:off x="1043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A37301AA-2C4B-7661-D819-F54E9E7B56F9}"/>
              </a:ext>
            </a:extLst>
          </p:cNvPr>
          <p:cNvSpPr/>
          <p:nvPr userDrawn="1"/>
        </p:nvSpPr>
        <p:spPr>
          <a:xfrm>
            <a:off x="1062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3EBD2F8F-E06C-03A1-AF0A-BEAC0644E05E}"/>
              </a:ext>
            </a:extLst>
          </p:cNvPr>
          <p:cNvSpPr/>
          <p:nvPr userDrawn="1"/>
        </p:nvSpPr>
        <p:spPr>
          <a:xfrm>
            <a:off x="1082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6EE1D8CE-3C81-7FE7-B952-3FAAFC893BC7}"/>
              </a:ext>
            </a:extLst>
          </p:cNvPr>
          <p:cNvSpPr/>
          <p:nvPr userDrawn="1"/>
        </p:nvSpPr>
        <p:spPr>
          <a:xfrm>
            <a:off x="1101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B0CE561A-7B1C-119C-BBF6-7FBDD6B794CE}"/>
              </a:ext>
            </a:extLst>
          </p:cNvPr>
          <p:cNvSpPr/>
          <p:nvPr userDrawn="1"/>
        </p:nvSpPr>
        <p:spPr>
          <a:xfrm>
            <a:off x="1120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739419B6-06FD-3A22-26D9-C0CF3907DFE7}"/>
              </a:ext>
            </a:extLst>
          </p:cNvPr>
          <p:cNvSpPr/>
          <p:nvPr userDrawn="1"/>
        </p:nvSpPr>
        <p:spPr>
          <a:xfrm>
            <a:off x="1139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625F11EB-1277-03D7-9230-38302CFBAF61}"/>
              </a:ext>
            </a:extLst>
          </p:cNvPr>
          <p:cNvSpPr/>
          <p:nvPr userDrawn="1"/>
        </p:nvSpPr>
        <p:spPr>
          <a:xfrm>
            <a:off x="1158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0CFD5497-94C0-77B0-2784-028B780DDBC7}"/>
              </a:ext>
            </a:extLst>
          </p:cNvPr>
          <p:cNvSpPr/>
          <p:nvPr userDrawn="1"/>
        </p:nvSpPr>
        <p:spPr>
          <a:xfrm>
            <a:off x="1177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1828AA8A-AB12-515E-606B-65BFD61D4181}"/>
              </a:ext>
            </a:extLst>
          </p:cNvPr>
          <p:cNvSpPr/>
          <p:nvPr userDrawn="1"/>
        </p:nvSpPr>
        <p:spPr>
          <a:xfrm>
            <a:off x="1196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E8258127-5457-DCCB-9631-B496B32D1D78}"/>
              </a:ext>
            </a:extLst>
          </p:cNvPr>
          <p:cNvSpPr/>
          <p:nvPr userDrawn="1"/>
        </p:nvSpPr>
        <p:spPr>
          <a:xfrm>
            <a:off x="1215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E7FDBADB-F722-988B-3C4E-3793A93D1E3D}"/>
              </a:ext>
            </a:extLst>
          </p:cNvPr>
          <p:cNvSpPr/>
          <p:nvPr userDrawn="1"/>
        </p:nvSpPr>
        <p:spPr>
          <a:xfrm>
            <a:off x="24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734F297F-9949-6EF2-DCF3-9AE8B6CB13BD}"/>
              </a:ext>
            </a:extLst>
          </p:cNvPr>
          <p:cNvSpPr/>
          <p:nvPr userDrawn="1"/>
        </p:nvSpPr>
        <p:spPr>
          <a:xfrm>
            <a:off x="43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CAEF2ED6-0AB8-36BD-842F-3AA0B8249549}"/>
              </a:ext>
            </a:extLst>
          </p:cNvPr>
          <p:cNvSpPr/>
          <p:nvPr userDrawn="1"/>
        </p:nvSpPr>
        <p:spPr>
          <a:xfrm>
            <a:off x="62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4FF8B750-519E-7AB7-E65A-2BD77947A02A}"/>
              </a:ext>
            </a:extLst>
          </p:cNvPr>
          <p:cNvSpPr/>
          <p:nvPr userDrawn="1"/>
        </p:nvSpPr>
        <p:spPr>
          <a:xfrm>
            <a:off x="81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CC48E9D2-8F8F-6848-06E9-28C4D959B879}"/>
              </a:ext>
            </a:extLst>
          </p:cNvPr>
          <p:cNvSpPr/>
          <p:nvPr userDrawn="1"/>
        </p:nvSpPr>
        <p:spPr>
          <a:xfrm>
            <a:off x="100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E326338E-0A5E-1DAE-8E8F-6F0012B23FE5}"/>
              </a:ext>
            </a:extLst>
          </p:cNvPr>
          <p:cNvSpPr/>
          <p:nvPr userDrawn="1"/>
        </p:nvSpPr>
        <p:spPr>
          <a:xfrm>
            <a:off x="120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A83FC00E-E297-55D9-3C90-2B3390FE1244}"/>
              </a:ext>
            </a:extLst>
          </p:cNvPr>
          <p:cNvSpPr/>
          <p:nvPr userDrawn="1"/>
        </p:nvSpPr>
        <p:spPr>
          <a:xfrm>
            <a:off x="139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CF313C22-8500-56A7-3974-54F592502ABE}"/>
              </a:ext>
            </a:extLst>
          </p:cNvPr>
          <p:cNvSpPr/>
          <p:nvPr userDrawn="1"/>
        </p:nvSpPr>
        <p:spPr>
          <a:xfrm>
            <a:off x="158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045FA458-F603-9F33-3B8F-FA705A527DC2}"/>
              </a:ext>
            </a:extLst>
          </p:cNvPr>
          <p:cNvSpPr/>
          <p:nvPr userDrawn="1"/>
        </p:nvSpPr>
        <p:spPr>
          <a:xfrm>
            <a:off x="177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78011FD9-6001-A676-7CF1-E7B15B3B9FB1}"/>
              </a:ext>
            </a:extLst>
          </p:cNvPr>
          <p:cNvSpPr/>
          <p:nvPr userDrawn="1"/>
        </p:nvSpPr>
        <p:spPr>
          <a:xfrm>
            <a:off x="196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66E149C8-EB6E-B9A7-F4DC-4FD0BD70ABD8}"/>
              </a:ext>
            </a:extLst>
          </p:cNvPr>
          <p:cNvSpPr/>
          <p:nvPr userDrawn="1"/>
        </p:nvSpPr>
        <p:spPr>
          <a:xfrm>
            <a:off x="215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DE1338A5-79A9-D29A-E2B2-EE95805371DF}"/>
              </a:ext>
            </a:extLst>
          </p:cNvPr>
          <p:cNvSpPr/>
          <p:nvPr userDrawn="1"/>
        </p:nvSpPr>
        <p:spPr>
          <a:xfrm>
            <a:off x="234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82F65F13-0007-041A-6E6C-6EC439E5F31F}"/>
              </a:ext>
            </a:extLst>
          </p:cNvPr>
          <p:cNvSpPr/>
          <p:nvPr userDrawn="1"/>
        </p:nvSpPr>
        <p:spPr>
          <a:xfrm>
            <a:off x="253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E37723EE-BA42-CA6D-92A2-43312F7E3006}"/>
              </a:ext>
            </a:extLst>
          </p:cNvPr>
          <p:cNvSpPr/>
          <p:nvPr userDrawn="1"/>
        </p:nvSpPr>
        <p:spPr>
          <a:xfrm>
            <a:off x="272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F74C1DBE-0CED-23D9-D1BA-C49BBAC21068}"/>
              </a:ext>
            </a:extLst>
          </p:cNvPr>
          <p:cNvSpPr/>
          <p:nvPr userDrawn="1"/>
        </p:nvSpPr>
        <p:spPr>
          <a:xfrm>
            <a:off x="291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426B443A-4426-8B54-64D1-EA03CD72CB53}"/>
              </a:ext>
            </a:extLst>
          </p:cNvPr>
          <p:cNvSpPr/>
          <p:nvPr userDrawn="1"/>
        </p:nvSpPr>
        <p:spPr>
          <a:xfrm>
            <a:off x="310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3335F5D7-119B-F216-772E-B35304395F38}"/>
              </a:ext>
            </a:extLst>
          </p:cNvPr>
          <p:cNvSpPr/>
          <p:nvPr userDrawn="1"/>
        </p:nvSpPr>
        <p:spPr>
          <a:xfrm>
            <a:off x="329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41B62061-032D-9DC9-6C27-8454D9FFB39B}"/>
              </a:ext>
            </a:extLst>
          </p:cNvPr>
          <p:cNvSpPr/>
          <p:nvPr userDrawn="1"/>
        </p:nvSpPr>
        <p:spPr>
          <a:xfrm>
            <a:off x="348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9F333D47-06C7-57AE-90E2-5D02FC9231CE}"/>
              </a:ext>
            </a:extLst>
          </p:cNvPr>
          <p:cNvSpPr/>
          <p:nvPr userDrawn="1"/>
        </p:nvSpPr>
        <p:spPr>
          <a:xfrm>
            <a:off x="367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D3F6B7D4-D246-8804-F269-5553A74F57D0}"/>
              </a:ext>
            </a:extLst>
          </p:cNvPr>
          <p:cNvSpPr/>
          <p:nvPr userDrawn="1"/>
        </p:nvSpPr>
        <p:spPr>
          <a:xfrm>
            <a:off x="386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902C141C-5818-00B7-0A20-6D9BC0AEBB79}"/>
              </a:ext>
            </a:extLst>
          </p:cNvPr>
          <p:cNvSpPr/>
          <p:nvPr userDrawn="1"/>
        </p:nvSpPr>
        <p:spPr>
          <a:xfrm>
            <a:off x="405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F1F79742-1B7A-AC7C-C7A2-C0363D34D393}"/>
              </a:ext>
            </a:extLst>
          </p:cNvPr>
          <p:cNvSpPr/>
          <p:nvPr userDrawn="1"/>
        </p:nvSpPr>
        <p:spPr>
          <a:xfrm>
            <a:off x="424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D51670BD-CD89-8A97-3BEA-3E50165CFE18}"/>
              </a:ext>
            </a:extLst>
          </p:cNvPr>
          <p:cNvSpPr/>
          <p:nvPr userDrawn="1"/>
        </p:nvSpPr>
        <p:spPr>
          <a:xfrm>
            <a:off x="443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5659D4C9-3F25-48A9-D636-EE986B24121B}"/>
              </a:ext>
            </a:extLst>
          </p:cNvPr>
          <p:cNvSpPr/>
          <p:nvPr userDrawn="1"/>
        </p:nvSpPr>
        <p:spPr>
          <a:xfrm>
            <a:off x="462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43EBF383-4DA3-7178-CA0C-A6A79C58A415}"/>
              </a:ext>
            </a:extLst>
          </p:cNvPr>
          <p:cNvSpPr/>
          <p:nvPr userDrawn="1"/>
        </p:nvSpPr>
        <p:spPr>
          <a:xfrm>
            <a:off x="481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7F6D38F9-71B4-BB5F-9F4D-C73D7507F29E}"/>
              </a:ext>
            </a:extLst>
          </p:cNvPr>
          <p:cNvSpPr/>
          <p:nvPr userDrawn="1"/>
        </p:nvSpPr>
        <p:spPr>
          <a:xfrm>
            <a:off x="501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0D23C8A7-C953-433F-0A59-3565310F4214}"/>
              </a:ext>
            </a:extLst>
          </p:cNvPr>
          <p:cNvSpPr/>
          <p:nvPr userDrawn="1"/>
        </p:nvSpPr>
        <p:spPr>
          <a:xfrm>
            <a:off x="520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7DA3C785-9FA2-A86E-ED00-93164586BE94}"/>
              </a:ext>
            </a:extLst>
          </p:cNvPr>
          <p:cNvSpPr/>
          <p:nvPr userDrawn="1"/>
        </p:nvSpPr>
        <p:spPr>
          <a:xfrm>
            <a:off x="539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3E5E4A36-AD9D-1D64-448B-2D1E1850015F}"/>
              </a:ext>
            </a:extLst>
          </p:cNvPr>
          <p:cNvSpPr/>
          <p:nvPr userDrawn="1"/>
        </p:nvSpPr>
        <p:spPr>
          <a:xfrm>
            <a:off x="558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3EDD7878-6442-1453-9073-910890457E22}"/>
              </a:ext>
            </a:extLst>
          </p:cNvPr>
          <p:cNvSpPr/>
          <p:nvPr userDrawn="1"/>
        </p:nvSpPr>
        <p:spPr>
          <a:xfrm>
            <a:off x="577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EF7D3A4E-5E28-23C9-65D0-E6F577CCB528}"/>
              </a:ext>
            </a:extLst>
          </p:cNvPr>
          <p:cNvSpPr/>
          <p:nvPr userDrawn="1"/>
        </p:nvSpPr>
        <p:spPr>
          <a:xfrm>
            <a:off x="596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F7FFC40F-58B3-4741-8AE6-CDEC99564CAC}"/>
              </a:ext>
            </a:extLst>
          </p:cNvPr>
          <p:cNvSpPr/>
          <p:nvPr userDrawn="1"/>
        </p:nvSpPr>
        <p:spPr>
          <a:xfrm>
            <a:off x="615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899430F0-BC3C-8198-C1DF-E4889D98DED2}"/>
              </a:ext>
            </a:extLst>
          </p:cNvPr>
          <p:cNvSpPr/>
          <p:nvPr userDrawn="1"/>
        </p:nvSpPr>
        <p:spPr>
          <a:xfrm>
            <a:off x="634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B86636BB-553A-E18C-D394-C5873939146C}"/>
              </a:ext>
            </a:extLst>
          </p:cNvPr>
          <p:cNvSpPr/>
          <p:nvPr userDrawn="1"/>
        </p:nvSpPr>
        <p:spPr>
          <a:xfrm>
            <a:off x="653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8820CBA1-729A-8F9B-5250-CF8E8C098526}"/>
              </a:ext>
            </a:extLst>
          </p:cNvPr>
          <p:cNvSpPr/>
          <p:nvPr userDrawn="1"/>
        </p:nvSpPr>
        <p:spPr>
          <a:xfrm>
            <a:off x="672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33170AEB-3959-3D6C-B75F-76CC338D20CB}"/>
              </a:ext>
            </a:extLst>
          </p:cNvPr>
          <p:cNvSpPr/>
          <p:nvPr userDrawn="1"/>
        </p:nvSpPr>
        <p:spPr>
          <a:xfrm>
            <a:off x="691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C545EE01-5A16-2A0F-2A34-5DF4472183B1}"/>
              </a:ext>
            </a:extLst>
          </p:cNvPr>
          <p:cNvSpPr/>
          <p:nvPr userDrawn="1"/>
        </p:nvSpPr>
        <p:spPr>
          <a:xfrm>
            <a:off x="710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6FB3FB13-23D4-F5DF-B9DA-9D67A5C097E5}"/>
              </a:ext>
            </a:extLst>
          </p:cNvPr>
          <p:cNvSpPr/>
          <p:nvPr userDrawn="1"/>
        </p:nvSpPr>
        <p:spPr>
          <a:xfrm>
            <a:off x="729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3DEEB078-50B7-76BC-6CEA-78B63896FBEE}"/>
              </a:ext>
            </a:extLst>
          </p:cNvPr>
          <p:cNvSpPr/>
          <p:nvPr userDrawn="1"/>
        </p:nvSpPr>
        <p:spPr>
          <a:xfrm>
            <a:off x="748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6499C81F-6970-B530-83AB-A98E9FBE9AA0}"/>
              </a:ext>
            </a:extLst>
          </p:cNvPr>
          <p:cNvSpPr/>
          <p:nvPr userDrawn="1"/>
        </p:nvSpPr>
        <p:spPr>
          <a:xfrm>
            <a:off x="767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79E1EBB5-AEE2-7D4A-89D7-21255C23D1A4}"/>
              </a:ext>
            </a:extLst>
          </p:cNvPr>
          <p:cNvSpPr/>
          <p:nvPr userDrawn="1"/>
        </p:nvSpPr>
        <p:spPr>
          <a:xfrm>
            <a:off x="786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2FC2A37E-C117-C717-C71D-F35E4E91D1E0}"/>
              </a:ext>
            </a:extLst>
          </p:cNvPr>
          <p:cNvSpPr/>
          <p:nvPr userDrawn="1"/>
        </p:nvSpPr>
        <p:spPr>
          <a:xfrm>
            <a:off x="805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F8B1B826-505D-D0B1-13BC-33B2EBC055B3}"/>
              </a:ext>
            </a:extLst>
          </p:cNvPr>
          <p:cNvSpPr/>
          <p:nvPr userDrawn="1"/>
        </p:nvSpPr>
        <p:spPr>
          <a:xfrm>
            <a:off x="824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5229AD98-E9F0-F6D2-2C74-9EAF6C3AE07A}"/>
              </a:ext>
            </a:extLst>
          </p:cNvPr>
          <p:cNvSpPr/>
          <p:nvPr userDrawn="1"/>
        </p:nvSpPr>
        <p:spPr>
          <a:xfrm>
            <a:off x="843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935E1956-CCA4-0A21-1D19-317EB3BFC548}"/>
              </a:ext>
            </a:extLst>
          </p:cNvPr>
          <p:cNvSpPr/>
          <p:nvPr userDrawn="1"/>
        </p:nvSpPr>
        <p:spPr>
          <a:xfrm>
            <a:off x="862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093CFDD4-687D-5C87-E33B-9E89509259E7}"/>
              </a:ext>
            </a:extLst>
          </p:cNvPr>
          <p:cNvSpPr/>
          <p:nvPr userDrawn="1"/>
        </p:nvSpPr>
        <p:spPr>
          <a:xfrm>
            <a:off x="882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98444586-462E-C66A-986E-500DC7364A00}"/>
              </a:ext>
            </a:extLst>
          </p:cNvPr>
          <p:cNvSpPr/>
          <p:nvPr userDrawn="1"/>
        </p:nvSpPr>
        <p:spPr>
          <a:xfrm>
            <a:off x="901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FE256E97-7BFD-5992-4686-282976BCFC94}"/>
              </a:ext>
            </a:extLst>
          </p:cNvPr>
          <p:cNvSpPr/>
          <p:nvPr userDrawn="1"/>
        </p:nvSpPr>
        <p:spPr>
          <a:xfrm>
            <a:off x="920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21CC718A-5B05-0FBE-9F4F-18D1B38295C0}"/>
              </a:ext>
            </a:extLst>
          </p:cNvPr>
          <p:cNvSpPr/>
          <p:nvPr userDrawn="1"/>
        </p:nvSpPr>
        <p:spPr>
          <a:xfrm>
            <a:off x="939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0B4D9537-6436-A95D-875C-887D17063C51}"/>
              </a:ext>
            </a:extLst>
          </p:cNvPr>
          <p:cNvSpPr/>
          <p:nvPr userDrawn="1"/>
        </p:nvSpPr>
        <p:spPr>
          <a:xfrm>
            <a:off x="958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71614BCD-81C4-2A99-6971-5BFA6151E406}"/>
              </a:ext>
            </a:extLst>
          </p:cNvPr>
          <p:cNvSpPr/>
          <p:nvPr userDrawn="1"/>
        </p:nvSpPr>
        <p:spPr>
          <a:xfrm>
            <a:off x="977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0355C717-0C38-E0F6-ABF5-126642EC7FCB}"/>
              </a:ext>
            </a:extLst>
          </p:cNvPr>
          <p:cNvSpPr/>
          <p:nvPr userDrawn="1"/>
        </p:nvSpPr>
        <p:spPr>
          <a:xfrm>
            <a:off x="996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A9E283C1-119A-0C69-C72C-42D6D79F5B00}"/>
              </a:ext>
            </a:extLst>
          </p:cNvPr>
          <p:cNvSpPr/>
          <p:nvPr userDrawn="1"/>
        </p:nvSpPr>
        <p:spPr>
          <a:xfrm>
            <a:off x="1015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2632877F-9F79-03BF-D810-38D67466EB4C}"/>
              </a:ext>
            </a:extLst>
          </p:cNvPr>
          <p:cNvSpPr/>
          <p:nvPr userDrawn="1"/>
        </p:nvSpPr>
        <p:spPr>
          <a:xfrm>
            <a:off x="1034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43ADF455-76A2-B2B9-B4D3-0415EEDDFAEB}"/>
              </a:ext>
            </a:extLst>
          </p:cNvPr>
          <p:cNvSpPr/>
          <p:nvPr userDrawn="1"/>
        </p:nvSpPr>
        <p:spPr>
          <a:xfrm>
            <a:off x="1053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E921CAAD-7F30-506C-ACAB-6C7A296338C4}"/>
              </a:ext>
            </a:extLst>
          </p:cNvPr>
          <p:cNvSpPr/>
          <p:nvPr userDrawn="1"/>
        </p:nvSpPr>
        <p:spPr>
          <a:xfrm>
            <a:off x="1072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A7CC831C-1627-9D3F-4E3D-7ABC0ED8B7C9}"/>
              </a:ext>
            </a:extLst>
          </p:cNvPr>
          <p:cNvSpPr/>
          <p:nvPr userDrawn="1"/>
        </p:nvSpPr>
        <p:spPr>
          <a:xfrm>
            <a:off x="1091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C9A90AC0-1149-A929-625A-F64B2EB7305D}"/>
              </a:ext>
            </a:extLst>
          </p:cNvPr>
          <p:cNvSpPr/>
          <p:nvPr userDrawn="1"/>
        </p:nvSpPr>
        <p:spPr>
          <a:xfrm>
            <a:off x="1110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B789A0DF-3C52-80AA-B4BE-69C3EF8F8D53}"/>
              </a:ext>
            </a:extLst>
          </p:cNvPr>
          <p:cNvSpPr/>
          <p:nvPr userDrawn="1"/>
        </p:nvSpPr>
        <p:spPr>
          <a:xfrm>
            <a:off x="1129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6FB899AA-7585-7C7D-5052-C5EA744A6CB1}"/>
              </a:ext>
            </a:extLst>
          </p:cNvPr>
          <p:cNvSpPr/>
          <p:nvPr userDrawn="1"/>
        </p:nvSpPr>
        <p:spPr>
          <a:xfrm>
            <a:off x="1148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F3AB354E-E964-8A0D-F00D-EECE2D50D2E0}"/>
              </a:ext>
            </a:extLst>
          </p:cNvPr>
          <p:cNvSpPr/>
          <p:nvPr userDrawn="1"/>
        </p:nvSpPr>
        <p:spPr>
          <a:xfrm>
            <a:off x="1167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005E9C5E-139E-3C6A-7AA1-B725222C4045}"/>
              </a:ext>
            </a:extLst>
          </p:cNvPr>
          <p:cNvSpPr/>
          <p:nvPr userDrawn="1"/>
        </p:nvSpPr>
        <p:spPr>
          <a:xfrm>
            <a:off x="1186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7E72A697-1645-2DD4-C93F-C2F9E958EC9C}"/>
              </a:ext>
            </a:extLst>
          </p:cNvPr>
          <p:cNvSpPr/>
          <p:nvPr userDrawn="1"/>
        </p:nvSpPr>
        <p:spPr>
          <a:xfrm>
            <a:off x="1205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6797E5FA-C268-9E10-F132-98AC21FFC787}"/>
              </a:ext>
            </a:extLst>
          </p:cNvPr>
          <p:cNvSpPr/>
          <p:nvPr userDrawn="1"/>
        </p:nvSpPr>
        <p:spPr>
          <a:xfrm>
            <a:off x="1224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3030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FB38D2CD-08A6-DFE5-C569-08DE5203E59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CC38A88D-D04C-8C71-6C1D-2748A8328F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A474C970-C4DB-AC85-B5B0-802FF35372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F31206A9-52A4-1772-52B2-C49461BA7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68C9384E-34CD-A31A-B7E4-B899CAFC992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200CE7C8-5AC1-C3E8-2860-BA15EA70C2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6097D1D9-98A2-B6D9-4C76-E260AB6E584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E3AB1196-3860-05D8-5ECE-E934FA2B16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117264C-B019-1C5C-A2DD-032276C25E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052769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FAADD48-197F-AA58-3567-D6B261A3C56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C0BB849D-6456-F20C-CCC6-8D17CBA5DA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9577958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9891BB08-CD6E-1A4A-55A2-EB8E4A1C18E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2498833"/>
            <a:ext cx="4361571" cy="37167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C8256DA2-9BC6-BCD6-4812-2B597FD1C0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5" y="2870510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B0A7CDD0-D806-4FAB-4120-383C4BBE46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3245" y="2498833"/>
            <a:ext cx="4361571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B5FCD8C2-DF51-2E89-EDBF-A36474D700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3245" y="2870510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7605A172-ACC4-BB20-AE02-D6EF4277FD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23515" y="4401030"/>
            <a:ext cx="4361571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75FB6554-AF71-D236-C1F3-54839461271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23515" y="4772706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C1A786A4-264E-5BCF-62DF-769659118B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83245" y="4401030"/>
            <a:ext cx="4361571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7E817866-7D3B-DF5C-4257-FB20B059571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3245" y="4772706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0294CE4-A079-7D9C-5BAE-9A96526F75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249014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59756CC6-3487-A86A-E7F4-4BE5C79715F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3DA0C634-57BB-C1C1-99C7-566300F4DB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DAD7C559-5A29-51B9-1472-F500C0706A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7C2A8D7F-851C-4B48-A62D-F92DE26573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120902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9214A754-FB5A-32DC-A66D-24AF8751EE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4F90202C-8BAB-8AFB-B0CD-2D0583E180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5" y="2498833"/>
            <a:ext cx="4461265" cy="15272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84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B45AE577-C5D6-40CD-3A9E-1FFCB4E042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23515" y="4026101"/>
            <a:ext cx="4461265" cy="84848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2DA07A7F-E81C-34AF-56D1-F036749B51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82937" y="2498833"/>
            <a:ext cx="4261878" cy="55840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D75834CF-1241-D0DC-C52B-759595DC908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82937" y="3057236"/>
            <a:ext cx="4261878" cy="310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CDD07233-E490-D9DF-5274-616EC6024AD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82937" y="4005958"/>
            <a:ext cx="1831860" cy="55840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4934612A-E9B5-2150-EDCD-81F7EB3A4B4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82937" y="4564361"/>
            <a:ext cx="1831860" cy="310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B6093357-722A-DBA9-3A38-D6F309E2934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12955" y="4005958"/>
            <a:ext cx="1831860" cy="55840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7342205D-179C-921F-101F-458B7B0ADD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12955" y="4564361"/>
            <a:ext cx="1831860" cy="3102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2F043662-2B9A-D11C-C3D7-872EBE75D48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177089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5A7AADCF-4CE8-59CF-884A-61DC6D0FAC7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5F4E7A1E-1F36-68D4-890E-70B8FE9DF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5" y="2498833"/>
            <a:ext cx="4361571" cy="11557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24F3E760-ADA6-D7F0-AB95-41CAE9C4AE4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23515" y="3654605"/>
            <a:ext cx="4361571" cy="64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61FE3865-7371-E88D-0DA6-408157266E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3245" y="2498833"/>
            <a:ext cx="4361571" cy="11557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D5E88045-140D-F4BA-5843-CC4AC9B1AF3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3245" y="3654605"/>
            <a:ext cx="4361571" cy="64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E3988FAF-E6B0-51C4-57D1-BE6F654C41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567813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6B50B8D0-8D9D-C7B5-AADE-0C54B4F94B4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9855A977-FA12-1A0F-47FF-A62FC6352B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57B3A54C-C828-1720-E0BF-D45D18D7757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347152DB-6D53-389F-B7AE-A7500625B0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49419E22-1DEC-4F29-EC68-772BA8F774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A3AF6800-AD0D-61D9-E824-D91B6F9071F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C7117FAC-F36A-D8A1-A0BF-83FB84A1139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97F70419-CCD0-DAD9-B279-6A4FD1CC23E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58E51295-59B2-2AAB-1E85-5FDDF76FF98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B39FB739-8FA9-D13A-B2CA-8E32B8C1934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2162030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00F5F4F3-82D2-955C-0438-3964124CA95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2498834"/>
            <a:ext cx="548312" cy="585291"/>
          </a:xfrm>
          <a:prstGeom prst="ellipse">
            <a:avLst/>
          </a:prstGeom>
          <a:solidFill>
            <a:schemeClr val="accent1">
              <a:lumMod val="7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1C0B9E1D-B386-C922-07CB-7F79D7864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71519" y="2498833"/>
            <a:ext cx="8673296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8DC9DC83-F817-EA05-4302-0803BEF70B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71519" y="2870510"/>
            <a:ext cx="8673296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1FE66B8C-E46A-22B5-C522-F1A8611169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23514" y="4401031"/>
            <a:ext cx="548312" cy="585291"/>
          </a:xfrm>
          <a:prstGeom prst="ellipse">
            <a:avLst/>
          </a:prstGeom>
          <a:solidFill>
            <a:schemeClr val="accent1">
              <a:lumMod val="7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0D667B0-F97E-97FE-536C-F3B86E1D9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71519" y="4401030"/>
            <a:ext cx="8673296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7EC3FF4-1E7A-1C1C-9BF3-49E188F7646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71519" y="4772706"/>
            <a:ext cx="8673296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531DAF50-61F1-C3FC-7123-683E75DAAAA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780427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30D9E7AB-4BF5-C7C1-7763-770F4A8A209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2498833"/>
            <a:ext cx="4361571" cy="37167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87282546-A52E-6DBE-515C-6933972BFE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5" y="2870510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240ABFF3-8CC9-A5E7-6945-7A4A8E79462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3245" y="2498833"/>
            <a:ext cx="4361571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6B9491F0-74AD-96E4-97ED-5D9563BA82D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3245" y="2870510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20D4F841-CCBA-FE3D-C197-2B8F9057A0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23515" y="4401030"/>
            <a:ext cx="4361571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3CE5381C-28CD-7215-849F-E51375E517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23515" y="4772706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FD49DC8F-7742-6361-CCE6-5E6418EE2F9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83245" y="4401030"/>
            <a:ext cx="4361571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8DE9D496-27DF-0990-CA3C-BAC5D84DF3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3245" y="4772706"/>
            <a:ext cx="4361571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99E1AA5-5C05-86BE-E87E-DF66EB77F9D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725316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AD6338FC-B41B-FCB4-DF9C-7FDD28765EB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664060"/>
            <a:ext cx="2280479" cy="94514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385C4F8E-10E0-6493-01EE-0BC0FBC6CD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9" y="3609206"/>
            <a:ext cx="2280479" cy="226835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9DEEEAF1-9FDB-DDF0-69F4-49C42ABE79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03994" y="2664060"/>
            <a:ext cx="2280479" cy="9451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3CA370E7-033F-9BE6-8920-A013EFD557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03994" y="3609206"/>
            <a:ext cx="2280479" cy="226835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37B6732B-3E16-2B11-B029-A9AFE96B66A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83859" y="2664060"/>
            <a:ext cx="2280479" cy="9451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FDD804DA-7D99-816E-A3EC-6149C3E660C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83859" y="3609206"/>
            <a:ext cx="2280479" cy="226835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A69CD65A-5452-57FE-2E56-73614973193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63724" y="2664060"/>
            <a:ext cx="2280479" cy="9451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C5433119-F4BE-0E9A-B223-46559B4365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63724" y="3609206"/>
            <a:ext cx="2280479" cy="226835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009CA375-39F9-2F67-CA12-1DDE0375BFB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025689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EFDB3C85-66A2-3C45-478A-5376E66C646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2498833"/>
            <a:ext cx="4655666" cy="196285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55AB687E-E482-D621-B5BF-EED63BDF6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4" y="4525005"/>
            <a:ext cx="4655666" cy="11397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B4C19993-6675-4A58-AC47-6325080E44F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23514" y="2498834"/>
            <a:ext cx="4655666" cy="24693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4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BAAADFBB-3F3E-820B-CC6B-89788AB6C26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23514" y="5031549"/>
            <a:ext cx="4655666" cy="6331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4CCE7CA6-C82D-F686-BBBF-EDC9697B36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8DD9DCD9-5C88-F048-7E0F-009AFA51EE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BE9403DA-9C1E-14DB-EB51-754676459F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696185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98447568-9506-892E-F0D4-767B5E7F10F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2498834"/>
            <a:ext cx="2708328" cy="93114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C101CFB3-C6CA-1FD4-8F04-080F20FE30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4" y="3429978"/>
            <a:ext cx="2708328" cy="22347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516717A3-9B5A-8EE3-C744-BF9D6E06CB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30001" y="2498834"/>
            <a:ext cx="2708328" cy="9311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AE9ABD1F-1412-A72B-9385-88D926B1CE4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30001" y="3429978"/>
            <a:ext cx="2708328" cy="22347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61B47566-D409-D0E4-655C-1FF0B10D0A8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36487" y="2498834"/>
            <a:ext cx="2708328" cy="9311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9DAE7983-9482-35A3-8C0E-5C7629B20E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36487" y="3429978"/>
            <a:ext cx="2708328" cy="22347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A33E6FFF-47DF-38A3-DADC-2D8BEE35B8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8921426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8AF31988-FAA7-90E1-AFDE-681495C1BB6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2498834"/>
            <a:ext cx="548312" cy="585291"/>
          </a:xfrm>
          <a:prstGeom prst="ellipse">
            <a:avLst/>
          </a:prstGeom>
          <a:solidFill>
            <a:schemeClr val="accent1">
              <a:lumMod val="7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FA6A432B-4387-A628-EB3C-8D4F18DF20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71519" y="2498833"/>
            <a:ext cx="8673296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FAD82D5B-635C-63BC-2210-317ABDA7EF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71519" y="2870510"/>
            <a:ext cx="8673296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0E726102-CC62-D397-8D39-CDE4722EBFD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23514" y="4401031"/>
            <a:ext cx="548312" cy="585291"/>
          </a:xfrm>
          <a:prstGeom prst="ellipse">
            <a:avLst/>
          </a:prstGeom>
          <a:solidFill>
            <a:schemeClr val="accent1">
              <a:lumMod val="7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71FF906-7D61-D55B-7E8E-EA765D21239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71519" y="4401030"/>
            <a:ext cx="8673296" cy="3716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41BEE4F-A2B8-9ED0-9FF2-E7F9F02121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71519" y="4772706"/>
            <a:ext cx="8673296" cy="8920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347CBCCC-DC14-2D7C-4C19-CDBE41D49A9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9788106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A452EF83-2908-4F98-D364-A2A3CFCEC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2498833"/>
            <a:ext cx="4655666" cy="196285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04261ED9-CB06-91B4-6437-1F857945E1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23514" y="4525005"/>
            <a:ext cx="4655666" cy="11397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536D283D-A789-790F-28FF-376C564166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23514" y="2498834"/>
            <a:ext cx="4655666" cy="24693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4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EF32F87D-A661-2140-0B3E-DC2189665E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23514" y="5031549"/>
            <a:ext cx="4655666" cy="6331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9212405E-3023-26B8-E712-0C3EAD27A1D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6137533D-E723-2D97-973F-ECAFF884802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6AEFEC0F-422F-FF90-94A1-44AF58DDD96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510080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04EC0923-B002-B28D-701A-336D046EDC6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>
              <a:lumMod val="7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DB1697FC-87BB-F408-33BF-5C6C774195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marker_2">
            <a:extLst>
              <a:ext uri="{FF2B5EF4-FFF2-40B4-BE49-F238E27FC236}">
                <a16:creationId xmlns:a16="http://schemas.microsoft.com/office/drawing/2014/main" id="{012D28B0-01AF-9BD5-4B06-39070E86D31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>
              <a:lumMod val="7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83460FE7-8572-8867-79B7-ED67FF9979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marker_3">
            <a:extLst>
              <a:ext uri="{FF2B5EF4-FFF2-40B4-BE49-F238E27FC236}">
                <a16:creationId xmlns:a16="http://schemas.microsoft.com/office/drawing/2014/main" id="{6699F00F-35F9-56EA-36BA-D710F71F3D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>
              <a:lumMod val="7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052D42A4-68A2-CE26-3FD6-353B7C7CD06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marker_4">
            <a:extLst>
              <a:ext uri="{FF2B5EF4-FFF2-40B4-BE49-F238E27FC236}">
                <a16:creationId xmlns:a16="http://schemas.microsoft.com/office/drawing/2014/main" id="{87ECBFB1-1A6D-A05E-F695-A416476F4EF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>
              <a:lumMod val="7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52B1CB1D-55DD-A90F-82B0-3290EBBF2FA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3DABBBC4-E043-C3B9-6D46-A7335EA6829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9562256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ecisions_title">
            <a:extLst>
              <a:ext uri="{FF2B5EF4-FFF2-40B4-BE49-F238E27FC236}">
                <a16:creationId xmlns:a16="http://schemas.microsoft.com/office/drawing/2014/main" id="{DCCC9251-72F9-C686-3CD8-EE343CAAC36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23514" y="4869263"/>
            <a:ext cx="2128447" cy="79546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7" name="decisions">
            <a:extLst>
              <a:ext uri="{FF2B5EF4-FFF2-40B4-BE49-F238E27FC236}">
                <a16:creationId xmlns:a16="http://schemas.microsoft.com/office/drawing/2014/main" id="{65DE4A7E-B4A0-3CDD-A3DA-4DA4E074B1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47935" y="4869263"/>
            <a:ext cx="6696881" cy="79546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EA135B9-7238-67E3-43B8-7FF11D7137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23514" y="2498834"/>
            <a:ext cx="2708328" cy="5086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8F93BBC-54A0-DBBB-6278-55CED0C3F7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23514" y="3007443"/>
            <a:ext cx="2708328" cy="122066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94CACDC-03D1-ABFB-CE53-6739052FD9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30001" y="2498834"/>
            <a:ext cx="2708328" cy="5086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F572DF8-6C19-8BA1-E43B-743CEAB6EB2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30001" y="3007443"/>
            <a:ext cx="2708328" cy="122066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3F427B6A-24A2-544D-8068-6B595CF3DF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36487" y="2498834"/>
            <a:ext cx="2708328" cy="5086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FBA55D6-A95B-456C-D6F6-02621E0F417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36487" y="3007443"/>
            <a:ext cx="2708328" cy="122066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0637854-906E-EA57-6E3E-2D3A34E6C26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312610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1146AB1F-C91F-4F0F-9868-5252CDCD605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FE1B144C-6E1C-47C6-9306-1DC2A92756E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4984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Bahnschrift SemiBold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 SemiBold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2026-10-03T16:17:46Z</dcterms:created>
  <dcterms:modified xsi:type="dcterms:W3CDTF">2026-10-03T16:18:11Z</dcterms:modified>
</cp:coreProperties>
</file>