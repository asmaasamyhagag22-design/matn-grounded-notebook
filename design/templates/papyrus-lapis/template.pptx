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">
            <a:extLst>
              <a:ext uri="{FF2B5EF4-FFF2-40B4-BE49-F238E27FC236}">
                <a16:creationId xmlns:a16="http://schemas.microsoft.com/office/drawing/2014/main" id="{0AC145A0-89A3-1382-2B40-BF931B24F93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4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253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768DEB0-641A-A15E-2DDF-791B73CA9C7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2374A7D7-20F5-470C-F64B-06C6C9EEE13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A48A4BEA-9607-95CC-ADA2-FC3D2745BD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7DAE965C-BF31-30C7-E499-8A5E779625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040B5FE1-0DF9-A31D-B179-B8FC52CFD79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911AA02F-D6AA-4FEC-F916-670E0C3D65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E707BDD6-9C9F-4527-BA21-FEF81D7F3FA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2ACB30CA-C055-222C-0530-49C7DC2C652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38ED8FB7-D356-79E4-38AC-543D03D8AB4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57DCF87D-E4DE-D722-A52F-E41DE87C2F1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161157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3E47039-D087-FAE2-ED1E-8480C8157CD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E6E98F5D-A92E-32A4-8358-A7CFC91E4B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43737BD9-8C54-C160-7526-01FEB6767F8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B9F0BBA4-1B97-F08B-E656-FA4BAF555BA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BDF482EB-C0A6-B3B1-393A-6DC7C21EE19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E0C6491F-D016-EF8A-CBF5-B3005EBD60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FC38A06D-5751-109E-7098-AF6B163F07E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245912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5ED6BA1-A180-4765-E9FE-361032BAA0E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8731307A-C7F5-0CCA-F93B-E8D4CC8C18C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B05A83E5-E995-BFEF-962B-CB3F3A64F8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62CE50B2-7790-2766-E79D-A773B1112DA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AEAE4678-9923-F330-95A9-19451DAE54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39F62CB9-79A0-FA14-A204-6A192504A61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78457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2CEAC4F6-74A6-B203-0986-173F4A4F8AC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5F640C15-E36D-D5E3-A8F3-000E51A1BF6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3DA8611E-6145-9857-50C6-5A2AB4F6EA4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6DFA344E-180C-A9E2-975B-47ED2E29507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38186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33C7E744-4563-F5A3-AC81-A72838E8F4B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434029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BFB58F3-F2F3-1988-5142-EBC75941FB0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F5AB7833-8986-F4D5-868D-7C410EB22D2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5443241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4912BB37-FBA4-B344-B694-47E34FCA924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30635" y="2472230"/>
            <a:ext cx="3539104" cy="26870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794D043C-C738-8FA6-DD34-D818C8E0EA2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30635" y="5159249"/>
            <a:ext cx="353910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73083A12-434C-2768-9E4A-BA86B260356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271155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A1700DF-7289-AB04-D2CB-37B58B446360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AD0D302E-7E82-1036-3B52-20A4E604AF1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BCBDC0AF-9C43-9050-642A-BC93E2E2D77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24CEB0CA-8939-C4ED-FA79-44F42D8859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C2645D9B-427D-C35E-F0CE-6409679219A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235B01AC-AF04-4B20-AA23-51989794BC4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3A095187-2BBB-C525-B64C-25CFD18029C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A719F5D7-983B-6423-3DF6-1EF21F038B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09770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E962BA8-7091-6A56-B1B2-2768F88514F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A06A7F71-8733-A7D6-6494-3532F102DF0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B86EB580-CE24-76C3-1E66-D412F358B7F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36B4C3A7-2D98-7B6E-43B2-AE62B9CD447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B376895C-FD9E-45E3-ACA3-F315983738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8980C3CF-2863-B1C8-F944-D07E52EC2D8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417732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523EE5B-140E-5157-16F0-8AD46B309FE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hart">
            <a:extLst>
              <a:ext uri="{FF2B5EF4-FFF2-40B4-BE49-F238E27FC236}">
                <a16:creationId xmlns:a16="http://schemas.microsoft.com/office/drawing/2014/main" id="{F7072417-1B38-DB77-8F81-485D81E8A716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1024128" y="2286000"/>
            <a:ext cx="6804051" cy="35915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82E6E680-5180-187E-AB99-4FF275A0673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16983" y="2429663"/>
            <a:ext cx="2527219" cy="330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242E5E48-CC47-8027-2278-7D97E564FE1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8741958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F58AA419-750E-1D47-97CC-4DD50504F97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521D129F-9A55-9D45-2E1A-C621393388C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883335AD-D2FA-AECB-04EA-4AD831A10AD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8C35B501-E457-737F-BBBB-FFE7DAD361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B31EE71B-07D9-D572-5BD1-9CEA81677A2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ECAD9105-6E4F-570A-9954-778EAE8C3D8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AD4615D5-E033-D292-3047-BAB4EDAFEBA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76970E31-E74F-3C5A-EBE1-99FD944903E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18397133-0D24-DC8C-3C76-9FF4EF9923C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9D416969-6041-994D-4215-0382F72CAE4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385584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5A8DAFF3-D7C2-4B55-6978-437C95F0C2F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373492A1-3A8F-723B-E3B2-6A64A3AF5F2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5704C7FC-A367-0636-9D9A-7A71B3D5CC8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0773633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D610A31-7936-47C2-6063-74A6F9EE36A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DE515DDB-D826-7F56-05D2-61471745A16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25000533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solidFill>
          <a:srgbClr val="1C31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975360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6798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3181A235-FA62-F8BC-DF5E-F3DEDBC8EAD7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ln w="57150">
                  <a:solidFill>
                    <a:srgbClr val="6798E6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A12DB891-E9CA-0B51-A507-B326434D4F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6798E6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cxnSp>
        <p:nvCxnSpPr>
          <p:cNvPr id="8" name="divider_rule">
            <a:extLst>
              <a:ext uri="{FF2B5EF4-FFF2-40B4-BE49-F238E27FC236}">
                <a16:creationId xmlns:a16="http://schemas.microsoft.com/office/drawing/2014/main" id="{016EF455-6601-9E78-B788-2C13567D0CC3}"/>
              </a:ext>
            </a:extLst>
          </p:cNvPr>
          <p:cNvCxnSpPr/>
          <p:nvPr userDrawn="1"/>
        </p:nvCxnSpPr>
        <p:spPr>
          <a:xfrm>
            <a:off x="975360" y="685800"/>
            <a:ext cx="10241280" cy="0"/>
          </a:xfrm>
          <a:prstGeom prst="line">
            <a:avLst/>
          </a:prstGeom>
          <a:ln w="12700" cap="flat" cmpd="sng" algn="ctr">
            <a:solidFill>
              <a:srgbClr val="6798E6">
                <a:alpha val="55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divider_rule">
            <a:extLst>
              <a:ext uri="{FF2B5EF4-FFF2-40B4-BE49-F238E27FC236}">
                <a16:creationId xmlns:a16="http://schemas.microsoft.com/office/drawing/2014/main" id="{7469E063-7E4B-51B3-5C82-E62371A9BF34}"/>
              </a:ext>
            </a:extLst>
          </p:cNvPr>
          <p:cNvCxnSpPr/>
          <p:nvPr userDrawn="1"/>
        </p:nvCxnSpPr>
        <p:spPr>
          <a:xfrm>
            <a:off x="975360" y="685800"/>
            <a:ext cx="10241280" cy="0"/>
          </a:xfrm>
          <a:prstGeom prst="line">
            <a:avLst/>
          </a:prstGeom>
          <a:ln w="12700" cap="flat" cmpd="sng" algn="ctr">
            <a:solidFill>
              <a:srgbClr val="6798E6">
                <a:alpha val="55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divider_rule">
            <a:extLst>
              <a:ext uri="{FF2B5EF4-FFF2-40B4-BE49-F238E27FC236}">
                <a16:creationId xmlns:a16="http://schemas.microsoft.com/office/drawing/2014/main" id="{9E028642-A43B-271E-7649-D6122AB840B7}"/>
              </a:ext>
            </a:extLst>
          </p:cNvPr>
          <p:cNvCxnSpPr/>
          <p:nvPr userDrawn="1"/>
        </p:nvCxnSpPr>
        <p:spPr>
          <a:xfrm>
            <a:off x="975360" y="5486400"/>
            <a:ext cx="10241280" cy="0"/>
          </a:xfrm>
          <a:prstGeom prst="line">
            <a:avLst/>
          </a:prstGeom>
          <a:ln w="12700" cap="flat" cmpd="sng" algn="ctr">
            <a:solidFill>
              <a:srgbClr val="6798E6">
                <a:alpha val="55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63770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4A26FB8-07AB-9C98-ABBB-ECA360F0424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25DC806D-6839-C98E-FD1E-6E25C71F953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495FFC53-0A93-B3DB-2F88-770855E0FC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D6E9FCD9-4C66-FEB8-DC3C-40EDAFA7A0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C770AC0C-1C54-82A0-4B00-2C332997682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11ABE897-AC88-2AF6-92A6-9F15D355203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88CC387F-D9B5-A218-EF9C-C3C8A0AC8CC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59185CB6-EC66-A9DC-54F5-17DCAB0D228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73979204-2F19-9ADE-9AA8-FBD51329707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2F48E33B-2BE6-3ADC-DC7A-7B43C01E3F0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499644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6475E60-49B5-0729-3FE2-25486D345E3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022D6230-8F18-6B61-ED18-19EA6E4C365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383134E2-23D9-5F20-16BD-8998F103839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3616351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8D3EFB1-BD15-9021-353A-BCB70D00066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108FBCE1-0DEB-7E8C-1C74-44D0ABE7B39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C7C9A96D-2540-0592-0948-C1BA3757C77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14431B98-FE9B-30A5-AE3F-62D5099A98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3DFB2056-CEBF-C857-6FCD-80739323E6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4B04EC4E-1965-A213-4543-5D5BFB8FFA6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EBCA6A33-0CA4-38BE-9F75-490C32752D2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C5161877-42A1-4C5F-2CB5-D26FCB7E35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E48FCECA-3171-B231-A211-F96FCB2DF0B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39E7AAC3-61B9-E1AC-197D-FFCF2FBB92A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8443725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C89B593-2442-2645-27E6-68C461B5ABE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7BCBD5A9-E38A-472F-3A2F-C1800838EDE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244975" y="2824734"/>
            <a:ext cx="3499226" cy="251409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24ECF94E-0A30-D4EB-8688-6326E8153F7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2286000"/>
            <a:ext cx="5832044" cy="23088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CF49E05B-4B1D-1D58-6D6F-2F7D1C57271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4594860"/>
            <a:ext cx="5832044" cy="12827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B88C7629-A009-30A1-E791-6B24B74941F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045261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D3F2F84-1EC1-E1BF-9460-7734CC756F90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9FAE3219-A9FD-25A1-E802-94EF3937914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122B4C0A-8E5E-BC12-EB70-8C61630E9A3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30"/>
            <a:ext cx="4511111" cy="156147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0F4747C9-2847-57B7-348E-C55CE47ED47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4033703"/>
            <a:ext cx="4511111" cy="8674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130B48A5-2772-7128-5D0C-198B49977A1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58015" y="2472230"/>
            <a:ext cx="4311725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12FB42FE-DACC-24C2-6A02-D47F83BFBE1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58015" y="3064836"/>
            <a:ext cx="4311725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A6016D59-A79B-D72B-EAC9-D7F09383D6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8014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DBDC55FE-3972-C39A-0383-D37AEE058B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58014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D9D0CB08-4E00-FE5B-D1D0-9E6452E8855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88032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DF04D71F-C293-3E3A-49ED-CAB004C45EB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88032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B0B96A84-0BC5-5D03-160C-D479D564D1C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7239077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7AAF1C7-2280-5B72-CDB2-0EB5C6828A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2BAB5C9D-2845-641F-9F6F-B7B3EBD92E5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FA94E300-98EF-EE42-D646-8233632F931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AD522387-F4B5-6F99-D468-660D4EC926D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F4870908-9081-719C-91C4-C96A15B36C6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AE6D9203-5D20-B950-0924-71BD640B072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155D4AFD-063B-765B-A359-D32A08F12D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3801303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FCC5AF07-7458-5F1A-D4B4-E2AE7B69B80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D2EEB325-4371-D844-F756-B09DB907D09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A42A14CC-E5CB-1114-1819-F46312ADCC8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48744" y="2419022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E92D9E80-7EB0-815A-6D81-4C8A6B09F2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10857" y="2419022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10A3CB27-0A55-1418-C05B-752915CF88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48744" y="315263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F9317F1F-E6EA-71A0-B427-0545F046DE9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10857" y="315263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85BED66C-45FD-3430-522E-8DA9827F24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48744" y="388624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3E13F5AE-445A-6944-A71D-65B29DA1883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0857" y="388624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F9C0E969-5D17-0681-4FF2-6BDAA950909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48744" y="4619850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21A25B8B-D9B2-4C9E-BBB1-E044066DB41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10857" y="4619850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0E3A1B8B-A0AD-962D-E03B-BB23B701E56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20928094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A1B1C87-4D20-095B-5142-7F841BDB0B4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C3682A0F-02F4-BE42-679F-B0F38C9F251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43348FC1-3294-3977-21F1-E9171A2493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691F345F-C601-E604-D1F9-E801E596A22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994BD9D2-F5BC-8E6C-00D5-C6482075567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ADA2EE93-E37E-F7C7-4253-2F48AE31AB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1C69E6B2-9791-9B22-CC53-BA729CB2841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062C735C-F3A4-1ACF-BC2F-C8DBD58EA0D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75984281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E5D051A-9CEA-5981-4DD7-81EC9C68829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1FC4E9C2-3AC7-3826-CBFC-4633C9A16CF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4A994B9A-DEED-4378-7006-C170221590E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4B0B782E-4FC4-BFC2-F708-199F2B635AD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669D82AE-CE91-C12C-C759-F65CB2D2323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192EFA42-DFDE-6F22-F553-9F85AF70DC8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18667022-FED8-9622-6D9D-9F146E2D218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33B5BF41-8A87-AD93-CDCB-C8AA079EEFE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5E7072F0-874E-81E1-56D4-C6DCCE6A887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77D573D9-4231-211D-939F-6850F9F30EF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7853113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3D0C48E-4901-4EC9-891A-02084E28A2A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D662841D-E9D8-BFE9-0358-DEED585CD54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811082"/>
            <a:ext cx="1931553" cy="84713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6C9047F6-AC4D-AC96-0500-C071B018912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D522F42E-BB3F-01E8-F089-1144642D76A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78457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539BC020-3C4A-52EB-C373-EBA490C6453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4CBE13E6-0830-5EED-8987-AC0CEC861E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2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DC945406-2629-AF6D-937F-8254C544D6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68831182-8AF4-DB39-CBFD-4C8B13A6242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38186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4723CE1C-D0DC-9406-D691-BD071262D4F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800CE1C9-164C-2F4C-DF9E-744D55B34E8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2557208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429DB96-7659-D7DE-2439-7042788637B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B018921E-CD12-FE96-0992-69BB0454289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B7A0BE41-E200-4BA2-86CB-D71440C1810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B472E3C2-E655-26DD-E92D-D81FF8E8ED3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3044613B-F22E-72FB-46AF-A774C8DBC1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0D646FCE-6BA3-8F07-5910-DEE11B3BDF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263750AE-914E-1D6F-F9C0-91648D4EC1F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C951320E-4102-D834-52EE-CF292F48A4A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7672091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0D4382F-E087-6CCC-2EED-5F741A639BD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EC1DE402-3E84-58D6-BFEF-A5C097A2DFC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23755139-8217-E965-267F-1CFCC17BA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BC1B043A-9689-0C1D-6E7B-8DB33462DC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8B11088B-AD11-6793-6FAC-DEEDB475FF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683611D4-6573-8806-7F43-439E2359316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B199A3F1-C2B3-0F42-D27F-171AC9BFB30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BB95DD7D-2F73-D318-A93E-17D93363079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4808235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C6DC366-840D-0C1D-AF9C-FED9203FD01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28083B0E-D8E3-92AA-266E-1AF6C72AC6B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C2B60993-7354-21EF-8F8A-290A8BEB72A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2B04D01D-95CE-16DB-4695-226477151DA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F8543F8D-A28A-8718-6192-7BEFC34BF62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260A2F70-9465-320F-80AE-AB71C25886C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ECC55D42-09D4-5E7F-41ED-07A86F44713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271948A3-3312-A119-DD58-D375A02BB10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2097176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531E9E69-C501-C0BD-DE71-5D60413298C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49C8B1EA-8D97-F13A-2EAF-330E3683B85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E569279E-246E-443D-B8B1-1B58BBE0A11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94CA081B-007D-1D80-7ED6-4EB3B84F706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79E66203-6BC9-AE97-9A8F-B89444B901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E056F42B-0344-43EA-6705-B655A55EB1D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57248D2D-0075-71B2-0721-F2623BC789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056BD69A-4CD8-085A-70E1-82BB4536030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36701462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E24FC8FC-E76E-14E0-8ECF-01B7E97158F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D547A39E-9DAE-3AAC-23B7-5E0F79B985D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BFD7EFC3-4EE5-CE05-B21F-61A30671B7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96749" y="241902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438FF659-090B-F4C2-9BAA-E3030FCF9C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91C36124-0094-B4C7-7A42-64D6B5B1278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6749" y="335016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marker_3">
            <a:extLst>
              <a:ext uri="{FF2B5EF4-FFF2-40B4-BE49-F238E27FC236}">
                <a16:creationId xmlns:a16="http://schemas.microsoft.com/office/drawing/2014/main" id="{6CA619B8-8AF6-4BD3-258F-503B1C0780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31D704B3-FC36-0314-F773-7201276BEA6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96749" y="428131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marker_4">
            <a:extLst>
              <a:ext uri="{FF2B5EF4-FFF2-40B4-BE49-F238E27FC236}">
                <a16:creationId xmlns:a16="http://schemas.microsoft.com/office/drawing/2014/main" id="{12CBD3E5-27BD-F73C-7248-0D2F149B486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2203E6B8-BB7A-7585-9347-DF0738DA7E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796749" y="521245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70ED0625-BFC8-8BFA-731B-4E17174886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2989762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B13EFE9-AB46-F7EC-EA63-4A837B2103C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decisions_title">
            <a:extLst>
              <a:ext uri="{FF2B5EF4-FFF2-40B4-BE49-F238E27FC236}">
                <a16:creationId xmlns:a16="http://schemas.microsoft.com/office/drawing/2014/main" id="{E3AB3D67-B6D7-15B3-DD8A-AE10DAED14F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4842659"/>
            <a:ext cx="2352756" cy="84867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9" name="decisions">
            <a:extLst>
              <a:ext uri="{FF2B5EF4-FFF2-40B4-BE49-F238E27FC236}">
                <a16:creationId xmlns:a16="http://schemas.microsoft.com/office/drawing/2014/main" id="{9E901251-A3C0-90B9-943A-6440E809B17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48549" y="4842659"/>
            <a:ext cx="6921191" cy="8486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9A99EE76-185B-F12C-23C9-D2000EA8FD5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0181952D-7AEE-357C-6BD4-98A755E4F1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2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69BFEA5F-2625-1552-9070-BE18BC085EE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05078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9B485882-E483-79B2-15FE-63A46FA27DE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05078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ED1173CA-027A-C9AC-34F9-E97CDBA7802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11565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43C2029C-A711-B632-ECAD-683EA824032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11565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7AF7916E-9031-79FB-42DB-A56B6EF8F5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9434395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_master">
            <a:extLst>
              <a:ext uri="{FF2B5EF4-FFF2-40B4-BE49-F238E27FC236}">
                <a16:creationId xmlns:a16="http://schemas.microsoft.com/office/drawing/2014/main" id="{0F7B903A-BC18-C982-A946-8F5B89887586}"/>
              </a:ext>
            </a:extLst>
          </p:cNvPr>
          <p:cNvPicPr>
            <a:picLocks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402E347B-D365-49E2-9289-3F52BA4D6BD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9E99942-F5A0-42B8-85FC-8F53E2428F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953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  <p:sldLayoutId id="2147483698" r:id="rId27"/>
    <p:sldLayoutId id="2147483699" r:id="rId2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Segoe UI" panose="020B05020402040202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1A3558"/>
      </a:dk1>
      <a:lt1>
        <a:srgbClr val="F6F5F3"/>
      </a:lt1>
      <a:dk2>
        <a:srgbClr val="4A5058"/>
      </a:dk2>
      <a:lt2>
        <a:srgbClr val="E8E8E6"/>
      </a:lt2>
      <a:accent1>
        <a:srgbClr val="1A3558"/>
      </a:accent1>
      <a:accent2>
        <a:srgbClr val="315FA8"/>
      </a:accent2>
      <a:accent3>
        <a:srgbClr val="4A5058"/>
      </a:accent3>
      <a:accent4>
        <a:srgbClr val="1A3558"/>
      </a:accent4>
      <a:accent5>
        <a:srgbClr val="1A3558"/>
      </a:accent5>
      <a:accent6>
        <a:srgbClr val="4A5058"/>
      </a:accent6>
      <a:hlink>
        <a:srgbClr val="1A3558"/>
      </a:hlink>
      <a:folHlink>
        <a:srgbClr val="4A5058"/>
      </a:folHlink>
    </a:clrScheme>
    <a:fontScheme name="Integral">
      <a:majorFont>
        <a:latin typeface="Cambria" panose="020B06060201040202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Cambria</vt:lpstr>
      <vt:lpstr>Segoe UI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2026-10-03T20:01:52Z</dcterms:created>
  <dcterms:modified xsi:type="dcterms:W3CDTF">2026-10-03T20:02:06Z</dcterms:modified>
</cp:coreProperties>
</file>