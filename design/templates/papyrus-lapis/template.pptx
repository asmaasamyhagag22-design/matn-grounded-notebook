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D71D7399-C1DC-578E-0151-343059C180A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696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0D669B1-C3A3-55B7-C5F6-15EF62DD26E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ACA655B9-BCC2-F538-18AA-A05D88E2F82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1E80976-AF67-A85A-D05D-F2FF913D94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E782BDF-C617-3DC9-1064-9D2020334D3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5FB68E5-8727-FBB7-9A3F-F37E867215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8DBB899-55A5-157C-3653-F7C4269AC0F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63FC03B-DF86-7A2C-B543-1DAA21C86E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290314C-16AB-D9CC-6C28-25E4A0A2B9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2F509C0-C44C-D79B-1567-BC4F413F07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31FEA6D-2A24-3809-D211-8FAFFA8234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2065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449D45B-39C8-62E1-DB88-B7493E13867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9597F94-05F4-25C5-C8E8-78DF70E55B7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0766EC8A-9D58-064F-B74F-AC29C0B310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19215523-6D6B-2383-C255-2230EA4CE1F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472DFAB4-DFED-F7D6-53FC-F62785B68D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D71E98D-65E9-1973-8FFF-E09605E9200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11F06F42-E754-83A7-D5A6-945CC58F30E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39232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184EB83-AC57-C2FB-2673-F7B543A0C28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C9FE9B11-BB57-1657-A591-027248CABCA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78D8E82F-030F-F9F8-97AB-D81C525372B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A94DB65-249E-5839-196A-C3E6643EF0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CFA0F9F-2562-CADE-1C97-4C8CBAD1F9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92ADD12D-EF6F-139A-95B5-192C83DFC2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CA4A4DA7-F8D3-739B-E4F8-800CA1006C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E275E08F-DA6F-9C55-AB87-5224E8C455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ADCEBF50-0962-AF51-1199-02DF969C99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2CAB0CF-97C0-E8F3-80C8-9E3AE42AAE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C585D2B3-2EA9-072F-F747-398DA11FBAF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27906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032BE2F-D044-EAEC-4780-3F134059E15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ADA376D-37F2-BC36-9889-64B14E922F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F2EEE7D4-FDFB-C33A-49D6-00754859EF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8B620788-0EAD-81AE-D996-54412BB2FE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13962B8F-4FF3-C292-4745-EF3EA82234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82373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BD42968-9474-FC4D-6584-0334C229151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CB82079-3747-E18C-480A-7B8B3AD8A3E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E504FB5-FAED-0345-F18A-FC88091E93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34BB516-B822-DEC0-3892-99EE29942C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96170AD-3078-7386-40A0-BC0C7B58DFC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4AB9DB6-102D-354A-C6A3-5C5505548DA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05B340C6-8958-CAD6-4047-3BE8C9CC5F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F715F96-F582-C553-85A2-9FA45788E1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16180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1A29E9F-5FF2-7665-082B-F7DA1FE73BA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7D08E3C-CE83-EF6F-FEB0-7D511D053F9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6564277-A5A6-F730-ECC7-F66B59DF39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F21C0CA-5407-6C01-DCD8-82DAC396E54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B2C85F3-4B8C-E439-B768-D59F8EA151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1988BB77-A728-A54C-890B-3DABFE32733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6084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F4F3CC0-3FBA-4CD6-28D8-EF4773359BA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05A58021-13EE-924D-F307-F301CE7DB140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CC0C110D-B5A4-F1AF-23CE-FC3B349060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CBC6A059-0901-C561-44AD-EA25D757C3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15863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EC0FA39-2316-E243-C0CF-1D0AFE31250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2C85142-7936-3455-859A-8DBDE475CD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58D6749-C2BE-9A9E-75E9-A1CC612229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E7B681A-B483-EEEF-C302-6C268ACF1A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9E6C8E8-F3AC-0334-F3BD-A1CB78161F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3B6E092-3DA0-4A5E-8FD8-EA839DBE6B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FAD12E5-DB88-1828-AD54-9DB283052A1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A94BF9C-43DD-2768-C215-522CE0441F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907D81B-F8B9-CE20-FDFE-CA6E9A79AB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1213314-EB92-B4BE-3390-D1992A897EA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09355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7123C94-BB63-F650-5E23-4E7EBA2BABA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10F32CD-F48A-7FF0-36B4-13237C28832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F19F3CBF-1FC3-17E8-E6E2-21467ABDDE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80083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3E50EA5-0D08-15AA-78C7-907EB24A902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294B330-7DAB-7CC4-7691-6DA58FD2D12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41357858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1C31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6798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2AB35D06-1D8E-2038-4729-9F97938B480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ln w="19050">
                  <a:solidFill>
                    <a:srgbClr val="6798E6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4A9FA543-FE10-82F7-E5EC-DF8E31CA404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6798E6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cxnSp>
        <p:nvCxnSpPr>
          <p:cNvPr id="8" name="divider_rule">
            <a:extLst>
              <a:ext uri="{FF2B5EF4-FFF2-40B4-BE49-F238E27FC236}">
                <a16:creationId xmlns:a16="http://schemas.microsoft.com/office/drawing/2014/main" id="{E93A24D0-E7AF-19C3-3E0A-3705EF53BE1A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6798E6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ivider_rule">
            <a:extLst>
              <a:ext uri="{FF2B5EF4-FFF2-40B4-BE49-F238E27FC236}">
                <a16:creationId xmlns:a16="http://schemas.microsoft.com/office/drawing/2014/main" id="{E151036B-1508-C0F7-E03C-E95C269E0ACA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6798E6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divider_rule">
            <a:extLst>
              <a:ext uri="{FF2B5EF4-FFF2-40B4-BE49-F238E27FC236}">
                <a16:creationId xmlns:a16="http://schemas.microsoft.com/office/drawing/2014/main" id="{1E52DC82-0B0E-D943-6490-F9893455FEB0}"/>
              </a:ext>
            </a:extLst>
          </p:cNvPr>
          <p:cNvCxnSpPr/>
          <p:nvPr userDrawn="1"/>
        </p:nvCxnSpPr>
        <p:spPr>
          <a:xfrm>
            <a:off x="975360" y="5486400"/>
            <a:ext cx="10241280" cy="0"/>
          </a:xfrm>
          <a:prstGeom prst="line">
            <a:avLst/>
          </a:prstGeom>
          <a:ln w="12700" cap="flat" cmpd="sng" algn="ctr">
            <a:solidFill>
              <a:srgbClr val="6798E6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4037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584C0BE-68EF-4F42-4BCC-866D9410E14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62431DD-F2D1-7BD6-1E26-75915DF900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E85F5DC9-CF30-9A8C-9742-9B9ABD445A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1F4ED67-F52C-1F70-AD0E-BDC79F630A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B9A5A6AF-26B4-AC56-2870-88C305419B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D35D583-241A-05A2-2C7B-4412AF4A45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C568838-1759-3F53-DEB3-08B2C801115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97A3810-9665-FF64-D55D-61ABB88F58E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FE7638B-882D-E1B6-52E0-9FDDECEDE0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9E95C1A-75C5-7977-F6CE-C81215BD1B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668703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B80713C-76DD-D7C3-10F2-4C7270A7638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1D683B9-09D1-BAB3-CA55-FC90764143E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E57B49D8-4E94-AC5E-96C3-724E90836D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497691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29762F6-1F2E-D9A3-D905-2551372EC33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B5258A1-185C-7C1A-FC43-6908218E1A0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193D1BE-4E65-0C62-4577-B7BE779828E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A8B6A3D-9C88-7D47-0BCA-59D43872B0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329EC89-CA2E-84B3-8110-ACFE35C3D8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44320E7-460C-E2FC-DDD5-B20BF0D678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5564D62-BC04-AD5E-3883-2070CA654E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ECE2D74-9B01-487D-0A60-6525B762B54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7DE35C2-F2A6-FE19-938F-9CEE23EC145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377B37DB-B9A6-F39D-1C70-B947DC38D82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92428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1EB8B0A-8DB5-046D-43A2-6ECF9FB235A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C7053F8-87BF-09A7-EF6E-87AA266BDEF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B0351E8B-F4BA-C048-8BD6-D4A2F7E9A6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4D6B3F7-FBA0-AA56-A230-EF7A6CB130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87FDCA4-5ABB-DDE4-173A-EC779DE668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15131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8F2DA99-16FE-39AA-3A22-E3BB92B9EB5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AE4B893-ECE4-838A-FF70-D75224D620C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68A8647-8E0D-1CFE-A00F-D2D63D53763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B4F180F6-1F8A-8874-85E4-3EBEBF6C1F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B405B7D-C104-A856-0D8B-16F97FA2F2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96C7B542-89CE-4DCE-D218-708E1A9CCB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00E4BFFD-019E-549B-28C3-A692A06B42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B2462AB1-33E2-A1A1-052F-140DF2BCB19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5159B521-A38E-BE49-8554-45C4B3436C6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E99AF3E6-8494-9CA5-7314-71000D7D910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554DAB1B-FF45-F96A-57ED-2A29919322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860699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B3607A4-4FA1-A7C8-BCBE-5A18FFC04F6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11FF2CE-2A6C-7810-1C93-8CF4D06A358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E4EB87A-7A61-3B8E-6347-3C9427AFFC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BFD2111-AC00-BA5F-2F11-ED6DB9AC0C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C7EF21A3-3F0F-C302-F1E6-3B753BF3DF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5BD4C3C-A0F2-1166-8AE2-F114FF3EF4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A96B785-C52C-0BBB-1E2F-CE6F1320FDD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122364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234A826-421F-271D-D956-E39342D2708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ED8987C-0E11-A159-74A2-35F381963B9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99713E8-E98E-E6BC-15E4-2BCBDD539D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839823FE-D629-3360-6F0F-23DF1EE9E7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83805988-13B5-F93B-AF9B-3509B97E31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DFDE3465-8FB8-FCAE-65C5-686DF26032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EA92BCA8-2A1B-5E8E-5995-1E4F313EB47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3C3C90ED-5880-39A1-7FC2-705AEDEA12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62A719DB-E7C7-11B8-53BB-C1A0DE4727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839AF5F4-2F92-5085-AE45-0D71F875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EB34FEF4-27D1-4616-BE31-B42C413973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318484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B9CD2DE-BF8C-D56F-B06A-09B92F0BC4C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6EAF6F57-33E7-4146-42D4-084F891DB83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3D582FF6-EF09-2617-12C6-89CE1A0A53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4EF40FFF-AD4D-E21B-E215-FFF61A5F59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B400E4AA-814C-22C1-A095-7DB29279FF2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DB99C7E-0987-9868-D5ED-3B6A2BB221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FC048595-C528-2D73-D136-DF017D4143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960D06A-E46B-368A-3B6C-790667A5D5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5596434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62D1D25-CC6B-926E-D18B-D511167286A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2059792-AC2C-AF63-E758-2694A9BEBC9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9EE7E59-23F9-A970-11BE-A482F6523B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30899D2-B5F2-16CF-30B2-D76E6262694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2680791-82CF-B4F2-BDF3-958455F7DA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14611DC-5937-FCA4-C41F-2CF8716FCFB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B221075-552D-2429-5197-AF0AAD8B23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AB17480-5A44-1DF7-9FCF-DF257A0AB08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410A968-7019-8425-808C-990E8E426EA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4A1DC4A-1629-2119-B628-64E8A6E3E1B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58503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3D88389-FE95-CDF3-8B52-573F1308273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0510CEC-15DB-4DC7-6FE6-307919340E6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96FEC17-3180-148B-CDB2-F915706CCF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EA58480-F3BB-E688-B0E8-DFD3FCA21F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A9343EC-12A4-8547-8F1A-5E91761938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521059C-0E2C-8978-B295-067E255B4F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B9C31C5-B4DB-5948-E6C4-E4DC4F5084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5AA02200-DD6C-70B3-2E72-5EABEDF6A8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584697AA-FB30-B7A6-0FE8-AA193BF5FF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E80452B-3BEA-8EE4-DFF4-71EC59F376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6861306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0AC4584-E798-3E91-6DCA-5B588BEE472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68D1FE50-ACFE-D0A4-FF87-BC07373B863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8F50F6B9-3B68-2897-6720-C4DDD33579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5A41CEA7-94C9-B2F2-FDD3-62F977B17C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F808BF57-22E3-6E53-4B43-40A0AD0B9B1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C998CECE-47E4-361A-EC3F-C87B2AE964B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4C4E6708-66F8-62D4-5434-71BD08BBFB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1210DFB-DDF4-8CCF-747E-29786A89BF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4372930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C318A05-CD18-EC29-9970-A5B42223BA7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4C0927B-634C-2B55-1D8A-98EE2CF9966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1B67741-4C89-3224-31F3-0A0618762A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4DFB0F53-F3C6-8702-B66C-E9A78F8242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D7E04A9-357C-16C0-5B5E-F44F063D053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509B62F-30DA-C8BD-1A66-E3614C89CDB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241BB8C-BFEA-A810-852E-F483CDA6678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FB530AEB-A315-D7B4-EEFD-3F37EE3CF8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413568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EBFC20A-B133-08DE-0CA5-C0A95E80FDC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BA43A490-E2C7-A8CC-3A84-7650C899C86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65F04DF5-080A-1CBD-E9D7-CE56746F5C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989A0E4C-4E69-1657-2A8B-C34CD5F44E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AC47536D-0E6D-4FF4-034B-C2FC40EF00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568C497F-B2CE-366F-DA9F-C12965935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0718376D-33B6-24D6-81DA-239D8FAE09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0A4BBBC-2EB2-116D-1BC8-FAC5CB627E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530068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DE47B54-CBEB-39ED-A230-FBD31E66D85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99FC8FE9-4FEC-8490-2559-2983628A166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69C80445-8D77-A8E2-A4A6-29F443972A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3DF0CE98-1382-1B3E-B8B8-71B702263E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F1C005A0-A002-2DA1-BC9B-E33368F649F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10EF5B51-D6F6-83DE-479B-74C92AACE77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D02BFFCB-05B8-0B90-5DE9-C919876260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FA12253A-E294-14C4-205D-B4FC8157E2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015370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AA8CC12-3C27-0219-1CFB-E9694C4387B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5953CB3E-4AFD-8F94-C7FF-3DEEBA11DFF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EE49E0B-1960-0D85-076E-D327577DF7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5EF73456-2F7B-A6CC-5A27-82C9D6E325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AB96A14-D595-29B3-54E0-5659914CF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FE9A2D19-C2BB-D95E-A7D7-8BBE5A22A3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9886727-84AC-162F-5A6E-52F3E22384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AD548F39-0BE5-A6C9-2DFD-9A46B028074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75E7D2A-6838-3BD0-E3DA-04CFE9A94DF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0BD1ECA-A4D2-425F-3772-7E1B0B376B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7141606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9B75478-723C-D5D4-804B-C90811ED6EE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4AD2330E-AE48-12ED-4958-1A519649C67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8E3915D5-48B1-8EE9-F1A7-B9D214E408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46425F45-44AE-09F7-B24A-B1C17B04A3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369513A2-15EB-0DD3-CA5D-69F9C039B7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BBAD683-3631-1765-E1EC-FC7DEE1BBD9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DD96292D-532B-9514-DAB3-DF5344CB34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5F601CAF-A079-F289-FBBD-3269FB13EE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8264FDE0-567B-9DFC-84BE-57F451842F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2C498D6-AB42-D1FF-C437-C758D8E3FF5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92974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48AFEF3F-866A-0A28-0382-44C9AD8F7CFA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F02FB69E-0639-468D-B960-1C2B0522D692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C0DCAE8-747D-49F7-80B2-98777DEBA5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031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1A3558"/>
      </a:dk1>
      <a:lt1>
        <a:srgbClr val="F6F5F3"/>
      </a:lt1>
      <a:dk2>
        <a:srgbClr val="4A5058"/>
      </a:dk2>
      <a:lt2>
        <a:srgbClr val="E8E8E6"/>
      </a:lt2>
      <a:accent1>
        <a:srgbClr val="315FA8"/>
      </a:accent1>
      <a:accent2>
        <a:srgbClr val="1A3558"/>
      </a:accent2>
      <a:accent3>
        <a:srgbClr val="4A5058"/>
      </a:accent3>
      <a:accent4>
        <a:srgbClr val="1A3558"/>
      </a:accent4>
      <a:accent5>
        <a:srgbClr val="315FA8"/>
      </a:accent5>
      <a:accent6>
        <a:srgbClr val="4A5058"/>
      </a:accent6>
      <a:hlink>
        <a:srgbClr val="1A3558"/>
      </a:hlink>
      <a:folHlink>
        <a:srgbClr val="4A5058"/>
      </a:folHlink>
    </a:clrScheme>
    <a:fontScheme name="Integral">
      <a:majorFont>
        <a:latin typeface="Cambria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Cambria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2026-10-03T19:33:29Z</dcterms:created>
  <dcterms:modified xsi:type="dcterms:W3CDTF">2026-10-03T19:33:47Z</dcterms:modified>
</cp:coreProperties>
</file>