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Sz cx="12192000" cy="6858000"/>
  <p:notesSz cx="6858000" cy="9144000"/>
  <p:defaultTextStyle>
    <a:defPPr lvl="0">
      <a:defRPr lang="en-US"/>
    </a:defPPr>
    <a:lvl1pPr marL="0" lvl="1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lvl="2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lvl="3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lvl="4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viewProps" Target="viewProps.xml"/><Relationship Id="rId2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5" Type="http://schemas.openxmlformats.org/officeDocument/2006/relationships/tableStyles" Target="tableStyles.xml"/><Relationship Id="rId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matn:title: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creative_background">
            <a:extLst>
              <a:ext uri="{FF2B5EF4-FFF2-40B4-BE49-F238E27FC236}">
                <a16:creationId xmlns:a16="http://schemas.microsoft.com/office/drawing/2014/main" id="{48E36843-047A-BBAD-52CD-E6C754011800}"/>
              </a:ext>
            </a:extLst>
          </p:cNvPr>
          <p:cNvPicPr>
            <a:picLocks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"/>
          <p:cNvSpPr>
            <a:spLocks noGrp="1"/>
          </p:cNvSpPr>
          <p:nvPr>
            <p:ph type="ctr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40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"/>
          <p:cNvSpPr>
            <a:spLocks noGrp="1"/>
          </p:cNvSpPr>
          <p:nvPr>
            <p:ph type="subTitle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fld id="{953E3269-9E78-4D7E-9A3E-1CB27CD92A12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6D5B57-F7EE-4146-9EF5-FE1410ECAA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17354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matn:executive_summary: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reative_background">
            <a:extLst>
              <a:ext uri="{FF2B5EF4-FFF2-40B4-BE49-F238E27FC236}">
                <a16:creationId xmlns:a16="http://schemas.microsoft.com/office/drawing/2014/main" id="{72DC298E-FC1E-10FB-D314-5B65800B6F63}"/>
              </a:ext>
            </a:extLst>
          </p:cNvPr>
          <p:cNvPicPr>
            <a:picLocks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3E3269-9E78-4D7E-9A3E-1CB27CD92A12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6D5B57-F7EE-4146-9EF5-FE1410ECAA61}" type="slidenum">
              <a:rPr lang="en-US" smtClean="0"/>
              <a:t>‹#›</a:t>
            </a:fld>
            <a:endParaRPr lang="en-US"/>
          </a:p>
        </p:txBody>
      </p:sp>
      <p:sp>
        <p:nvSpPr>
          <p:cNvPr id="8" name="item_1_title">
            <a:extLst>
              <a:ext uri="{FF2B5EF4-FFF2-40B4-BE49-F238E27FC236}">
                <a16:creationId xmlns:a16="http://schemas.microsoft.com/office/drawing/2014/main" id="{14B2C136-455F-CCD9-7B31-73BEA48EBFEF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1148744" y="2419022"/>
            <a:ext cx="2841252" cy="532083"/>
          </a:xfr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item_1_title</a:t>
            </a:r>
          </a:p>
        </p:txBody>
      </p:sp>
      <p:sp>
        <p:nvSpPr>
          <p:cNvPr id="9" name="item_1">
            <a:extLst>
              <a:ext uri="{FF2B5EF4-FFF2-40B4-BE49-F238E27FC236}">
                <a16:creationId xmlns:a16="http://schemas.microsoft.com/office/drawing/2014/main" id="{D5E17753-C880-A7D0-ADCD-4D6AC881695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089691" y="2419022"/>
            <a:ext cx="6529895" cy="532083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item_1</a:t>
            </a:r>
          </a:p>
        </p:txBody>
      </p:sp>
      <p:sp>
        <p:nvSpPr>
          <p:cNvPr id="10" name="item_2_title">
            <a:extLst>
              <a:ext uri="{FF2B5EF4-FFF2-40B4-BE49-F238E27FC236}">
                <a16:creationId xmlns:a16="http://schemas.microsoft.com/office/drawing/2014/main" id="{85CE0103-852A-1781-D584-5D9B1CF5627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148744" y="3350167"/>
            <a:ext cx="2841252" cy="532083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item_2_title</a:t>
            </a:r>
          </a:p>
        </p:txBody>
      </p:sp>
      <p:sp>
        <p:nvSpPr>
          <p:cNvPr id="11" name="item_2">
            <a:extLst>
              <a:ext uri="{FF2B5EF4-FFF2-40B4-BE49-F238E27FC236}">
                <a16:creationId xmlns:a16="http://schemas.microsoft.com/office/drawing/2014/main" id="{15329F44-D828-6F84-C2D3-55AA296BDFF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089691" y="3350167"/>
            <a:ext cx="6529895" cy="532083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item_2</a:t>
            </a:r>
          </a:p>
        </p:txBody>
      </p:sp>
      <p:sp>
        <p:nvSpPr>
          <p:cNvPr id="12" name="item_3_title">
            <a:extLst>
              <a:ext uri="{FF2B5EF4-FFF2-40B4-BE49-F238E27FC236}">
                <a16:creationId xmlns:a16="http://schemas.microsoft.com/office/drawing/2014/main" id="{A5C626D7-B961-0717-E513-B4B0262AD4E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148744" y="4281312"/>
            <a:ext cx="2841252" cy="532083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item_3_title</a:t>
            </a:r>
          </a:p>
        </p:txBody>
      </p:sp>
      <p:sp>
        <p:nvSpPr>
          <p:cNvPr id="13" name="item_3">
            <a:extLst>
              <a:ext uri="{FF2B5EF4-FFF2-40B4-BE49-F238E27FC236}">
                <a16:creationId xmlns:a16="http://schemas.microsoft.com/office/drawing/2014/main" id="{E7F34DF2-C7BF-21AE-9146-CA17837632C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089691" y="4281312"/>
            <a:ext cx="6529895" cy="532083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item_3</a:t>
            </a:r>
          </a:p>
        </p:txBody>
      </p:sp>
      <p:sp>
        <p:nvSpPr>
          <p:cNvPr id="14" name="item_4_title">
            <a:extLst>
              <a:ext uri="{FF2B5EF4-FFF2-40B4-BE49-F238E27FC236}">
                <a16:creationId xmlns:a16="http://schemas.microsoft.com/office/drawing/2014/main" id="{AA0FC4AA-8E34-F9BD-5B13-86EB200506D9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148744" y="5212457"/>
            <a:ext cx="2841252" cy="532083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item_4_title</a:t>
            </a:r>
          </a:p>
        </p:txBody>
      </p:sp>
      <p:sp>
        <p:nvSpPr>
          <p:cNvPr id="15" name="item_4">
            <a:extLst>
              <a:ext uri="{FF2B5EF4-FFF2-40B4-BE49-F238E27FC236}">
                <a16:creationId xmlns:a16="http://schemas.microsoft.com/office/drawing/2014/main" id="{438CCD14-D591-4575-EA30-F3CA696EE371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089691" y="5212457"/>
            <a:ext cx="6529895" cy="532083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item_4</a:t>
            </a:r>
          </a:p>
        </p:txBody>
      </p:sp>
      <p:sp>
        <p:nvSpPr>
          <p:cNvPr id="16" name="source">
            <a:extLst>
              <a:ext uri="{FF2B5EF4-FFF2-40B4-BE49-F238E27FC236}">
                <a16:creationId xmlns:a16="http://schemas.microsoft.com/office/drawing/2014/main" id="{8DE34778-9503-4082-28E8-26AF56676EE8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024128" y="6004560"/>
            <a:ext cx="1905000" cy="3048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</p:spPr>
        <p:txBody>
          <a:bodyPr wrap="square" lIns="127000" tIns="25400" rIns="127000" bIns="2540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p. 1</a:t>
            </a:r>
          </a:p>
        </p:txBody>
      </p:sp>
    </p:spTree>
    <p:extLst>
      <p:ext uri="{BB962C8B-B14F-4D97-AF65-F5344CB8AC3E}">
        <p14:creationId xmlns:p14="http://schemas.microsoft.com/office/powerpoint/2010/main" val="15764687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matn:kpi:big-numb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reative_background">
            <a:extLst>
              <a:ext uri="{FF2B5EF4-FFF2-40B4-BE49-F238E27FC236}">
                <a16:creationId xmlns:a16="http://schemas.microsoft.com/office/drawing/2014/main" id="{B1255091-0BBE-B555-E8B2-6B2D7A2040B4}"/>
              </a:ext>
            </a:extLst>
          </p:cNvPr>
          <p:cNvPicPr>
            <a:picLocks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3E3269-9E78-4D7E-9A3E-1CB27CD92A12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6D5B57-F7EE-4146-9EF5-FE1410ECAA61}" type="slidenum">
              <a:rPr lang="en-US" smtClean="0"/>
              <a:t>‹#›</a:t>
            </a:fld>
            <a:endParaRPr lang="en-US"/>
          </a:p>
        </p:txBody>
      </p:sp>
      <p:sp>
        <p:nvSpPr>
          <p:cNvPr id="8" name="body">
            <a:extLst>
              <a:ext uri="{FF2B5EF4-FFF2-40B4-BE49-F238E27FC236}">
                <a16:creationId xmlns:a16="http://schemas.microsoft.com/office/drawing/2014/main" id="{092A5AA0-74C4-5C89-4A51-D044AF7719D1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1024128" y="5159248"/>
            <a:ext cx="9720073" cy="718312"/>
          </a:xfrm>
        </p:spPr>
        <p:txBody>
          <a:bodyPr wrap="square" anchor="t">
            <a:noAutofit/>
          </a:bodyPr>
          <a:lstStyle>
            <a:lvl1pPr>
              <a:defRPr sz="2000"/>
            </a:lvl1pPr>
          </a:lstStyle>
          <a:p>
            <a:pPr lvl="0"/>
            <a:r>
              <a:rPr lang="en-US"/>
              <a:t>body</a:t>
            </a:r>
          </a:p>
        </p:txBody>
      </p:sp>
      <p:sp>
        <p:nvSpPr>
          <p:cNvPr id="9" name="kpi_value_1">
            <a:extLst>
              <a:ext uri="{FF2B5EF4-FFF2-40B4-BE49-F238E27FC236}">
                <a16:creationId xmlns:a16="http://schemas.microsoft.com/office/drawing/2014/main" id="{AF9BCFF4-D84F-637E-A57B-FE8EF2E489C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198591" y="2472229"/>
            <a:ext cx="4411418" cy="1515296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60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kpi_value_1</a:t>
            </a:r>
          </a:p>
        </p:txBody>
      </p:sp>
      <p:sp>
        <p:nvSpPr>
          <p:cNvPr id="10" name="kpi_label_1">
            <a:extLst>
              <a:ext uri="{FF2B5EF4-FFF2-40B4-BE49-F238E27FC236}">
                <a16:creationId xmlns:a16="http://schemas.microsoft.com/office/drawing/2014/main" id="{80F038EB-88E0-827D-D086-8B0C5B99FE3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198591" y="3987526"/>
            <a:ext cx="4411418" cy="841831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kpi_label_1</a:t>
            </a:r>
          </a:p>
        </p:txBody>
      </p:sp>
      <p:sp>
        <p:nvSpPr>
          <p:cNvPr id="11" name="kpi_value_2">
            <a:extLst>
              <a:ext uri="{FF2B5EF4-FFF2-40B4-BE49-F238E27FC236}">
                <a16:creationId xmlns:a16="http://schemas.microsoft.com/office/drawing/2014/main" id="{FDE9207A-0E53-B6D8-1AB4-503A03475BC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158321" y="2472229"/>
            <a:ext cx="4411418" cy="1515296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60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kpi_value_2</a:t>
            </a:r>
          </a:p>
        </p:txBody>
      </p:sp>
      <p:sp>
        <p:nvSpPr>
          <p:cNvPr id="12" name="kpi_label_2">
            <a:extLst>
              <a:ext uri="{FF2B5EF4-FFF2-40B4-BE49-F238E27FC236}">
                <a16:creationId xmlns:a16="http://schemas.microsoft.com/office/drawing/2014/main" id="{C50D935E-3308-FD67-B254-7CE5DC13B07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158321" y="3987526"/>
            <a:ext cx="4411418" cy="841831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kpi_label_2</a:t>
            </a:r>
          </a:p>
        </p:txBody>
      </p:sp>
      <p:sp>
        <p:nvSpPr>
          <p:cNvPr id="13" name="source">
            <a:extLst>
              <a:ext uri="{FF2B5EF4-FFF2-40B4-BE49-F238E27FC236}">
                <a16:creationId xmlns:a16="http://schemas.microsoft.com/office/drawing/2014/main" id="{447EF609-44A1-18EF-7379-03B4077239FD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024128" y="6004560"/>
            <a:ext cx="1905000" cy="3048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</p:spPr>
        <p:txBody>
          <a:bodyPr wrap="square" lIns="127000" tIns="25400" rIns="127000" bIns="2540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p. 1</a:t>
            </a:r>
          </a:p>
        </p:txBody>
      </p:sp>
    </p:spTree>
    <p:extLst>
      <p:ext uri="{BB962C8B-B14F-4D97-AF65-F5344CB8AC3E}">
        <p14:creationId xmlns:p14="http://schemas.microsoft.com/office/powerpoint/2010/main" val="7430846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matn:kpi:card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reative_background">
            <a:extLst>
              <a:ext uri="{FF2B5EF4-FFF2-40B4-BE49-F238E27FC236}">
                <a16:creationId xmlns:a16="http://schemas.microsoft.com/office/drawing/2014/main" id="{53082883-DF2B-EDA1-11FF-D19289B95A74}"/>
              </a:ext>
            </a:extLst>
          </p:cNvPr>
          <p:cNvPicPr>
            <a:picLocks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3E3269-9E78-4D7E-9A3E-1CB27CD92A12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6D5B57-F7EE-4146-9EF5-FE1410ECAA61}" type="slidenum">
              <a:rPr lang="en-US" smtClean="0"/>
              <a:t>‹#›</a:t>
            </a:fld>
            <a:endParaRPr lang="en-US"/>
          </a:p>
        </p:txBody>
      </p:sp>
      <p:sp>
        <p:nvSpPr>
          <p:cNvPr id="8" name="body">
            <a:extLst>
              <a:ext uri="{FF2B5EF4-FFF2-40B4-BE49-F238E27FC236}">
                <a16:creationId xmlns:a16="http://schemas.microsoft.com/office/drawing/2014/main" id="{E4EF5848-904D-B3C5-934D-3C1936EC6CA5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1024128" y="5159248"/>
            <a:ext cx="9720073" cy="718312"/>
          </a:xfrm>
        </p:spPr>
        <p:txBody>
          <a:bodyPr wrap="square" anchor="t">
            <a:noAutofit/>
          </a:bodyPr>
          <a:lstStyle>
            <a:lvl1pPr>
              <a:defRPr sz="2000"/>
            </a:lvl1pPr>
          </a:lstStyle>
          <a:p>
            <a:pPr lvl="0"/>
            <a:r>
              <a:rPr lang="en-US"/>
              <a:t>body</a:t>
            </a:r>
          </a:p>
        </p:txBody>
      </p:sp>
      <p:sp>
        <p:nvSpPr>
          <p:cNvPr id="9" name="kpi_value_1">
            <a:extLst>
              <a:ext uri="{FF2B5EF4-FFF2-40B4-BE49-F238E27FC236}">
                <a16:creationId xmlns:a16="http://schemas.microsoft.com/office/drawing/2014/main" id="{E1FCD1AB-C16B-4396-E671-F7A49A30978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198592" y="2472229"/>
            <a:ext cx="1931553" cy="1515296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60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kpi_value_1</a:t>
            </a:r>
          </a:p>
        </p:txBody>
      </p:sp>
      <p:sp>
        <p:nvSpPr>
          <p:cNvPr id="10" name="kpi_label_1">
            <a:extLst>
              <a:ext uri="{FF2B5EF4-FFF2-40B4-BE49-F238E27FC236}">
                <a16:creationId xmlns:a16="http://schemas.microsoft.com/office/drawing/2014/main" id="{1CF8C95B-385B-F897-80CB-6553DAB5C0F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198592" y="3987526"/>
            <a:ext cx="1931553" cy="841831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kpi_label_1</a:t>
            </a:r>
          </a:p>
        </p:txBody>
      </p:sp>
      <p:sp>
        <p:nvSpPr>
          <p:cNvPr id="11" name="kpi_value_2">
            <a:extLst>
              <a:ext uri="{FF2B5EF4-FFF2-40B4-BE49-F238E27FC236}">
                <a16:creationId xmlns:a16="http://schemas.microsoft.com/office/drawing/2014/main" id="{69D4C140-B60E-AC47-1D63-AFA6F0BB80E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678457" y="2472229"/>
            <a:ext cx="1931553" cy="1515296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60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kpi_value_2</a:t>
            </a:r>
          </a:p>
        </p:txBody>
      </p:sp>
      <p:sp>
        <p:nvSpPr>
          <p:cNvPr id="12" name="kpi_label_2">
            <a:extLst>
              <a:ext uri="{FF2B5EF4-FFF2-40B4-BE49-F238E27FC236}">
                <a16:creationId xmlns:a16="http://schemas.microsoft.com/office/drawing/2014/main" id="{A60D57FD-0C88-07D2-F2D1-E5A11BBC3962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678457" y="3987526"/>
            <a:ext cx="1931553" cy="841831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kpi_label_2</a:t>
            </a:r>
          </a:p>
        </p:txBody>
      </p:sp>
      <p:sp>
        <p:nvSpPr>
          <p:cNvPr id="13" name="kpi_value_3">
            <a:extLst>
              <a:ext uri="{FF2B5EF4-FFF2-40B4-BE49-F238E27FC236}">
                <a16:creationId xmlns:a16="http://schemas.microsoft.com/office/drawing/2014/main" id="{10BC29F8-0B12-244B-FF67-4F44276A44A2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158322" y="2472229"/>
            <a:ext cx="1931553" cy="1515296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60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kpi_value_3</a:t>
            </a:r>
          </a:p>
        </p:txBody>
      </p:sp>
      <p:sp>
        <p:nvSpPr>
          <p:cNvPr id="14" name="kpi_label_3">
            <a:extLst>
              <a:ext uri="{FF2B5EF4-FFF2-40B4-BE49-F238E27FC236}">
                <a16:creationId xmlns:a16="http://schemas.microsoft.com/office/drawing/2014/main" id="{920AD996-F2A4-CAF0-7893-B5431C96624F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158322" y="3987526"/>
            <a:ext cx="1931553" cy="841831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kpi_label_3</a:t>
            </a:r>
          </a:p>
        </p:txBody>
      </p:sp>
      <p:sp>
        <p:nvSpPr>
          <p:cNvPr id="15" name="kpi_value_4">
            <a:extLst>
              <a:ext uri="{FF2B5EF4-FFF2-40B4-BE49-F238E27FC236}">
                <a16:creationId xmlns:a16="http://schemas.microsoft.com/office/drawing/2014/main" id="{BB9BB6FC-8396-51A4-1B93-A31F3D389104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638186" y="2472229"/>
            <a:ext cx="1931553" cy="1515296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60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kpi_value_4</a:t>
            </a:r>
          </a:p>
        </p:txBody>
      </p:sp>
      <p:sp>
        <p:nvSpPr>
          <p:cNvPr id="16" name="kpi_label_4">
            <a:extLst>
              <a:ext uri="{FF2B5EF4-FFF2-40B4-BE49-F238E27FC236}">
                <a16:creationId xmlns:a16="http://schemas.microsoft.com/office/drawing/2014/main" id="{88E79CD3-733B-F5D9-977B-56890DB91A50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638186" y="3987526"/>
            <a:ext cx="1931553" cy="841831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kpi_label_4</a:t>
            </a:r>
          </a:p>
        </p:txBody>
      </p:sp>
      <p:sp>
        <p:nvSpPr>
          <p:cNvPr id="17" name="source">
            <a:extLst>
              <a:ext uri="{FF2B5EF4-FFF2-40B4-BE49-F238E27FC236}">
                <a16:creationId xmlns:a16="http://schemas.microsoft.com/office/drawing/2014/main" id="{ADC8DD8F-369C-8C68-3CE7-446CD2527375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024128" y="6004560"/>
            <a:ext cx="1905000" cy="3048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</p:spPr>
        <p:txBody>
          <a:bodyPr wrap="square" lIns="127000" tIns="25400" rIns="127000" bIns="2540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p. 1</a:t>
            </a:r>
          </a:p>
        </p:txBody>
      </p:sp>
    </p:spTree>
    <p:extLst>
      <p:ext uri="{BB962C8B-B14F-4D97-AF65-F5344CB8AC3E}">
        <p14:creationId xmlns:p14="http://schemas.microsoft.com/office/powerpoint/2010/main" val="34433307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matn:finding:split-60-4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reative_background">
            <a:extLst>
              <a:ext uri="{FF2B5EF4-FFF2-40B4-BE49-F238E27FC236}">
                <a16:creationId xmlns:a16="http://schemas.microsoft.com/office/drawing/2014/main" id="{254CC07E-A708-5D7A-2565-2257292DA40B}"/>
              </a:ext>
            </a:extLst>
          </p:cNvPr>
          <p:cNvPicPr>
            <a:picLocks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3E3269-9E78-4D7E-9A3E-1CB27CD92A12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6D5B57-F7EE-4146-9EF5-FE1410ECAA61}" type="slidenum">
              <a:rPr lang="en-US" smtClean="0"/>
              <a:t>‹#›</a:t>
            </a:fld>
            <a:endParaRPr lang="en-US"/>
          </a:p>
        </p:txBody>
      </p:sp>
      <p:sp>
        <p:nvSpPr>
          <p:cNvPr id="8" name="body">
            <a:extLst>
              <a:ext uri="{FF2B5EF4-FFF2-40B4-BE49-F238E27FC236}">
                <a16:creationId xmlns:a16="http://schemas.microsoft.com/office/drawing/2014/main" id="{F194E0E3-14CA-1B77-6F6D-CC89F07692D4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1024128" y="2286000"/>
            <a:ext cx="5443241" cy="3591560"/>
          </a:xfrm>
        </p:spPr>
        <p:txBody>
          <a:bodyPr wrap="square" anchor="t">
            <a:noAutofit/>
          </a:bodyPr>
          <a:lstStyle>
            <a:lvl1pPr>
              <a:defRPr sz="2000"/>
            </a:lvl1pPr>
          </a:lstStyle>
          <a:p>
            <a:pPr lvl="0"/>
            <a:r>
              <a:rPr lang="en-US"/>
              <a:t>body</a:t>
            </a:r>
          </a:p>
        </p:txBody>
      </p:sp>
      <p:sp>
        <p:nvSpPr>
          <p:cNvPr id="9" name="quote">
            <a:extLst>
              <a:ext uri="{FF2B5EF4-FFF2-40B4-BE49-F238E27FC236}">
                <a16:creationId xmlns:a16="http://schemas.microsoft.com/office/drawing/2014/main" id="{9E747347-EBD8-1CB5-7D1C-52D93A742ED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030635" y="2472230"/>
            <a:ext cx="3539104" cy="2687019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 i="1">
                <a:latin typeface="+mj-lt"/>
              </a:defRPr>
            </a:lvl1pPr>
          </a:lstStyle>
          <a:p>
            <a:pPr lvl="0"/>
            <a:r>
              <a:rPr lang="en-US"/>
              <a:t>quote</a:t>
            </a:r>
          </a:p>
        </p:txBody>
      </p:sp>
      <p:sp>
        <p:nvSpPr>
          <p:cNvPr id="10" name="attribution">
            <a:extLst>
              <a:ext uri="{FF2B5EF4-FFF2-40B4-BE49-F238E27FC236}">
                <a16:creationId xmlns:a16="http://schemas.microsoft.com/office/drawing/2014/main" id="{F75141F4-69D7-3A40-256D-8F5C2F11546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030635" y="5159249"/>
            <a:ext cx="3539104" cy="532083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attribution</a:t>
            </a:r>
          </a:p>
        </p:txBody>
      </p:sp>
      <p:sp>
        <p:nvSpPr>
          <p:cNvPr id="11" name="source">
            <a:extLst>
              <a:ext uri="{FF2B5EF4-FFF2-40B4-BE49-F238E27FC236}">
                <a16:creationId xmlns:a16="http://schemas.microsoft.com/office/drawing/2014/main" id="{98142E0D-1F55-9237-7A5D-2497FB1DDB0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024128" y="6004560"/>
            <a:ext cx="1905000" cy="3048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</p:spPr>
        <p:txBody>
          <a:bodyPr wrap="square" lIns="127000" tIns="25400" rIns="127000" bIns="2540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p. 1</a:t>
            </a:r>
          </a:p>
        </p:txBody>
      </p:sp>
    </p:spTree>
    <p:extLst>
      <p:ext uri="{BB962C8B-B14F-4D97-AF65-F5344CB8AC3E}">
        <p14:creationId xmlns:p14="http://schemas.microsoft.com/office/powerpoint/2010/main" val="14006076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matn:finding:cards-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reative_background">
            <a:extLst>
              <a:ext uri="{FF2B5EF4-FFF2-40B4-BE49-F238E27FC236}">
                <a16:creationId xmlns:a16="http://schemas.microsoft.com/office/drawing/2014/main" id="{397F54D6-463D-51F2-DB5E-04CAF86B8C6A}"/>
              </a:ext>
            </a:extLst>
          </p:cNvPr>
          <p:cNvPicPr>
            <a:picLocks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3E3269-9E78-4D7E-9A3E-1CB27CD92A12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6D5B57-F7EE-4146-9EF5-FE1410ECAA61}" type="slidenum">
              <a:rPr lang="en-US" smtClean="0"/>
              <a:t>‹#›</a:t>
            </a:fld>
            <a:endParaRPr lang="en-US"/>
          </a:p>
        </p:txBody>
      </p:sp>
      <p:sp>
        <p:nvSpPr>
          <p:cNvPr id="8" name="item_1_title">
            <a:extLst>
              <a:ext uri="{FF2B5EF4-FFF2-40B4-BE49-F238E27FC236}">
                <a16:creationId xmlns:a16="http://schemas.microsoft.com/office/drawing/2014/main" id="{77EC1ED0-1D55-5E2A-2834-121492D39104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1198591" y="2472230"/>
            <a:ext cx="2758175" cy="946795"/>
          </a:xfr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item_1_title</a:t>
            </a:r>
          </a:p>
        </p:txBody>
      </p:sp>
      <p:sp>
        <p:nvSpPr>
          <p:cNvPr id="9" name="item_1">
            <a:extLst>
              <a:ext uri="{FF2B5EF4-FFF2-40B4-BE49-F238E27FC236}">
                <a16:creationId xmlns:a16="http://schemas.microsoft.com/office/drawing/2014/main" id="{E02AA3FD-E876-8E1E-F434-39A657C5DD1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198592" y="3419025"/>
            <a:ext cx="2758175" cy="2272307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item_1</a:t>
            </a:r>
          </a:p>
        </p:txBody>
      </p:sp>
      <p:sp>
        <p:nvSpPr>
          <p:cNvPr id="10" name="item_2_title">
            <a:extLst>
              <a:ext uri="{FF2B5EF4-FFF2-40B4-BE49-F238E27FC236}">
                <a16:creationId xmlns:a16="http://schemas.microsoft.com/office/drawing/2014/main" id="{0DB4FC35-E944-5B39-CCBA-24DAEA61D7D5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05078" y="2472230"/>
            <a:ext cx="2758175" cy="946795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item_2_title</a:t>
            </a:r>
          </a:p>
        </p:txBody>
      </p:sp>
      <p:sp>
        <p:nvSpPr>
          <p:cNvPr id="11" name="item_2">
            <a:extLst>
              <a:ext uri="{FF2B5EF4-FFF2-40B4-BE49-F238E27FC236}">
                <a16:creationId xmlns:a16="http://schemas.microsoft.com/office/drawing/2014/main" id="{8596F98D-BCA6-EDBF-303B-76EBDB1B903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505078" y="3419025"/>
            <a:ext cx="2758175" cy="2272307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item_2</a:t>
            </a:r>
          </a:p>
        </p:txBody>
      </p:sp>
      <p:sp>
        <p:nvSpPr>
          <p:cNvPr id="12" name="item_3_title">
            <a:extLst>
              <a:ext uri="{FF2B5EF4-FFF2-40B4-BE49-F238E27FC236}">
                <a16:creationId xmlns:a16="http://schemas.microsoft.com/office/drawing/2014/main" id="{E428B427-D65B-E7C9-88E5-41490633D911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811565" y="2472230"/>
            <a:ext cx="2758175" cy="946795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item_3_title</a:t>
            </a:r>
          </a:p>
        </p:txBody>
      </p:sp>
      <p:sp>
        <p:nvSpPr>
          <p:cNvPr id="13" name="item_3">
            <a:extLst>
              <a:ext uri="{FF2B5EF4-FFF2-40B4-BE49-F238E27FC236}">
                <a16:creationId xmlns:a16="http://schemas.microsoft.com/office/drawing/2014/main" id="{0EEE3AE2-5947-DF34-4232-5535D5DF8D40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7811565" y="3419025"/>
            <a:ext cx="2758175" cy="2272307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item_3</a:t>
            </a:r>
          </a:p>
        </p:txBody>
      </p:sp>
      <p:sp>
        <p:nvSpPr>
          <p:cNvPr id="14" name="source">
            <a:extLst>
              <a:ext uri="{FF2B5EF4-FFF2-40B4-BE49-F238E27FC236}">
                <a16:creationId xmlns:a16="http://schemas.microsoft.com/office/drawing/2014/main" id="{2DCA5767-8187-4ACE-7BD6-A4CA8B7E21E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024128" y="6004560"/>
            <a:ext cx="1905000" cy="3048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</p:spPr>
        <p:txBody>
          <a:bodyPr wrap="square" lIns="127000" tIns="25400" rIns="127000" bIns="2540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p. 1</a:t>
            </a:r>
          </a:p>
        </p:txBody>
      </p:sp>
    </p:spTree>
    <p:extLst>
      <p:ext uri="{BB962C8B-B14F-4D97-AF65-F5344CB8AC3E}">
        <p14:creationId xmlns:p14="http://schemas.microsoft.com/office/powerpoint/2010/main" val="41744697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matn:finding:two-co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reative_background">
            <a:extLst>
              <a:ext uri="{FF2B5EF4-FFF2-40B4-BE49-F238E27FC236}">
                <a16:creationId xmlns:a16="http://schemas.microsoft.com/office/drawing/2014/main" id="{D2026A89-CA86-6ED2-9E28-25883B5453F6}"/>
              </a:ext>
            </a:extLst>
          </p:cNvPr>
          <p:cNvPicPr>
            <a:picLocks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3E3269-9E78-4D7E-9A3E-1CB27CD92A12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6D5B57-F7EE-4146-9EF5-FE1410ECAA61}" type="slidenum">
              <a:rPr lang="en-US" smtClean="0"/>
              <a:t>‹#›</a:t>
            </a:fld>
            <a:endParaRPr lang="en-US"/>
          </a:p>
        </p:txBody>
      </p:sp>
      <p:sp>
        <p:nvSpPr>
          <p:cNvPr id="8" name="item_1_title">
            <a:extLst>
              <a:ext uri="{FF2B5EF4-FFF2-40B4-BE49-F238E27FC236}">
                <a16:creationId xmlns:a16="http://schemas.microsoft.com/office/drawing/2014/main" id="{FE3547A0-1F70-B59D-9E8D-98E58CB9853A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1198591" y="2472230"/>
            <a:ext cx="4411418" cy="946795"/>
          </a:xfr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item_1_title</a:t>
            </a:r>
          </a:p>
        </p:txBody>
      </p:sp>
      <p:sp>
        <p:nvSpPr>
          <p:cNvPr id="9" name="item_1">
            <a:extLst>
              <a:ext uri="{FF2B5EF4-FFF2-40B4-BE49-F238E27FC236}">
                <a16:creationId xmlns:a16="http://schemas.microsoft.com/office/drawing/2014/main" id="{A050D8FB-93FE-20F1-9358-8F3D8ACBC34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198591" y="3419025"/>
            <a:ext cx="4411418" cy="2272307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item_1</a:t>
            </a:r>
          </a:p>
        </p:txBody>
      </p:sp>
      <p:sp>
        <p:nvSpPr>
          <p:cNvPr id="10" name="item_2_title">
            <a:extLst>
              <a:ext uri="{FF2B5EF4-FFF2-40B4-BE49-F238E27FC236}">
                <a16:creationId xmlns:a16="http://schemas.microsoft.com/office/drawing/2014/main" id="{EA20E903-68BA-1804-340D-0A6C401A75B5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158321" y="2472230"/>
            <a:ext cx="4411418" cy="946795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item_2_title</a:t>
            </a:r>
          </a:p>
        </p:txBody>
      </p:sp>
      <p:sp>
        <p:nvSpPr>
          <p:cNvPr id="11" name="item_2">
            <a:extLst>
              <a:ext uri="{FF2B5EF4-FFF2-40B4-BE49-F238E27FC236}">
                <a16:creationId xmlns:a16="http://schemas.microsoft.com/office/drawing/2014/main" id="{E06B86EA-A7DD-4DF7-AD23-7C78298C0D4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158321" y="3419025"/>
            <a:ext cx="4411418" cy="2272307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item_2</a:t>
            </a:r>
          </a:p>
        </p:txBody>
      </p:sp>
      <p:sp>
        <p:nvSpPr>
          <p:cNvPr id="12" name="source">
            <a:extLst>
              <a:ext uri="{FF2B5EF4-FFF2-40B4-BE49-F238E27FC236}">
                <a16:creationId xmlns:a16="http://schemas.microsoft.com/office/drawing/2014/main" id="{37E4ABC1-59BE-C677-E69F-CA93810A58BC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024128" y="6004560"/>
            <a:ext cx="1905000" cy="3048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</p:spPr>
        <p:txBody>
          <a:bodyPr wrap="square" lIns="127000" tIns="25400" rIns="127000" bIns="2540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p. 1</a:t>
            </a:r>
          </a:p>
        </p:txBody>
      </p:sp>
    </p:spTree>
    <p:extLst>
      <p:ext uri="{BB962C8B-B14F-4D97-AF65-F5344CB8AC3E}">
        <p14:creationId xmlns:p14="http://schemas.microsoft.com/office/powerpoint/2010/main" val="9368102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matn:chart:her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reative_background">
            <a:extLst>
              <a:ext uri="{FF2B5EF4-FFF2-40B4-BE49-F238E27FC236}">
                <a16:creationId xmlns:a16="http://schemas.microsoft.com/office/drawing/2014/main" id="{AE10DF9B-993D-CE54-A6ED-929707DC81BD}"/>
              </a:ext>
            </a:extLst>
          </p:cNvPr>
          <p:cNvPicPr>
            <a:picLocks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3E3269-9E78-4D7E-9A3E-1CB27CD92A12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6D5B57-F7EE-4146-9EF5-FE1410ECAA61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hart">
            <a:extLst>
              <a:ext uri="{FF2B5EF4-FFF2-40B4-BE49-F238E27FC236}">
                <a16:creationId xmlns:a16="http://schemas.microsoft.com/office/drawing/2014/main" id="{5E2B87BB-7FFF-86B6-1C3F-D2875BE8F336}"/>
              </a:ext>
            </a:extLst>
          </p:cNvPr>
          <p:cNvSpPr>
            <a:spLocks noGrp="1"/>
          </p:cNvSpPr>
          <p:nvPr>
            <p:ph type="chart" idx="13"/>
          </p:nvPr>
        </p:nvSpPr>
        <p:spPr>
          <a:xfrm>
            <a:off x="1024128" y="2286000"/>
            <a:ext cx="6804051" cy="359156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body">
            <a:extLst>
              <a:ext uri="{FF2B5EF4-FFF2-40B4-BE49-F238E27FC236}">
                <a16:creationId xmlns:a16="http://schemas.microsoft.com/office/drawing/2014/main" id="{AC35DED9-2AE3-A61D-29D1-C975FAEA4AF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216983" y="2429663"/>
            <a:ext cx="2527219" cy="3304235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>
              <a:defRPr sz="2000"/>
            </a:lvl1pPr>
          </a:lstStyle>
          <a:p>
            <a:pPr lvl="0"/>
            <a:r>
              <a:rPr lang="en-US"/>
              <a:t>body</a:t>
            </a:r>
          </a:p>
        </p:txBody>
      </p:sp>
      <p:sp>
        <p:nvSpPr>
          <p:cNvPr id="10" name="source">
            <a:extLst>
              <a:ext uri="{FF2B5EF4-FFF2-40B4-BE49-F238E27FC236}">
                <a16:creationId xmlns:a16="http://schemas.microsoft.com/office/drawing/2014/main" id="{68552461-D60D-D6D5-4B35-DE85C4E359B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024128" y="6004560"/>
            <a:ext cx="1905000" cy="3048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</p:spPr>
        <p:txBody>
          <a:bodyPr wrap="square" lIns="127000" tIns="25400" rIns="127000" bIns="2540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p. 1</a:t>
            </a:r>
          </a:p>
        </p:txBody>
      </p:sp>
    </p:spTree>
    <p:extLst>
      <p:ext uri="{BB962C8B-B14F-4D97-AF65-F5344CB8AC3E}">
        <p14:creationId xmlns:p14="http://schemas.microsoft.com/office/powerpoint/2010/main" val="10304605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matn:implications: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reative_background">
            <a:extLst>
              <a:ext uri="{FF2B5EF4-FFF2-40B4-BE49-F238E27FC236}">
                <a16:creationId xmlns:a16="http://schemas.microsoft.com/office/drawing/2014/main" id="{A67A7A16-CE9F-3410-76C4-74A966359123}"/>
              </a:ext>
            </a:extLst>
          </p:cNvPr>
          <p:cNvPicPr>
            <a:picLocks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3E3269-9E78-4D7E-9A3E-1CB27CD92A12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6D5B57-F7EE-4146-9EF5-FE1410ECAA61}" type="slidenum">
              <a:rPr lang="en-US" smtClean="0"/>
              <a:t>‹#›</a:t>
            </a:fld>
            <a:endParaRPr lang="en-US"/>
          </a:p>
        </p:txBody>
      </p:sp>
      <p:sp>
        <p:nvSpPr>
          <p:cNvPr id="8" name="item_1_title">
            <a:extLst>
              <a:ext uri="{FF2B5EF4-FFF2-40B4-BE49-F238E27FC236}">
                <a16:creationId xmlns:a16="http://schemas.microsoft.com/office/drawing/2014/main" id="{FD54F229-30FF-AC18-0E20-73A09630DE1A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1198591" y="2472230"/>
            <a:ext cx="4411418" cy="387325"/>
          </a:xfr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item_1_title</a:t>
            </a:r>
          </a:p>
        </p:txBody>
      </p:sp>
      <p:sp>
        <p:nvSpPr>
          <p:cNvPr id="9" name="item_1">
            <a:extLst>
              <a:ext uri="{FF2B5EF4-FFF2-40B4-BE49-F238E27FC236}">
                <a16:creationId xmlns:a16="http://schemas.microsoft.com/office/drawing/2014/main" id="{B08EAB26-1042-A087-3ED2-F905AA7E19C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198591" y="2859554"/>
            <a:ext cx="4411418" cy="929580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item_1</a:t>
            </a:r>
          </a:p>
        </p:txBody>
      </p:sp>
      <p:sp>
        <p:nvSpPr>
          <p:cNvPr id="10" name="item_2_title">
            <a:extLst>
              <a:ext uri="{FF2B5EF4-FFF2-40B4-BE49-F238E27FC236}">
                <a16:creationId xmlns:a16="http://schemas.microsoft.com/office/drawing/2014/main" id="{B4690138-44EC-B27B-0CDA-2DDD816E877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158321" y="2472230"/>
            <a:ext cx="4411418" cy="387325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item_2_title</a:t>
            </a:r>
          </a:p>
        </p:txBody>
      </p:sp>
      <p:sp>
        <p:nvSpPr>
          <p:cNvPr id="11" name="item_2">
            <a:extLst>
              <a:ext uri="{FF2B5EF4-FFF2-40B4-BE49-F238E27FC236}">
                <a16:creationId xmlns:a16="http://schemas.microsoft.com/office/drawing/2014/main" id="{851810DA-1C1B-28A4-A5A0-35D03F55DC7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158321" y="2859554"/>
            <a:ext cx="4411418" cy="929580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item_2</a:t>
            </a:r>
          </a:p>
        </p:txBody>
      </p:sp>
      <p:sp>
        <p:nvSpPr>
          <p:cNvPr id="12" name="item_3_title">
            <a:extLst>
              <a:ext uri="{FF2B5EF4-FFF2-40B4-BE49-F238E27FC236}">
                <a16:creationId xmlns:a16="http://schemas.microsoft.com/office/drawing/2014/main" id="{BA5283AC-DF0F-65A0-1949-9FFC9336D3D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198591" y="4374427"/>
            <a:ext cx="4411418" cy="387325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item_3_title</a:t>
            </a:r>
          </a:p>
        </p:txBody>
      </p:sp>
      <p:sp>
        <p:nvSpPr>
          <p:cNvPr id="13" name="item_3">
            <a:extLst>
              <a:ext uri="{FF2B5EF4-FFF2-40B4-BE49-F238E27FC236}">
                <a16:creationId xmlns:a16="http://schemas.microsoft.com/office/drawing/2014/main" id="{7B5E4893-6ED1-8687-FFFB-F7B7FA79604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198591" y="4761750"/>
            <a:ext cx="4411418" cy="929580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item_3</a:t>
            </a:r>
          </a:p>
        </p:txBody>
      </p:sp>
      <p:sp>
        <p:nvSpPr>
          <p:cNvPr id="14" name="item_4_title">
            <a:extLst>
              <a:ext uri="{FF2B5EF4-FFF2-40B4-BE49-F238E27FC236}">
                <a16:creationId xmlns:a16="http://schemas.microsoft.com/office/drawing/2014/main" id="{DB3D2825-7569-8D08-D0E1-160AB1C2207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158321" y="4374427"/>
            <a:ext cx="4411418" cy="387325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item_4_title</a:t>
            </a:r>
          </a:p>
        </p:txBody>
      </p:sp>
      <p:sp>
        <p:nvSpPr>
          <p:cNvPr id="15" name="item_4">
            <a:extLst>
              <a:ext uri="{FF2B5EF4-FFF2-40B4-BE49-F238E27FC236}">
                <a16:creationId xmlns:a16="http://schemas.microsoft.com/office/drawing/2014/main" id="{9C996F28-99A4-3F5F-86F1-3B5BEA433AB1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158321" y="4761750"/>
            <a:ext cx="4411418" cy="929580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item_4</a:t>
            </a:r>
          </a:p>
        </p:txBody>
      </p:sp>
      <p:sp>
        <p:nvSpPr>
          <p:cNvPr id="16" name="source">
            <a:extLst>
              <a:ext uri="{FF2B5EF4-FFF2-40B4-BE49-F238E27FC236}">
                <a16:creationId xmlns:a16="http://schemas.microsoft.com/office/drawing/2014/main" id="{4C0EA987-F869-3364-E03D-DC2496016F44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024128" y="6004560"/>
            <a:ext cx="1905000" cy="3048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</p:spPr>
        <p:txBody>
          <a:bodyPr wrap="square" lIns="127000" tIns="25400" rIns="127000" bIns="2540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p. 1</a:t>
            </a:r>
          </a:p>
        </p:txBody>
      </p:sp>
    </p:spTree>
    <p:extLst>
      <p:ext uri="{BB962C8B-B14F-4D97-AF65-F5344CB8AC3E}">
        <p14:creationId xmlns:p14="http://schemas.microsoft.com/office/powerpoint/2010/main" val="39833434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matn:limitations: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reative_background">
            <a:extLst>
              <a:ext uri="{FF2B5EF4-FFF2-40B4-BE49-F238E27FC236}">
                <a16:creationId xmlns:a16="http://schemas.microsoft.com/office/drawing/2014/main" id="{3E5A628D-66DB-91CA-6EF4-C6D8A603F67C}"/>
              </a:ext>
            </a:extLst>
          </p:cNvPr>
          <p:cNvPicPr>
            <a:picLocks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3E3269-9E78-4D7E-9A3E-1CB27CD92A12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6D5B57-F7EE-4146-9EF5-FE1410ECAA61}" type="slidenum">
              <a:rPr lang="en-US" smtClean="0"/>
              <a:t>‹#›</a:t>
            </a:fld>
            <a:endParaRPr lang="en-US"/>
          </a:p>
        </p:txBody>
      </p:sp>
      <p:sp>
        <p:nvSpPr>
          <p:cNvPr id="8" name="body">
            <a:extLst>
              <a:ext uri="{FF2B5EF4-FFF2-40B4-BE49-F238E27FC236}">
                <a16:creationId xmlns:a16="http://schemas.microsoft.com/office/drawing/2014/main" id="{0583D66D-4506-B1D9-3C63-68052EDBFE4B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1024128" y="2286000"/>
            <a:ext cx="9720073" cy="3591560"/>
          </a:xfrm>
        </p:spPr>
        <p:txBody>
          <a:bodyPr wrap="square" anchor="t">
            <a:noAutofit/>
          </a:bodyPr>
          <a:lstStyle>
            <a:lvl1pPr>
              <a:defRPr sz="2000"/>
            </a:lvl1pPr>
          </a:lstStyle>
          <a:p>
            <a:pPr lvl="0"/>
            <a:r>
              <a:rPr lang="en-US"/>
              <a:t>body</a:t>
            </a:r>
          </a:p>
        </p:txBody>
      </p:sp>
      <p:sp>
        <p:nvSpPr>
          <p:cNvPr id="9" name="source">
            <a:extLst>
              <a:ext uri="{FF2B5EF4-FFF2-40B4-BE49-F238E27FC236}">
                <a16:creationId xmlns:a16="http://schemas.microsoft.com/office/drawing/2014/main" id="{4AC1F770-5448-543C-C8F4-EDEB3917F8B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024128" y="6004560"/>
            <a:ext cx="1905000" cy="3048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</p:spPr>
        <p:txBody>
          <a:bodyPr wrap="square" lIns="127000" tIns="25400" rIns="127000" bIns="2540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p. 1</a:t>
            </a:r>
          </a:p>
        </p:txBody>
      </p:sp>
    </p:spTree>
    <p:extLst>
      <p:ext uri="{BB962C8B-B14F-4D97-AF65-F5344CB8AC3E}">
        <p14:creationId xmlns:p14="http://schemas.microsoft.com/office/powerpoint/2010/main" val="26965671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matn:sources: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reative_background">
            <a:extLst>
              <a:ext uri="{FF2B5EF4-FFF2-40B4-BE49-F238E27FC236}">
                <a16:creationId xmlns:a16="http://schemas.microsoft.com/office/drawing/2014/main" id="{71C57094-F384-9964-5BFF-CD31054958CA}"/>
              </a:ext>
            </a:extLst>
          </p:cNvPr>
          <p:cNvPicPr>
            <a:picLocks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3E3269-9E78-4D7E-9A3E-1CB27CD92A12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6D5B57-F7EE-4146-9EF5-FE1410ECAA61}" type="slidenum">
              <a:rPr lang="en-US" smtClean="0"/>
              <a:t>‹#›</a:t>
            </a:fld>
            <a:endParaRPr lang="en-US"/>
          </a:p>
        </p:txBody>
      </p:sp>
      <p:sp>
        <p:nvSpPr>
          <p:cNvPr id="8" name="body">
            <a:extLst>
              <a:ext uri="{FF2B5EF4-FFF2-40B4-BE49-F238E27FC236}">
                <a16:creationId xmlns:a16="http://schemas.microsoft.com/office/drawing/2014/main" id="{5864E849-5CA2-35FE-0DC5-BB903078994D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1024128" y="2286000"/>
            <a:ext cx="9720073" cy="3591560"/>
          </a:xfr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400"/>
            </a:lvl1pPr>
          </a:lstStyle>
          <a:p>
            <a:pPr lvl="0"/>
            <a:r>
              <a:rPr lang="en-US"/>
              <a:t>body</a:t>
            </a:r>
          </a:p>
        </p:txBody>
      </p:sp>
    </p:spTree>
    <p:extLst>
      <p:ext uri="{BB962C8B-B14F-4D97-AF65-F5344CB8AC3E}">
        <p14:creationId xmlns:p14="http://schemas.microsoft.com/office/powerpoint/2010/main" val="255219729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matn:section_divider:default">
    <p:bg>
      <p:bgPr>
        <a:solidFill>
          <a:srgbClr val="1C314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975360" y="3538728"/>
            <a:ext cx="10241280" cy="1536192"/>
          </a:xfrm>
        </p:spPr>
        <p:txBody>
          <a:bodyPr lIns="0" anchor="t"/>
          <a:lstStyle>
            <a:lvl1pPr>
              <a:defRPr sz="3600">
                <a:solidFill>
                  <a:srgbClr val="6798E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section_number">
            <a:extLst>
              <a:ext uri="{FF2B5EF4-FFF2-40B4-BE49-F238E27FC236}">
                <a16:creationId xmlns:a16="http://schemas.microsoft.com/office/drawing/2014/main" id="{E41FB56C-9BDA-63DD-00AF-1C6675B412D5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975360" y="685800"/>
            <a:ext cx="6144768" cy="2743200"/>
          </a:xfrm>
        </p:spPr>
        <p:txBody>
          <a:bodyPr wrap="square" lIns="0" tIns="0" bIns="0" anchor="b">
            <a:noAutofit/>
          </a:bodyPr>
          <a:lstStyle>
            <a:lvl1pPr marL="0" indent="0">
              <a:lnSpc>
                <a:spcPct val="85000"/>
              </a:lnSpc>
              <a:spcBef>
                <a:spcPts val="0"/>
              </a:spcBef>
              <a:buFontTx/>
              <a:buNone/>
              <a:defRPr sz="16000" b="1">
                <a:ln w="57150">
                  <a:solidFill>
                    <a:srgbClr val="6798E6"/>
                  </a:solidFill>
                </a:ln>
                <a:noFill/>
                <a:latin typeface="+mj-lt"/>
              </a:defRPr>
            </a:lvl1pPr>
          </a:lstStyle>
          <a:p>
            <a:pPr lvl="0"/>
            <a:r>
              <a:rPr lang="en-US"/>
              <a:t>01</a:t>
            </a:r>
          </a:p>
        </p:txBody>
      </p:sp>
      <p:sp>
        <p:nvSpPr>
          <p:cNvPr id="7" name="subtitle">
            <a:extLst>
              <a:ext uri="{FF2B5EF4-FFF2-40B4-BE49-F238E27FC236}">
                <a16:creationId xmlns:a16="http://schemas.microsoft.com/office/drawing/2014/main" id="{92A4E5BD-5826-F458-C905-AE46EA5F9AD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975360" y="5184648"/>
            <a:ext cx="10241280" cy="987552"/>
          </a:xfrm>
          <a:prstGeom prst="rect">
            <a:avLst/>
          </a:prstGeom>
        </p:spPr>
        <p:txBody>
          <a:bodyPr wrap="square" lIns="0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>
                <a:solidFill>
                  <a:srgbClr val="6798E6"/>
                </a:solidFill>
              </a:defRPr>
            </a:lvl1pPr>
          </a:lstStyle>
          <a:p>
            <a:pPr lvl="0"/>
            <a:r>
              <a:rPr lang="en-US"/>
              <a:t>subtitle</a:t>
            </a:r>
          </a:p>
        </p:txBody>
      </p:sp>
      <p:cxnSp>
        <p:nvCxnSpPr>
          <p:cNvPr id="8" name="divider_rule">
            <a:extLst>
              <a:ext uri="{FF2B5EF4-FFF2-40B4-BE49-F238E27FC236}">
                <a16:creationId xmlns:a16="http://schemas.microsoft.com/office/drawing/2014/main" id="{934AFBDE-E717-61DF-80BA-82D4B8B4BD7A}"/>
              </a:ext>
            </a:extLst>
          </p:cNvPr>
          <p:cNvCxnSpPr/>
          <p:nvPr userDrawn="1"/>
        </p:nvCxnSpPr>
        <p:spPr>
          <a:xfrm>
            <a:off x="975360" y="685800"/>
            <a:ext cx="10241280" cy="0"/>
          </a:xfrm>
          <a:prstGeom prst="line">
            <a:avLst/>
          </a:prstGeom>
          <a:ln w="12700" cap="flat" cmpd="sng" algn="ctr">
            <a:solidFill>
              <a:srgbClr val="6798E6">
                <a:alpha val="55000"/>
              </a:srgb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divider_rule">
            <a:extLst>
              <a:ext uri="{FF2B5EF4-FFF2-40B4-BE49-F238E27FC236}">
                <a16:creationId xmlns:a16="http://schemas.microsoft.com/office/drawing/2014/main" id="{0B43BB37-08A8-0161-E707-694E33F16A79}"/>
              </a:ext>
            </a:extLst>
          </p:cNvPr>
          <p:cNvCxnSpPr/>
          <p:nvPr userDrawn="1"/>
        </p:nvCxnSpPr>
        <p:spPr>
          <a:xfrm>
            <a:off x="975360" y="685800"/>
            <a:ext cx="10241280" cy="0"/>
          </a:xfrm>
          <a:prstGeom prst="line">
            <a:avLst/>
          </a:prstGeom>
          <a:ln w="12700" cap="flat" cmpd="sng" algn="ctr">
            <a:solidFill>
              <a:srgbClr val="6798E6">
                <a:alpha val="55000"/>
              </a:srgb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divider_rule">
            <a:extLst>
              <a:ext uri="{FF2B5EF4-FFF2-40B4-BE49-F238E27FC236}">
                <a16:creationId xmlns:a16="http://schemas.microsoft.com/office/drawing/2014/main" id="{9FC551DF-90F0-C661-EB42-7AB58CAAF2FE}"/>
              </a:ext>
            </a:extLst>
          </p:cNvPr>
          <p:cNvCxnSpPr/>
          <p:nvPr userDrawn="1"/>
        </p:nvCxnSpPr>
        <p:spPr>
          <a:xfrm>
            <a:off x="975360" y="5486400"/>
            <a:ext cx="10241280" cy="0"/>
          </a:xfrm>
          <a:prstGeom prst="line">
            <a:avLst/>
          </a:prstGeom>
          <a:ln w="12700" cap="flat" cmpd="sng" algn="ctr">
            <a:solidFill>
              <a:srgbClr val="6798E6">
                <a:alpha val="55000"/>
              </a:srgb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8306042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matn:closing: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reative_background">
            <a:extLst>
              <a:ext uri="{FF2B5EF4-FFF2-40B4-BE49-F238E27FC236}">
                <a16:creationId xmlns:a16="http://schemas.microsoft.com/office/drawing/2014/main" id="{EA11B500-AA3B-F127-A47A-7B2B90359746}"/>
              </a:ext>
            </a:extLst>
          </p:cNvPr>
          <p:cNvPicPr>
            <a:picLocks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3E3269-9E78-4D7E-9A3E-1CB27CD92A12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6D5B57-F7EE-4146-9EF5-FE1410ECAA61}" type="slidenum">
              <a:rPr lang="en-US" smtClean="0"/>
              <a:t>‹#›</a:t>
            </a:fld>
            <a:endParaRPr lang="en-US"/>
          </a:p>
        </p:txBody>
      </p:sp>
      <p:sp>
        <p:nvSpPr>
          <p:cNvPr id="8" name="item_1_title">
            <a:extLst>
              <a:ext uri="{FF2B5EF4-FFF2-40B4-BE49-F238E27FC236}">
                <a16:creationId xmlns:a16="http://schemas.microsoft.com/office/drawing/2014/main" id="{91604302-7969-23E1-8CBC-0EA921579D09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1148744" y="2419022"/>
            <a:ext cx="2841252" cy="532083"/>
          </a:xfr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item_1_title</a:t>
            </a:r>
          </a:p>
        </p:txBody>
      </p:sp>
      <p:sp>
        <p:nvSpPr>
          <p:cNvPr id="9" name="item_1">
            <a:extLst>
              <a:ext uri="{FF2B5EF4-FFF2-40B4-BE49-F238E27FC236}">
                <a16:creationId xmlns:a16="http://schemas.microsoft.com/office/drawing/2014/main" id="{EA7B5EBC-8726-01B1-0A43-B063E7046A3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089691" y="2419022"/>
            <a:ext cx="6529895" cy="532083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item_1</a:t>
            </a:r>
          </a:p>
        </p:txBody>
      </p:sp>
      <p:sp>
        <p:nvSpPr>
          <p:cNvPr id="10" name="item_2_title">
            <a:extLst>
              <a:ext uri="{FF2B5EF4-FFF2-40B4-BE49-F238E27FC236}">
                <a16:creationId xmlns:a16="http://schemas.microsoft.com/office/drawing/2014/main" id="{357EA08C-1B22-97C4-DBDF-79BEABCD502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148744" y="3350167"/>
            <a:ext cx="2841252" cy="532083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item_2_title</a:t>
            </a:r>
          </a:p>
        </p:txBody>
      </p:sp>
      <p:sp>
        <p:nvSpPr>
          <p:cNvPr id="11" name="item_2">
            <a:extLst>
              <a:ext uri="{FF2B5EF4-FFF2-40B4-BE49-F238E27FC236}">
                <a16:creationId xmlns:a16="http://schemas.microsoft.com/office/drawing/2014/main" id="{D84271FC-4428-4618-3307-753419A2293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089691" y="3350167"/>
            <a:ext cx="6529895" cy="532083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item_2</a:t>
            </a:r>
          </a:p>
        </p:txBody>
      </p:sp>
      <p:sp>
        <p:nvSpPr>
          <p:cNvPr id="12" name="item_3_title">
            <a:extLst>
              <a:ext uri="{FF2B5EF4-FFF2-40B4-BE49-F238E27FC236}">
                <a16:creationId xmlns:a16="http://schemas.microsoft.com/office/drawing/2014/main" id="{32C7F4AD-F5B0-5025-8927-D327DF63D03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148744" y="4281312"/>
            <a:ext cx="2841252" cy="532083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item_3_title</a:t>
            </a:r>
          </a:p>
        </p:txBody>
      </p:sp>
      <p:sp>
        <p:nvSpPr>
          <p:cNvPr id="13" name="item_3">
            <a:extLst>
              <a:ext uri="{FF2B5EF4-FFF2-40B4-BE49-F238E27FC236}">
                <a16:creationId xmlns:a16="http://schemas.microsoft.com/office/drawing/2014/main" id="{406CA3FD-A96A-11D2-6247-02875CA3B172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089691" y="4281312"/>
            <a:ext cx="6529895" cy="532083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item_3</a:t>
            </a:r>
          </a:p>
        </p:txBody>
      </p:sp>
      <p:sp>
        <p:nvSpPr>
          <p:cNvPr id="14" name="item_4_title">
            <a:extLst>
              <a:ext uri="{FF2B5EF4-FFF2-40B4-BE49-F238E27FC236}">
                <a16:creationId xmlns:a16="http://schemas.microsoft.com/office/drawing/2014/main" id="{9EDA3901-3B19-D3A6-3601-664C27435D6F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148744" y="5212457"/>
            <a:ext cx="2841252" cy="532083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item_4_title</a:t>
            </a:r>
          </a:p>
        </p:txBody>
      </p:sp>
      <p:sp>
        <p:nvSpPr>
          <p:cNvPr id="15" name="item_4">
            <a:extLst>
              <a:ext uri="{FF2B5EF4-FFF2-40B4-BE49-F238E27FC236}">
                <a16:creationId xmlns:a16="http://schemas.microsoft.com/office/drawing/2014/main" id="{604A677C-732F-E39F-BF3D-787D812F10D1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089691" y="5212457"/>
            <a:ext cx="6529895" cy="532083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item_4</a:t>
            </a:r>
          </a:p>
        </p:txBody>
      </p:sp>
      <p:sp>
        <p:nvSpPr>
          <p:cNvPr id="16" name="source">
            <a:extLst>
              <a:ext uri="{FF2B5EF4-FFF2-40B4-BE49-F238E27FC236}">
                <a16:creationId xmlns:a16="http://schemas.microsoft.com/office/drawing/2014/main" id="{8FD50341-7A44-85BA-CC4F-3DED5C5C6B6A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024128" y="6004560"/>
            <a:ext cx="1905000" cy="3048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</p:spPr>
        <p:txBody>
          <a:bodyPr wrap="square" lIns="127000" tIns="25400" rIns="127000" bIns="2540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p. 1</a:t>
            </a:r>
          </a:p>
        </p:txBody>
      </p:sp>
    </p:spTree>
    <p:extLst>
      <p:ext uri="{BB962C8B-B14F-4D97-AF65-F5344CB8AC3E}">
        <p14:creationId xmlns:p14="http://schemas.microsoft.com/office/powerpoint/2010/main" val="377669908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matn:evidence_appendix: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reative_background">
            <a:extLst>
              <a:ext uri="{FF2B5EF4-FFF2-40B4-BE49-F238E27FC236}">
                <a16:creationId xmlns:a16="http://schemas.microsoft.com/office/drawing/2014/main" id="{39B490D5-D877-E016-3792-7EF9C2ECEFA9}"/>
              </a:ext>
            </a:extLst>
          </p:cNvPr>
          <p:cNvPicPr>
            <a:picLocks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3E3269-9E78-4D7E-9A3E-1CB27CD92A12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6D5B57-F7EE-4146-9EF5-FE1410ECAA61}" type="slidenum">
              <a:rPr lang="en-US" smtClean="0"/>
              <a:t>‹#›</a:t>
            </a:fld>
            <a:endParaRPr lang="en-US"/>
          </a:p>
        </p:txBody>
      </p:sp>
      <p:sp>
        <p:nvSpPr>
          <p:cNvPr id="8" name="body">
            <a:extLst>
              <a:ext uri="{FF2B5EF4-FFF2-40B4-BE49-F238E27FC236}">
                <a16:creationId xmlns:a16="http://schemas.microsoft.com/office/drawing/2014/main" id="{9F9D0DE8-87EE-1E4C-7555-13C517EEF088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1024128" y="2286000"/>
            <a:ext cx="9720073" cy="3591560"/>
          </a:xfr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400"/>
            </a:lvl1pPr>
          </a:lstStyle>
          <a:p>
            <a:pPr lvl="0"/>
            <a:r>
              <a:rPr lang="en-US"/>
              <a:t>body</a:t>
            </a:r>
          </a:p>
        </p:txBody>
      </p:sp>
      <p:sp>
        <p:nvSpPr>
          <p:cNvPr id="9" name="source">
            <a:extLst>
              <a:ext uri="{FF2B5EF4-FFF2-40B4-BE49-F238E27FC236}">
                <a16:creationId xmlns:a16="http://schemas.microsoft.com/office/drawing/2014/main" id="{4323F9EC-CC51-9E9C-CEEE-9A521D15663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024128" y="6004560"/>
            <a:ext cx="1905000" cy="3048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</p:spPr>
        <p:txBody>
          <a:bodyPr wrap="square" lIns="127000" tIns="25400" rIns="127000" bIns="2540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p. 1</a:t>
            </a:r>
          </a:p>
        </p:txBody>
      </p:sp>
    </p:spTree>
    <p:extLst>
      <p:ext uri="{BB962C8B-B14F-4D97-AF65-F5344CB8AC3E}">
        <p14:creationId xmlns:p14="http://schemas.microsoft.com/office/powerpoint/2010/main" val="427414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matn:executive_summary:grid-2x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reative_background">
            <a:extLst>
              <a:ext uri="{FF2B5EF4-FFF2-40B4-BE49-F238E27FC236}">
                <a16:creationId xmlns:a16="http://schemas.microsoft.com/office/drawing/2014/main" id="{1748DA19-1D64-4356-564A-363F4E89A3D0}"/>
              </a:ext>
            </a:extLst>
          </p:cNvPr>
          <p:cNvPicPr>
            <a:picLocks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3E3269-9E78-4D7E-9A3E-1CB27CD92A12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6D5B57-F7EE-4146-9EF5-FE1410ECAA61}" type="slidenum">
              <a:rPr lang="en-US" smtClean="0"/>
              <a:t>‹#›</a:t>
            </a:fld>
            <a:endParaRPr lang="en-US"/>
          </a:p>
        </p:txBody>
      </p:sp>
      <p:sp>
        <p:nvSpPr>
          <p:cNvPr id="8" name="item_1_title">
            <a:extLst>
              <a:ext uri="{FF2B5EF4-FFF2-40B4-BE49-F238E27FC236}">
                <a16:creationId xmlns:a16="http://schemas.microsoft.com/office/drawing/2014/main" id="{FAD8F530-3529-6564-C506-BD1CBC00E4F4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1198591" y="2472230"/>
            <a:ext cx="4411418" cy="387325"/>
          </a:xfr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item_1_title</a:t>
            </a:r>
          </a:p>
        </p:txBody>
      </p:sp>
      <p:sp>
        <p:nvSpPr>
          <p:cNvPr id="9" name="item_1">
            <a:extLst>
              <a:ext uri="{FF2B5EF4-FFF2-40B4-BE49-F238E27FC236}">
                <a16:creationId xmlns:a16="http://schemas.microsoft.com/office/drawing/2014/main" id="{C0EC9B9F-5C54-0878-405E-C2BBF900975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198591" y="2859554"/>
            <a:ext cx="4411418" cy="929580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item_1</a:t>
            </a:r>
          </a:p>
        </p:txBody>
      </p:sp>
      <p:sp>
        <p:nvSpPr>
          <p:cNvPr id="10" name="item_2_title">
            <a:extLst>
              <a:ext uri="{FF2B5EF4-FFF2-40B4-BE49-F238E27FC236}">
                <a16:creationId xmlns:a16="http://schemas.microsoft.com/office/drawing/2014/main" id="{9B915F3C-3D15-FAFF-710B-B0B829099E7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158321" y="2472230"/>
            <a:ext cx="4411418" cy="387325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item_2_title</a:t>
            </a:r>
          </a:p>
        </p:txBody>
      </p:sp>
      <p:sp>
        <p:nvSpPr>
          <p:cNvPr id="11" name="item_2">
            <a:extLst>
              <a:ext uri="{FF2B5EF4-FFF2-40B4-BE49-F238E27FC236}">
                <a16:creationId xmlns:a16="http://schemas.microsoft.com/office/drawing/2014/main" id="{4F5D95C7-DFE1-221D-EDF1-262CC037D54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158321" y="2859554"/>
            <a:ext cx="4411418" cy="929580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item_2</a:t>
            </a:r>
          </a:p>
        </p:txBody>
      </p:sp>
      <p:sp>
        <p:nvSpPr>
          <p:cNvPr id="12" name="item_3_title">
            <a:extLst>
              <a:ext uri="{FF2B5EF4-FFF2-40B4-BE49-F238E27FC236}">
                <a16:creationId xmlns:a16="http://schemas.microsoft.com/office/drawing/2014/main" id="{45B2CF8E-8FD1-F9EB-131E-ACDF323B32D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198591" y="4374427"/>
            <a:ext cx="4411418" cy="387325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item_3_title</a:t>
            </a:r>
          </a:p>
        </p:txBody>
      </p:sp>
      <p:sp>
        <p:nvSpPr>
          <p:cNvPr id="13" name="item_3">
            <a:extLst>
              <a:ext uri="{FF2B5EF4-FFF2-40B4-BE49-F238E27FC236}">
                <a16:creationId xmlns:a16="http://schemas.microsoft.com/office/drawing/2014/main" id="{D3A9803F-0441-FF9A-924C-0715E971D3F0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198591" y="4761750"/>
            <a:ext cx="4411418" cy="929580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item_3</a:t>
            </a:r>
          </a:p>
        </p:txBody>
      </p:sp>
      <p:sp>
        <p:nvSpPr>
          <p:cNvPr id="14" name="item_4_title">
            <a:extLst>
              <a:ext uri="{FF2B5EF4-FFF2-40B4-BE49-F238E27FC236}">
                <a16:creationId xmlns:a16="http://schemas.microsoft.com/office/drawing/2014/main" id="{AB48DEBE-3940-0D09-C3EF-9AC8E74A286B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158321" y="4374427"/>
            <a:ext cx="4411418" cy="387325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item_4_title</a:t>
            </a:r>
          </a:p>
        </p:txBody>
      </p:sp>
      <p:sp>
        <p:nvSpPr>
          <p:cNvPr id="15" name="item_4">
            <a:extLst>
              <a:ext uri="{FF2B5EF4-FFF2-40B4-BE49-F238E27FC236}">
                <a16:creationId xmlns:a16="http://schemas.microsoft.com/office/drawing/2014/main" id="{A092F976-A25F-9427-B65B-B22BDCDA3C6A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158321" y="4761750"/>
            <a:ext cx="4411418" cy="929580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item_4</a:t>
            </a:r>
          </a:p>
        </p:txBody>
      </p:sp>
      <p:sp>
        <p:nvSpPr>
          <p:cNvPr id="16" name="source">
            <a:extLst>
              <a:ext uri="{FF2B5EF4-FFF2-40B4-BE49-F238E27FC236}">
                <a16:creationId xmlns:a16="http://schemas.microsoft.com/office/drawing/2014/main" id="{B76C413B-8B27-A46B-FCB6-225F0E998D0F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024128" y="6004560"/>
            <a:ext cx="1905000" cy="3048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</p:spPr>
        <p:txBody>
          <a:bodyPr wrap="square" lIns="127000" tIns="25400" rIns="127000" bIns="2540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p. 1</a:t>
            </a:r>
          </a:p>
        </p:txBody>
      </p:sp>
    </p:spTree>
    <p:extLst>
      <p:ext uri="{BB962C8B-B14F-4D97-AF65-F5344CB8AC3E}">
        <p14:creationId xmlns:p14="http://schemas.microsoft.com/office/powerpoint/2010/main" val="14934028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matn:kpi:hero-numb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reative_background">
            <a:extLst>
              <a:ext uri="{FF2B5EF4-FFF2-40B4-BE49-F238E27FC236}">
                <a16:creationId xmlns:a16="http://schemas.microsoft.com/office/drawing/2014/main" id="{DD50DAF6-9ACE-12D3-A0A7-F6FB6500C612}"/>
              </a:ext>
            </a:extLst>
          </p:cNvPr>
          <p:cNvPicPr>
            <a:picLocks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3E3269-9E78-4D7E-9A3E-1CB27CD92A12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6D5B57-F7EE-4146-9EF5-FE1410ECAA61}" type="slidenum">
              <a:rPr lang="en-US" smtClean="0"/>
              <a:t>‹#›</a:t>
            </a:fld>
            <a:endParaRPr lang="en-US"/>
          </a:p>
        </p:txBody>
      </p:sp>
      <p:sp>
        <p:nvSpPr>
          <p:cNvPr id="8" name="body">
            <a:extLst>
              <a:ext uri="{FF2B5EF4-FFF2-40B4-BE49-F238E27FC236}">
                <a16:creationId xmlns:a16="http://schemas.microsoft.com/office/drawing/2014/main" id="{A4AF7255-EE22-D896-23BA-EC7B6174B54C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7244975" y="2824734"/>
            <a:ext cx="3499226" cy="2514092"/>
          </a:xfrm>
        </p:spPr>
        <p:txBody>
          <a:bodyPr wrap="square" anchor="t">
            <a:noAutofit/>
          </a:bodyPr>
          <a:lstStyle>
            <a:lvl1pPr>
              <a:defRPr sz="2000"/>
            </a:lvl1pPr>
          </a:lstStyle>
          <a:p>
            <a:pPr lvl="0"/>
            <a:r>
              <a:rPr lang="en-US"/>
              <a:t>body</a:t>
            </a:r>
          </a:p>
        </p:txBody>
      </p:sp>
      <p:sp>
        <p:nvSpPr>
          <p:cNvPr id="9" name="kpi_value_1">
            <a:extLst>
              <a:ext uri="{FF2B5EF4-FFF2-40B4-BE49-F238E27FC236}">
                <a16:creationId xmlns:a16="http://schemas.microsoft.com/office/drawing/2014/main" id="{83982894-65F5-BE70-9761-B4BAE4D4151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024128" y="2286000"/>
            <a:ext cx="5832044" cy="2308860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08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kpi_value_1</a:t>
            </a:r>
          </a:p>
        </p:txBody>
      </p:sp>
      <p:sp>
        <p:nvSpPr>
          <p:cNvPr id="10" name="kpi_label_1">
            <a:extLst>
              <a:ext uri="{FF2B5EF4-FFF2-40B4-BE49-F238E27FC236}">
                <a16:creationId xmlns:a16="http://schemas.microsoft.com/office/drawing/2014/main" id="{F7165B84-5959-55B5-BABA-E6F8D740141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024128" y="4594860"/>
            <a:ext cx="5832044" cy="1282700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kpi_label_1</a:t>
            </a:r>
          </a:p>
        </p:txBody>
      </p:sp>
      <p:sp>
        <p:nvSpPr>
          <p:cNvPr id="11" name="source">
            <a:extLst>
              <a:ext uri="{FF2B5EF4-FFF2-40B4-BE49-F238E27FC236}">
                <a16:creationId xmlns:a16="http://schemas.microsoft.com/office/drawing/2014/main" id="{049FCB6E-F17E-F01D-A92E-DD60684BF45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024128" y="6004560"/>
            <a:ext cx="1905000" cy="3048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</p:spPr>
        <p:txBody>
          <a:bodyPr wrap="square" lIns="127000" tIns="25400" rIns="127000" bIns="2540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p. 1</a:t>
            </a:r>
          </a:p>
        </p:txBody>
      </p:sp>
    </p:spTree>
    <p:extLst>
      <p:ext uri="{BB962C8B-B14F-4D97-AF65-F5344CB8AC3E}">
        <p14:creationId xmlns:p14="http://schemas.microsoft.com/office/powerpoint/2010/main" val="258082632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matn:kpi:be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reative_background">
            <a:extLst>
              <a:ext uri="{FF2B5EF4-FFF2-40B4-BE49-F238E27FC236}">
                <a16:creationId xmlns:a16="http://schemas.microsoft.com/office/drawing/2014/main" id="{58F5F9D8-F441-CF02-3A12-C13AEBF3191B}"/>
              </a:ext>
            </a:extLst>
          </p:cNvPr>
          <p:cNvPicPr>
            <a:picLocks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3E3269-9E78-4D7E-9A3E-1CB27CD92A12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6D5B57-F7EE-4146-9EF5-FE1410ECAA61}" type="slidenum">
              <a:rPr lang="en-US" smtClean="0"/>
              <a:t>‹#›</a:t>
            </a:fld>
            <a:endParaRPr lang="en-US"/>
          </a:p>
        </p:txBody>
      </p:sp>
      <p:sp>
        <p:nvSpPr>
          <p:cNvPr id="8" name="body">
            <a:extLst>
              <a:ext uri="{FF2B5EF4-FFF2-40B4-BE49-F238E27FC236}">
                <a16:creationId xmlns:a16="http://schemas.microsoft.com/office/drawing/2014/main" id="{81CBC269-5707-C87A-6CB9-9B05E4DB7DD2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1024128" y="5231080"/>
            <a:ext cx="9720073" cy="646481"/>
          </a:xfrm>
        </p:spPr>
        <p:txBody>
          <a:bodyPr wrap="square" anchor="t">
            <a:noAutofit/>
          </a:bodyPr>
          <a:lstStyle>
            <a:lvl1pPr>
              <a:defRPr sz="2000"/>
            </a:lvl1pPr>
          </a:lstStyle>
          <a:p>
            <a:pPr lvl="0"/>
            <a:r>
              <a:rPr lang="en-US"/>
              <a:t>body</a:t>
            </a:r>
          </a:p>
        </p:txBody>
      </p:sp>
      <p:sp>
        <p:nvSpPr>
          <p:cNvPr id="9" name="kpi_value_1">
            <a:extLst>
              <a:ext uri="{FF2B5EF4-FFF2-40B4-BE49-F238E27FC236}">
                <a16:creationId xmlns:a16="http://schemas.microsoft.com/office/drawing/2014/main" id="{A2B07AD3-73C7-FB4D-6586-D3534F170BB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198592" y="2472230"/>
            <a:ext cx="4511111" cy="1561473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60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kpi_value_1</a:t>
            </a:r>
          </a:p>
        </p:txBody>
      </p:sp>
      <p:sp>
        <p:nvSpPr>
          <p:cNvPr id="10" name="kpi_label_1">
            <a:extLst>
              <a:ext uri="{FF2B5EF4-FFF2-40B4-BE49-F238E27FC236}">
                <a16:creationId xmlns:a16="http://schemas.microsoft.com/office/drawing/2014/main" id="{853B812A-0206-D4F8-83C6-045FCCF0E53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198592" y="4033703"/>
            <a:ext cx="4511111" cy="867485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kpi_label_1</a:t>
            </a:r>
          </a:p>
        </p:txBody>
      </p:sp>
      <p:sp>
        <p:nvSpPr>
          <p:cNvPr id="11" name="kpi_value_2">
            <a:extLst>
              <a:ext uri="{FF2B5EF4-FFF2-40B4-BE49-F238E27FC236}">
                <a16:creationId xmlns:a16="http://schemas.microsoft.com/office/drawing/2014/main" id="{81552106-2F0B-F8C1-B84F-A2F13E8DA82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258015" y="2472230"/>
            <a:ext cx="4311725" cy="592607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60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kpi_value_2</a:t>
            </a:r>
          </a:p>
        </p:txBody>
      </p:sp>
      <p:sp>
        <p:nvSpPr>
          <p:cNvPr id="12" name="kpi_label_2">
            <a:extLst>
              <a:ext uri="{FF2B5EF4-FFF2-40B4-BE49-F238E27FC236}">
                <a16:creationId xmlns:a16="http://schemas.microsoft.com/office/drawing/2014/main" id="{A6791A2E-367A-940A-5544-DC965871F5A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258015" y="3064836"/>
            <a:ext cx="4311725" cy="329226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kpi_label_2</a:t>
            </a:r>
          </a:p>
        </p:txBody>
      </p:sp>
      <p:sp>
        <p:nvSpPr>
          <p:cNvPr id="13" name="kpi_value_3">
            <a:extLst>
              <a:ext uri="{FF2B5EF4-FFF2-40B4-BE49-F238E27FC236}">
                <a16:creationId xmlns:a16="http://schemas.microsoft.com/office/drawing/2014/main" id="{991B5589-EA5B-1F62-ED11-883784C0455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258014" y="3979355"/>
            <a:ext cx="1881706" cy="592607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60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kpi_value_3</a:t>
            </a:r>
          </a:p>
        </p:txBody>
      </p:sp>
      <p:sp>
        <p:nvSpPr>
          <p:cNvPr id="14" name="kpi_label_3">
            <a:extLst>
              <a:ext uri="{FF2B5EF4-FFF2-40B4-BE49-F238E27FC236}">
                <a16:creationId xmlns:a16="http://schemas.microsoft.com/office/drawing/2014/main" id="{B7D0A40B-C773-A81B-8011-F02DE51FD11F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258014" y="4571961"/>
            <a:ext cx="1881706" cy="329226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kpi_label_3</a:t>
            </a:r>
          </a:p>
        </p:txBody>
      </p:sp>
      <p:sp>
        <p:nvSpPr>
          <p:cNvPr id="15" name="kpi_value_4">
            <a:extLst>
              <a:ext uri="{FF2B5EF4-FFF2-40B4-BE49-F238E27FC236}">
                <a16:creationId xmlns:a16="http://schemas.microsoft.com/office/drawing/2014/main" id="{00B2B2F4-738A-3555-3EBC-1C86532D5FC1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688032" y="3979355"/>
            <a:ext cx="1881706" cy="592607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60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kpi_value_4</a:t>
            </a:r>
          </a:p>
        </p:txBody>
      </p:sp>
      <p:sp>
        <p:nvSpPr>
          <p:cNvPr id="16" name="kpi_label_4">
            <a:extLst>
              <a:ext uri="{FF2B5EF4-FFF2-40B4-BE49-F238E27FC236}">
                <a16:creationId xmlns:a16="http://schemas.microsoft.com/office/drawing/2014/main" id="{954F1667-02E3-D991-E714-EC17D4F4724C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688032" y="4571961"/>
            <a:ext cx="1881706" cy="329226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kpi_label_4</a:t>
            </a:r>
          </a:p>
        </p:txBody>
      </p:sp>
      <p:sp>
        <p:nvSpPr>
          <p:cNvPr id="17" name="source">
            <a:extLst>
              <a:ext uri="{FF2B5EF4-FFF2-40B4-BE49-F238E27FC236}">
                <a16:creationId xmlns:a16="http://schemas.microsoft.com/office/drawing/2014/main" id="{920E64AE-3A34-9982-9A57-4E66458C386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024128" y="6004560"/>
            <a:ext cx="1905000" cy="3048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</p:spPr>
        <p:txBody>
          <a:bodyPr wrap="square" lIns="127000" tIns="25400" rIns="127000" bIns="2540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p. 1</a:t>
            </a:r>
          </a:p>
        </p:txBody>
      </p:sp>
    </p:spTree>
    <p:extLst>
      <p:ext uri="{BB962C8B-B14F-4D97-AF65-F5344CB8AC3E}">
        <p14:creationId xmlns:p14="http://schemas.microsoft.com/office/powerpoint/2010/main" val="15687836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matn:kpi:pictogr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reative_background">
            <a:extLst>
              <a:ext uri="{FF2B5EF4-FFF2-40B4-BE49-F238E27FC236}">
                <a16:creationId xmlns:a16="http://schemas.microsoft.com/office/drawing/2014/main" id="{B91E1329-0057-CC09-4E2C-A44D7D712F50}"/>
              </a:ext>
            </a:extLst>
          </p:cNvPr>
          <p:cNvPicPr>
            <a:picLocks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3E3269-9E78-4D7E-9A3E-1CB27CD92A12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6D5B57-F7EE-4146-9EF5-FE1410ECAA61}" type="slidenum">
              <a:rPr lang="en-US" smtClean="0"/>
              <a:t>‹#›</a:t>
            </a:fld>
            <a:endParaRPr lang="en-US"/>
          </a:p>
        </p:txBody>
      </p:sp>
      <p:sp>
        <p:nvSpPr>
          <p:cNvPr id="8" name="body">
            <a:extLst>
              <a:ext uri="{FF2B5EF4-FFF2-40B4-BE49-F238E27FC236}">
                <a16:creationId xmlns:a16="http://schemas.microsoft.com/office/drawing/2014/main" id="{1B7D37D0-2F3F-A8F4-1F4C-4D880ABD05BD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1024128" y="5231080"/>
            <a:ext cx="9720073" cy="646481"/>
          </a:xfrm>
        </p:spPr>
        <p:txBody>
          <a:bodyPr wrap="square" anchor="t">
            <a:noAutofit/>
          </a:bodyPr>
          <a:lstStyle>
            <a:lvl1pPr>
              <a:defRPr sz="2000"/>
            </a:lvl1pPr>
          </a:lstStyle>
          <a:p>
            <a:pPr lvl="0"/>
            <a:r>
              <a:rPr lang="en-US"/>
              <a:t>body</a:t>
            </a:r>
          </a:p>
        </p:txBody>
      </p:sp>
      <p:sp>
        <p:nvSpPr>
          <p:cNvPr id="9" name="kpi_value_1">
            <a:extLst>
              <a:ext uri="{FF2B5EF4-FFF2-40B4-BE49-F238E27FC236}">
                <a16:creationId xmlns:a16="http://schemas.microsoft.com/office/drawing/2014/main" id="{E466DEF4-9A03-083C-D14E-D557B11BE66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198591" y="2472229"/>
            <a:ext cx="4411418" cy="1181656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60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kpi_value_1</a:t>
            </a:r>
          </a:p>
        </p:txBody>
      </p:sp>
      <p:sp>
        <p:nvSpPr>
          <p:cNvPr id="10" name="kpi_label_1">
            <a:extLst>
              <a:ext uri="{FF2B5EF4-FFF2-40B4-BE49-F238E27FC236}">
                <a16:creationId xmlns:a16="http://schemas.microsoft.com/office/drawing/2014/main" id="{BE470F74-FB08-46AB-536C-076B78E5E8C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198591" y="3653886"/>
            <a:ext cx="4411418" cy="656475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kpi_label_1</a:t>
            </a:r>
          </a:p>
        </p:txBody>
      </p:sp>
      <p:sp>
        <p:nvSpPr>
          <p:cNvPr id="11" name="kpi_value_2">
            <a:extLst>
              <a:ext uri="{FF2B5EF4-FFF2-40B4-BE49-F238E27FC236}">
                <a16:creationId xmlns:a16="http://schemas.microsoft.com/office/drawing/2014/main" id="{1293885D-58C2-5F5D-E693-42DB7EA8447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158321" y="2472229"/>
            <a:ext cx="4411418" cy="1181656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60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kpi_value_2</a:t>
            </a:r>
          </a:p>
        </p:txBody>
      </p:sp>
      <p:sp>
        <p:nvSpPr>
          <p:cNvPr id="12" name="kpi_label_2">
            <a:extLst>
              <a:ext uri="{FF2B5EF4-FFF2-40B4-BE49-F238E27FC236}">
                <a16:creationId xmlns:a16="http://schemas.microsoft.com/office/drawing/2014/main" id="{AA21F4B1-8232-AD7B-4937-6D200DC9D811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158321" y="3653886"/>
            <a:ext cx="4411418" cy="656475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kpi_label_2</a:t>
            </a:r>
          </a:p>
        </p:txBody>
      </p:sp>
      <p:sp>
        <p:nvSpPr>
          <p:cNvPr id="13" name="source">
            <a:extLst>
              <a:ext uri="{FF2B5EF4-FFF2-40B4-BE49-F238E27FC236}">
                <a16:creationId xmlns:a16="http://schemas.microsoft.com/office/drawing/2014/main" id="{15984261-9E9F-FA1D-C3FD-F7E54E61373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024128" y="6004560"/>
            <a:ext cx="1905000" cy="3048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</p:spPr>
        <p:txBody>
          <a:bodyPr wrap="square" lIns="127000" tIns="25400" rIns="127000" bIns="2540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p. 1</a:t>
            </a:r>
          </a:p>
        </p:txBody>
      </p:sp>
    </p:spTree>
    <p:extLst>
      <p:ext uri="{BB962C8B-B14F-4D97-AF65-F5344CB8AC3E}">
        <p14:creationId xmlns:p14="http://schemas.microsoft.com/office/powerpoint/2010/main" val="304101572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matn:kpi:progres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reative_background">
            <a:extLst>
              <a:ext uri="{FF2B5EF4-FFF2-40B4-BE49-F238E27FC236}">
                <a16:creationId xmlns:a16="http://schemas.microsoft.com/office/drawing/2014/main" id="{F2635D1E-8252-AA58-2DAE-D6FCC3B06C88}"/>
              </a:ext>
            </a:extLst>
          </p:cNvPr>
          <p:cNvPicPr>
            <a:picLocks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3E3269-9E78-4D7E-9A3E-1CB27CD92A12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6D5B57-F7EE-4146-9EF5-FE1410ECAA61}" type="slidenum">
              <a:rPr lang="en-US" smtClean="0"/>
              <a:t>‹#›</a:t>
            </a:fld>
            <a:endParaRPr lang="en-US"/>
          </a:p>
        </p:txBody>
      </p:sp>
      <p:sp>
        <p:nvSpPr>
          <p:cNvPr id="8" name="body">
            <a:extLst>
              <a:ext uri="{FF2B5EF4-FFF2-40B4-BE49-F238E27FC236}">
                <a16:creationId xmlns:a16="http://schemas.microsoft.com/office/drawing/2014/main" id="{4BA7ACE4-67D9-98B4-8DA7-A5709D58ED56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1024128" y="5231080"/>
            <a:ext cx="9720073" cy="646481"/>
          </a:xfrm>
        </p:spPr>
        <p:txBody>
          <a:bodyPr wrap="square" anchor="t">
            <a:noAutofit/>
          </a:bodyPr>
          <a:lstStyle>
            <a:lvl1pPr>
              <a:defRPr sz="2000"/>
            </a:lvl1pPr>
          </a:lstStyle>
          <a:p>
            <a:pPr lvl="0"/>
            <a:r>
              <a:rPr lang="en-US"/>
              <a:t>body</a:t>
            </a:r>
          </a:p>
        </p:txBody>
      </p:sp>
      <p:sp>
        <p:nvSpPr>
          <p:cNvPr id="9" name="kpi_value_1">
            <a:extLst>
              <a:ext uri="{FF2B5EF4-FFF2-40B4-BE49-F238E27FC236}">
                <a16:creationId xmlns:a16="http://schemas.microsoft.com/office/drawing/2014/main" id="{DBD03B8A-2267-9DC3-386A-213686FAD0C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148744" y="2419022"/>
            <a:ext cx="2462418" cy="334547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60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kpi_value_1</a:t>
            </a:r>
          </a:p>
        </p:txBody>
      </p:sp>
      <p:sp>
        <p:nvSpPr>
          <p:cNvPr id="10" name="kpi_label_1">
            <a:extLst>
              <a:ext uri="{FF2B5EF4-FFF2-40B4-BE49-F238E27FC236}">
                <a16:creationId xmlns:a16="http://schemas.microsoft.com/office/drawing/2014/main" id="{C9AB825B-0C3B-61AB-4F9A-BC67E3C4AD8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710857" y="2419022"/>
            <a:ext cx="6908729" cy="247813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kpi_label_1</a:t>
            </a:r>
          </a:p>
        </p:txBody>
      </p:sp>
      <p:sp>
        <p:nvSpPr>
          <p:cNvPr id="11" name="kpi_value_2">
            <a:extLst>
              <a:ext uri="{FF2B5EF4-FFF2-40B4-BE49-F238E27FC236}">
                <a16:creationId xmlns:a16="http://schemas.microsoft.com/office/drawing/2014/main" id="{3CD04C2A-479E-F286-03A6-90A57A9E6E2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148744" y="3152631"/>
            <a:ext cx="2462418" cy="334547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60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kpi_value_2</a:t>
            </a:r>
          </a:p>
        </p:txBody>
      </p:sp>
      <p:sp>
        <p:nvSpPr>
          <p:cNvPr id="12" name="kpi_label_2">
            <a:extLst>
              <a:ext uri="{FF2B5EF4-FFF2-40B4-BE49-F238E27FC236}">
                <a16:creationId xmlns:a16="http://schemas.microsoft.com/office/drawing/2014/main" id="{A6C42A46-D747-84C1-A476-700EBB54BBD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710857" y="3152631"/>
            <a:ext cx="6908729" cy="247813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kpi_label_2</a:t>
            </a:r>
          </a:p>
        </p:txBody>
      </p:sp>
      <p:sp>
        <p:nvSpPr>
          <p:cNvPr id="13" name="kpi_value_3">
            <a:extLst>
              <a:ext uri="{FF2B5EF4-FFF2-40B4-BE49-F238E27FC236}">
                <a16:creationId xmlns:a16="http://schemas.microsoft.com/office/drawing/2014/main" id="{4D58809D-CD8B-2CD8-FA71-DA28D36CB07C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148744" y="3886241"/>
            <a:ext cx="2462418" cy="334547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60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kpi_value_3</a:t>
            </a:r>
          </a:p>
        </p:txBody>
      </p:sp>
      <p:sp>
        <p:nvSpPr>
          <p:cNvPr id="14" name="kpi_label_3">
            <a:extLst>
              <a:ext uri="{FF2B5EF4-FFF2-40B4-BE49-F238E27FC236}">
                <a16:creationId xmlns:a16="http://schemas.microsoft.com/office/drawing/2014/main" id="{86AC1B5D-537E-8F7E-C1E0-B33E69B938A8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710857" y="3886241"/>
            <a:ext cx="6908729" cy="247813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kpi_label_3</a:t>
            </a:r>
          </a:p>
        </p:txBody>
      </p:sp>
      <p:sp>
        <p:nvSpPr>
          <p:cNvPr id="15" name="kpi_value_4">
            <a:extLst>
              <a:ext uri="{FF2B5EF4-FFF2-40B4-BE49-F238E27FC236}">
                <a16:creationId xmlns:a16="http://schemas.microsoft.com/office/drawing/2014/main" id="{547FF971-649D-7571-D6EC-D97989191C2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148744" y="4619850"/>
            <a:ext cx="2462418" cy="334547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60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kpi_value_4</a:t>
            </a:r>
          </a:p>
        </p:txBody>
      </p:sp>
      <p:sp>
        <p:nvSpPr>
          <p:cNvPr id="16" name="kpi_label_4">
            <a:extLst>
              <a:ext uri="{FF2B5EF4-FFF2-40B4-BE49-F238E27FC236}">
                <a16:creationId xmlns:a16="http://schemas.microsoft.com/office/drawing/2014/main" id="{9988F606-6404-9B73-7293-4CFDDEF4BDB8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710857" y="4619850"/>
            <a:ext cx="6908729" cy="247813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kpi_label_4</a:t>
            </a:r>
          </a:p>
        </p:txBody>
      </p:sp>
      <p:sp>
        <p:nvSpPr>
          <p:cNvPr id="17" name="source">
            <a:extLst>
              <a:ext uri="{FF2B5EF4-FFF2-40B4-BE49-F238E27FC236}">
                <a16:creationId xmlns:a16="http://schemas.microsoft.com/office/drawing/2014/main" id="{87AD088C-31EB-ED52-74E6-CA4ACF936E0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024128" y="6004560"/>
            <a:ext cx="1905000" cy="3048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</p:spPr>
        <p:txBody>
          <a:bodyPr wrap="square" lIns="127000" tIns="25400" rIns="127000" bIns="2540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p. 1</a:t>
            </a:r>
          </a:p>
        </p:txBody>
      </p:sp>
    </p:spTree>
    <p:extLst>
      <p:ext uri="{BB962C8B-B14F-4D97-AF65-F5344CB8AC3E}">
        <p14:creationId xmlns:p14="http://schemas.microsoft.com/office/powerpoint/2010/main" val="154665248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matn:finding:two-spli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reative_background">
            <a:extLst>
              <a:ext uri="{FF2B5EF4-FFF2-40B4-BE49-F238E27FC236}">
                <a16:creationId xmlns:a16="http://schemas.microsoft.com/office/drawing/2014/main" id="{54191F13-5D84-F1ED-74C6-039C293B9589}"/>
              </a:ext>
            </a:extLst>
          </p:cNvPr>
          <p:cNvPicPr>
            <a:picLocks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3E3269-9E78-4D7E-9A3E-1CB27CD92A12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6D5B57-F7EE-4146-9EF5-FE1410ECAA61}" type="slidenum">
              <a:rPr lang="en-US" smtClean="0"/>
              <a:t>‹#›</a:t>
            </a:fld>
            <a:endParaRPr lang="en-US"/>
          </a:p>
        </p:txBody>
      </p:sp>
      <p:sp>
        <p:nvSpPr>
          <p:cNvPr id="8" name="marker_1">
            <a:extLst>
              <a:ext uri="{FF2B5EF4-FFF2-40B4-BE49-F238E27FC236}">
                <a16:creationId xmlns:a16="http://schemas.microsoft.com/office/drawing/2014/main" id="{CD16182D-C97B-1E94-A9E4-72910A47B94D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1198591" y="2472230"/>
            <a:ext cx="548312" cy="585291"/>
          </a:xfrm>
          <a:prstGeom prst="ellipse">
            <a:avLst/>
          </a:prstGeom>
          <a:solidFill>
            <a:schemeClr val="accent1"/>
          </a:solidFill>
        </p:spPr>
        <p:txBody>
          <a:bodyPr wrap="square" lIns="0" tIns="0" rIns="0" bIns="0" anchor="ctr">
            <a:noAutofit/>
          </a:bodyPr>
          <a:lstStyle>
            <a:lvl1pPr marL="0" indent="0" algn="ctr">
              <a:spcBef>
                <a:spcPts val="0"/>
              </a:spcBef>
              <a:buFontTx/>
              <a:buNone/>
              <a:defRPr sz="2000" b="1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marker_1</a:t>
            </a:r>
          </a:p>
        </p:txBody>
      </p:sp>
      <p:sp>
        <p:nvSpPr>
          <p:cNvPr id="9" name="item_1_title">
            <a:extLst>
              <a:ext uri="{FF2B5EF4-FFF2-40B4-BE49-F238E27FC236}">
                <a16:creationId xmlns:a16="http://schemas.microsoft.com/office/drawing/2014/main" id="{901DCFC0-E906-96D8-0CED-B0DF33C4888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46597" y="2472230"/>
            <a:ext cx="8723143" cy="387325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item_1_title</a:t>
            </a:r>
          </a:p>
        </p:txBody>
      </p:sp>
      <p:sp>
        <p:nvSpPr>
          <p:cNvPr id="10" name="item_1">
            <a:extLst>
              <a:ext uri="{FF2B5EF4-FFF2-40B4-BE49-F238E27FC236}">
                <a16:creationId xmlns:a16="http://schemas.microsoft.com/office/drawing/2014/main" id="{819BF1AC-3C5C-6E03-61DD-4B0B8470A7D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846597" y="2859554"/>
            <a:ext cx="8723143" cy="929580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item_1</a:t>
            </a:r>
          </a:p>
        </p:txBody>
      </p:sp>
      <p:sp>
        <p:nvSpPr>
          <p:cNvPr id="11" name="marker_2">
            <a:extLst>
              <a:ext uri="{FF2B5EF4-FFF2-40B4-BE49-F238E27FC236}">
                <a16:creationId xmlns:a16="http://schemas.microsoft.com/office/drawing/2014/main" id="{C888FB1C-7FB4-0730-76F7-3E9030C08F1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198591" y="4374427"/>
            <a:ext cx="548312" cy="585291"/>
          </a:xfrm>
          <a:prstGeom prst="ellipse">
            <a:avLst/>
          </a:prstGeom>
          <a:solidFill>
            <a:schemeClr val="accent1"/>
          </a:solidFill>
        </p:spPr>
        <p:txBody>
          <a:bodyPr wrap="square" lIns="0" tIns="0" rIns="0" bIns="0" anchor="ctr">
            <a:noAutofit/>
          </a:bodyPr>
          <a:lstStyle>
            <a:lvl1pPr marL="0" indent="0" algn="ctr">
              <a:spcBef>
                <a:spcPts val="0"/>
              </a:spcBef>
              <a:buFontTx/>
              <a:buNone/>
              <a:defRPr sz="2000" b="1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marker_2</a:t>
            </a:r>
          </a:p>
        </p:txBody>
      </p:sp>
      <p:sp>
        <p:nvSpPr>
          <p:cNvPr id="12" name="item_2_title">
            <a:extLst>
              <a:ext uri="{FF2B5EF4-FFF2-40B4-BE49-F238E27FC236}">
                <a16:creationId xmlns:a16="http://schemas.microsoft.com/office/drawing/2014/main" id="{383E24CC-5A7A-526F-BAF1-15BBC81930FE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846597" y="4374427"/>
            <a:ext cx="8723143" cy="387325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item_2_title</a:t>
            </a:r>
          </a:p>
        </p:txBody>
      </p:sp>
      <p:sp>
        <p:nvSpPr>
          <p:cNvPr id="13" name="item_2">
            <a:extLst>
              <a:ext uri="{FF2B5EF4-FFF2-40B4-BE49-F238E27FC236}">
                <a16:creationId xmlns:a16="http://schemas.microsoft.com/office/drawing/2014/main" id="{C1896FBA-315D-A863-1A2C-DC375657DBFE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846597" y="4761750"/>
            <a:ext cx="8723143" cy="929580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item_2</a:t>
            </a:r>
          </a:p>
        </p:txBody>
      </p:sp>
      <p:sp>
        <p:nvSpPr>
          <p:cNvPr id="14" name="source">
            <a:extLst>
              <a:ext uri="{FF2B5EF4-FFF2-40B4-BE49-F238E27FC236}">
                <a16:creationId xmlns:a16="http://schemas.microsoft.com/office/drawing/2014/main" id="{15587C01-EF20-51F6-68FE-DC0212BFA963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024128" y="6004560"/>
            <a:ext cx="1905000" cy="3048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</p:spPr>
        <p:txBody>
          <a:bodyPr wrap="square" lIns="127000" tIns="25400" rIns="127000" bIns="2540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p. 1</a:t>
            </a:r>
          </a:p>
        </p:txBody>
      </p:sp>
    </p:spTree>
    <p:extLst>
      <p:ext uri="{BB962C8B-B14F-4D97-AF65-F5344CB8AC3E}">
        <p14:creationId xmlns:p14="http://schemas.microsoft.com/office/powerpoint/2010/main" val="278820646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matn:finding:grid-2x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reative_background">
            <a:extLst>
              <a:ext uri="{FF2B5EF4-FFF2-40B4-BE49-F238E27FC236}">
                <a16:creationId xmlns:a16="http://schemas.microsoft.com/office/drawing/2014/main" id="{5D0DDF55-A85B-2277-F015-E549318419D0}"/>
              </a:ext>
            </a:extLst>
          </p:cNvPr>
          <p:cNvPicPr>
            <a:picLocks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3E3269-9E78-4D7E-9A3E-1CB27CD92A12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6D5B57-F7EE-4146-9EF5-FE1410ECAA61}" type="slidenum">
              <a:rPr lang="en-US" smtClean="0"/>
              <a:t>‹#›</a:t>
            </a:fld>
            <a:endParaRPr lang="en-US"/>
          </a:p>
        </p:txBody>
      </p:sp>
      <p:sp>
        <p:nvSpPr>
          <p:cNvPr id="8" name="item_1_title">
            <a:extLst>
              <a:ext uri="{FF2B5EF4-FFF2-40B4-BE49-F238E27FC236}">
                <a16:creationId xmlns:a16="http://schemas.microsoft.com/office/drawing/2014/main" id="{1EBCE00C-CCE9-357B-0CE0-35ADE9A6DFD4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1198591" y="2472230"/>
            <a:ext cx="4411418" cy="387325"/>
          </a:xfr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item_1_title</a:t>
            </a:r>
          </a:p>
        </p:txBody>
      </p:sp>
      <p:sp>
        <p:nvSpPr>
          <p:cNvPr id="9" name="item_1">
            <a:extLst>
              <a:ext uri="{FF2B5EF4-FFF2-40B4-BE49-F238E27FC236}">
                <a16:creationId xmlns:a16="http://schemas.microsoft.com/office/drawing/2014/main" id="{A725DEC5-DB30-6A5B-E31B-A3E95C40599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198591" y="2859554"/>
            <a:ext cx="4411418" cy="929580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item_1</a:t>
            </a:r>
          </a:p>
        </p:txBody>
      </p:sp>
      <p:sp>
        <p:nvSpPr>
          <p:cNvPr id="10" name="item_2_title">
            <a:extLst>
              <a:ext uri="{FF2B5EF4-FFF2-40B4-BE49-F238E27FC236}">
                <a16:creationId xmlns:a16="http://schemas.microsoft.com/office/drawing/2014/main" id="{FA136EFD-1C63-5F0A-9181-59627F54722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158321" y="2472230"/>
            <a:ext cx="4411418" cy="387325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item_2_title</a:t>
            </a:r>
          </a:p>
        </p:txBody>
      </p:sp>
      <p:sp>
        <p:nvSpPr>
          <p:cNvPr id="11" name="item_2">
            <a:extLst>
              <a:ext uri="{FF2B5EF4-FFF2-40B4-BE49-F238E27FC236}">
                <a16:creationId xmlns:a16="http://schemas.microsoft.com/office/drawing/2014/main" id="{578F15CA-F146-C2CE-7C4E-AC01FAECD03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158321" y="2859554"/>
            <a:ext cx="4411418" cy="929580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item_2</a:t>
            </a:r>
          </a:p>
        </p:txBody>
      </p:sp>
      <p:sp>
        <p:nvSpPr>
          <p:cNvPr id="12" name="item_3_title">
            <a:extLst>
              <a:ext uri="{FF2B5EF4-FFF2-40B4-BE49-F238E27FC236}">
                <a16:creationId xmlns:a16="http://schemas.microsoft.com/office/drawing/2014/main" id="{691B24E4-F508-EC31-685B-1373AD1F6CF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198591" y="4374427"/>
            <a:ext cx="4411418" cy="387325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item_3_title</a:t>
            </a:r>
          </a:p>
        </p:txBody>
      </p:sp>
      <p:sp>
        <p:nvSpPr>
          <p:cNvPr id="13" name="item_3">
            <a:extLst>
              <a:ext uri="{FF2B5EF4-FFF2-40B4-BE49-F238E27FC236}">
                <a16:creationId xmlns:a16="http://schemas.microsoft.com/office/drawing/2014/main" id="{18112719-3E9F-F585-9720-3F4E2DDE905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198591" y="4761750"/>
            <a:ext cx="4411418" cy="929580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item_3</a:t>
            </a:r>
          </a:p>
        </p:txBody>
      </p:sp>
      <p:sp>
        <p:nvSpPr>
          <p:cNvPr id="14" name="item_4_title">
            <a:extLst>
              <a:ext uri="{FF2B5EF4-FFF2-40B4-BE49-F238E27FC236}">
                <a16:creationId xmlns:a16="http://schemas.microsoft.com/office/drawing/2014/main" id="{4C2830F2-F30D-CADD-8026-68517EA47C07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158321" y="4374427"/>
            <a:ext cx="4411418" cy="387325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item_4_title</a:t>
            </a:r>
          </a:p>
        </p:txBody>
      </p:sp>
      <p:sp>
        <p:nvSpPr>
          <p:cNvPr id="15" name="item_4">
            <a:extLst>
              <a:ext uri="{FF2B5EF4-FFF2-40B4-BE49-F238E27FC236}">
                <a16:creationId xmlns:a16="http://schemas.microsoft.com/office/drawing/2014/main" id="{07D11BCE-140C-B89F-2672-6CF9204F7B85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158321" y="4761750"/>
            <a:ext cx="4411418" cy="929580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item_4</a:t>
            </a:r>
          </a:p>
        </p:txBody>
      </p:sp>
      <p:sp>
        <p:nvSpPr>
          <p:cNvPr id="16" name="source">
            <a:extLst>
              <a:ext uri="{FF2B5EF4-FFF2-40B4-BE49-F238E27FC236}">
                <a16:creationId xmlns:a16="http://schemas.microsoft.com/office/drawing/2014/main" id="{FC588C12-2C67-6BFE-99F8-C7A3778A68E9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024128" y="6004560"/>
            <a:ext cx="1905000" cy="3048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</p:spPr>
        <p:txBody>
          <a:bodyPr wrap="square" lIns="127000" tIns="25400" rIns="127000" bIns="2540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p. 1</a:t>
            </a:r>
          </a:p>
        </p:txBody>
      </p:sp>
    </p:spTree>
    <p:extLst>
      <p:ext uri="{BB962C8B-B14F-4D97-AF65-F5344CB8AC3E}">
        <p14:creationId xmlns:p14="http://schemas.microsoft.com/office/powerpoint/2010/main" val="205751757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matn:finding: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reative_background">
            <a:extLst>
              <a:ext uri="{FF2B5EF4-FFF2-40B4-BE49-F238E27FC236}">
                <a16:creationId xmlns:a16="http://schemas.microsoft.com/office/drawing/2014/main" id="{6CF483A1-209B-B487-3E7A-9232639B9D45}"/>
              </a:ext>
            </a:extLst>
          </p:cNvPr>
          <p:cNvPicPr>
            <a:picLocks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3E3269-9E78-4D7E-9A3E-1CB27CD92A12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6D5B57-F7EE-4146-9EF5-FE1410ECAA61}" type="slidenum">
              <a:rPr lang="en-US" smtClean="0"/>
              <a:t>‹#›</a:t>
            </a:fld>
            <a:endParaRPr lang="en-US"/>
          </a:p>
        </p:txBody>
      </p:sp>
      <p:sp>
        <p:nvSpPr>
          <p:cNvPr id="8" name="item_1_title">
            <a:extLst>
              <a:ext uri="{FF2B5EF4-FFF2-40B4-BE49-F238E27FC236}">
                <a16:creationId xmlns:a16="http://schemas.microsoft.com/office/drawing/2014/main" id="{FACC3263-4B55-C5B8-246B-D7EF3DB21B7E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1198591" y="2811082"/>
            <a:ext cx="1931553" cy="847132"/>
          </a:xfr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item_1_title</a:t>
            </a:r>
          </a:p>
        </p:txBody>
      </p:sp>
      <p:sp>
        <p:nvSpPr>
          <p:cNvPr id="9" name="item_1">
            <a:extLst>
              <a:ext uri="{FF2B5EF4-FFF2-40B4-BE49-F238E27FC236}">
                <a16:creationId xmlns:a16="http://schemas.microsoft.com/office/drawing/2014/main" id="{30087FB0-F088-23D8-40D9-8891AF6F870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198592" y="3658215"/>
            <a:ext cx="1931553" cy="2033117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item_1</a:t>
            </a:r>
          </a:p>
        </p:txBody>
      </p:sp>
      <p:sp>
        <p:nvSpPr>
          <p:cNvPr id="10" name="item_2_title">
            <a:extLst>
              <a:ext uri="{FF2B5EF4-FFF2-40B4-BE49-F238E27FC236}">
                <a16:creationId xmlns:a16="http://schemas.microsoft.com/office/drawing/2014/main" id="{A3C1F061-4B23-1160-F5C3-9C07CB3C4CC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678457" y="2811082"/>
            <a:ext cx="1931553" cy="847132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item_2_title</a:t>
            </a:r>
          </a:p>
        </p:txBody>
      </p:sp>
      <p:sp>
        <p:nvSpPr>
          <p:cNvPr id="11" name="item_2">
            <a:extLst>
              <a:ext uri="{FF2B5EF4-FFF2-40B4-BE49-F238E27FC236}">
                <a16:creationId xmlns:a16="http://schemas.microsoft.com/office/drawing/2014/main" id="{DF6818FE-9EFD-1A1C-264A-DC2E60E7AB4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678457" y="3658215"/>
            <a:ext cx="1931553" cy="2033117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item_2</a:t>
            </a:r>
          </a:p>
        </p:txBody>
      </p:sp>
      <p:sp>
        <p:nvSpPr>
          <p:cNvPr id="12" name="item_3_title">
            <a:extLst>
              <a:ext uri="{FF2B5EF4-FFF2-40B4-BE49-F238E27FC236}">
                <a16:creationId xmlns:a16="http://schemas.microsoft.com/office/drawing/2014/main" id="{14C59D70-0F8C-49D5-CDAB-A3F653A83273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158322" y="2811082"/>
            <a:ext cx="1931553" cy="847132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item_3_title</a:t>
            </a:r>
          </a:p>
        </p:txBody>
      </p:sp>
      <p:sp>
        <p:nvSpPr>
          <p:cNvPr id="13" name="item_3">
            <a:extLst>
              <a:ext uri="{FF2B5EF4-FFF2-40B4-BE49-F238E27FC236}">
                <a16:creationId xmlns:a16="http://schemas.microsoft.com/office/drawing/2014/main" id="{71125C1E-EAC4-2343-0221-8402F97B804E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158322" y="3658215"/>
            <a:ext cx="1931553" cy="2033117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item_3</a:t>
            </a:r>
          </a:p>
        </p:txBody>
      </p:sp>
      <p:sp>
        <p:nvSpPr>
          <p:cNvPr id="14" name="item_4_title">
            <a:extLst>
              <a:ext uri="{FF2B5EF4-FFF2-40B4-BE49-F238E27FC236}">
                <a16:creationId xmlns:a16="http://schemas.microsoft.com/office/drawing/2014/main" id="{63A87C32-F833-6E81-5D15-B2CC42D04D49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638186" y="2811082"/>
            <a:ext cx="1931553" cy="847132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item_4_title</a:t>
            </a:r>
          </a:p>
        </p:txBody>
      </p:sp>
      <p:sp>
        <p:nvSpPr>
          <p:cNvPr id="15" name="item_4">
            <a:extLst>
              <a:ext uri="{FF2B5EF4-FFF2-40B4-BE49-F238E27FC236}">
                <a16:creationId xmlns:a16="http://schemas.microsoft.com/office/drawing/2014/main" id="{225BDA86-D70B-0D55-9A35-85B5454DB183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638186" y="3658215"/>
            <a:ext cx="1931553" cy="2033117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item_4</a:t>
            </a:r>
          </a:p>
        </p:txBody>
      </p:sp>
      <p:sp>
        <p:nvSpPr>
          <p:cNvPr id="16" name="source">
            <a:extLst>
              <a:ext uri="{FF2B5EF4-FFF2-40B4-BE49-F238E27FC236}">
                <a16:creationId xmlns:a16="http://schemas.microsoft.com/office/drawing/2014/main" id="{FD584DE9-B412-8ADD-4C90-948DE7CCE617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024128" y="6004560"/>
            <a:ext cx="1905000" cy="3048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</p:spPr>
        <p:txBody>
          <a:bodyPr wrap="square" lIns="127000" tIns="25400" rIns="127000" bIns="2540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p. 1</a:t>
            </a:r>
          </a:p>
        </p:txBody>
      </p:sp>
    </p:spTree>
    <p:extLst>
      <p:ext uri="{BB962C8B-B14F-4D97-AF65-F5344CB8AC3E}">
        <p14:creationId xmlns:p14="http://schemas.microsoft.com/office/powerpoint/2010/main" val="196839738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matn:finding:single-her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reative_background">
            <a:extLst>
              <a:ext uri="{FF2B5EF4-FFF2-40B4-BE49-F238E27FC236}">
                <a16:creationId xmlns:a16="http://schemas.microsoft.com/office/drawing/2014/main" id="{603B7C0B-469D-98A0-805F-F9206DC0495A}"/>
              </a:ext>
            </a:extLst>
          </p:cNvPr>
          <p:cNvPicPr>
            <a:picLocks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3E3269-9E78-4D7E-9A3E-1CB27CD92A12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6D5B57-F7EE-4146-9EF5-FE1410ECAA61}" type="slidenum">
              <a:rPr lang="en-US" smtClean="0"/>
              <a:t>‹#›</a:t>
            </a:fld>
            <a:endParaRPr lang="en-US"/>
          </a:p>
        </p:txBody>
      </p:sp>
      <p:sp>
        <p:nvSpPr>
          <p:cNvPr id="8" name="kpi_value_1">
            <a:extLst>
              <a:ext uri="{FF2B5EF4-FFF2-40B4-BE49-F238E27FC236}">
                <a16:creationId xmlns:a16="http://schemas.microsoft.com/office/drawing/2014/main" id="{AD31B986-C3A2-245E-0FCD-894D25D024E9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1198591" y="2472230"/>
            <a:ext cx="4705512" cy="1995843"/>
          </a:xfr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08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kpi_value_1</a:t>
            </a:r>
          </a:p>
        </p:txBody>
      </p:sp>
      <p:sp>
        <p:nvSpPr>
          <p:cNvPr id="9" name="kpi_label_1">
            <a:extLst>
              <a:ext uri="{FF2B5EF4-FFF2-40B4-BE49-F238E27FC236}">
                <a16:creationId xmlns:a16="http://schemas.microsoft.com/office/drawing/2014/main" id="{DE0FFB51-24BB-28A7-0889-9BA291566A3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198591" y="4532455"/>
            <a:ext cx="4705512" cy="1158877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kpi_label_1</a:t>
            </a:r>
          </a:p>
        </p:txBody>
      </p:sp>
      <p:sp>
        <p:nvSpPr>
          <p:cNvPr id="10" name="quote">
            <a:extLst>
              <a:ext uri="{FF2B5EF4-FFF2-40B4-BE49-F238E27FC236}">
                <a16:creationId xmlns:a16="http://schemas.microsoft.com/office/drawing/2014/main" id="{26652ADB-811A-B13F-0088-C72E0776A545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198591" y="2472230"/>
            <a:ext cx="4705512" cy="2510899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 i="1">
                <a:latin typeface="+mj-lt"/>
              </a:defRPr>
            </a:lvl1pPr>
          </a:lstStyle>
          <a:p>
            <a:pPr lvl="0"/>
            <a:r>
              <a:rPr lang="en-US"/>
              <a:t>quote</a:t>
            </a:r>
          </a:p>
        </p:txBody>
      </p:sp>
      <p:sp>
        <p:nvSpPr>
          <p:cNvPr id="11" name="attribution">
            <a:extLst>
              <a:ext uri="{FF2B5EF4-FFF2-40B4-BE49-F238E27FC236}">
                <a16:creationId xmlns:a16="http://schemas.microsoft.com/office/drawing/2014/main" id="{8999F893-CB12-2924-2108-AF220F86B1A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198591" y="5047511"/>
            <a:ext cx="4705512" cy="643820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attribution</a:t>
            </a:r>
          </a:p>
        </p:txBody>
      </p:sp>
      <p:sp>
        <p:nvSpPr>
          <p:cNvPr id="12" name="item_1_title">
            <a:extLst>
              <a:ext uri="{FF2B5EF4-FFF2-40B4-BE49-F238E27FC236}">
                <a16:creationId xmlns:a16="http://schemas.microsoft.com/office/drawing/2014/main" id="{918EAD96-ED7B-EF4C-9AC4-D86167DE8E3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467369" y="2286001"/>
            <a:ext cx="4276832" cy="1056341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item_1_title</a:t>
            </a:r>
          </a:p>
        </p:txBody>
      </p:sp>
      <p:sp>
        <p:nvSpPr>
          <p:cNvPr id="13" name="item_1">
            <a:extLst>
              <a:ext uri="{FF2B5EF4-FFF2-40B4-BE49-F238E27FC236}">
                <a16:creationId xmlns:a16="http://schemas.microsoft.com/office/drawing/2014/main" id="{A0AAF790-F263-72FC-3AE8-1508FA7EB21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467369" y="3342342"/>
            <a:ext cx="4276832" cy="2535219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item_1</a:t>
            </a:r>
          </a:p>
        </p:txBody>
      </p:sp>
      <p:sp>
        <p:nvSpPr>
          <p:cNvPr id="14" name="source">
            <a:extLst>
              <a:ext uri="{FF2B5EF4-FFF2-40B4-BE49-F238E27FC236}">
                <a16:creationId xmlns:a16="http://schemas.microsoft.com/office/drawing/2014/main" id="{B4D14483-35CD-24D7-23C0-D362A6536FC2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024128" y="6004560"/>
            <a:ext cx="1905000" cy="3048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</p:spPr>
        <p:txBody>
          <a:bodyPr wrap="square" lIns="127000" tIns="25400" rIns="127000" bIns="2540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p. 1</a:t>
            </a:r>
          </a:p>
        </p:txBody>
      </p:sp>
    </p:spTree>
    <p:extLst>
      <p:ext uri="{BB962C8B-B14F-4D97-AF65-F5344CB8AC3E}">
        <p14:creationId xmlns:p14="http://schemas.microsoft.com/office/powerpoint/2010/main" val="958568766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matn:implications:cards-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reative_background">
            <a:extLst>
              <a:ext uri="{FF2B5EF4-FFF2-40B4-BE49-F238E27FC236}">
                <a16:creationId xmlns:a16="http://schemas.microsoft.com/office/drawing/2014/main" id="{4E2A8150-E955-313B-8F96-0F0D653BF9AE}"/>
              </a:ext>
            </a:extLst>
          </p:cNvPr>
          <p:cNvPicPr>
            <a:picLocks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3E3269-9E78-4D7E-9A3E-1CB27CD92A12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6D5B57-F7EE-4146-9EF5-FE1410ECAA61}" type="slidenum">
              <a:rPr lang="en-US" smtClean="0"/>
              <a:t>‹#›</a:t>
            </a:fld>
            <a:endParaRPr lang="en-US"/>
          </a:p>
        </p:txBody>
      </p:sp>
      <p:sp>
        <p:nvSpPr>
          <p:cNvPr id="8" name="item_1_title">
            <a:extLst>
              <a:ext uri="{FF2B5EF4-FFF2-40B4-BE49-F238E27FC236}">
                <a16:creationId xmlns:a16="http://schemas.microsoft.com/office/drawing/2014/main" id="{A5493A26-6BB9-E457-EBD9-B9DF1A70FAA5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1198591" y="2472230"/>
            <a:ext cx="2758175" cy="946795"/>
          </a:xfr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item_1_title</a:t>
            </a:r>
          </a:p>
        </p:txBody>
      </p:sp>
      <p:sp>
        <p:nvSpPr>
          <p:cNvPr id="9" name="item_1">
            <a:extLst>
              <a:ext uri="{FF2B5EF4-FFF2-40B4-BE49-F238E27FC236}">
                <a16:creationId xmlns:a16="http://schemas.microsoft.com/office/drawing/2014/main" id="{0EA0119D-0FFC-5E53-985F-A5429EA16C7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198592" y="3419025"/>
            <a:ext cx="2758175" cy="2272307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item_1</a:t>
            </a:r>
          </a:p>
        </p:txBody>
      </p:sp>
      <p:sp>
        <p:nvSpPr>
          <p:cNvPr id="10" name="item_2_title">
            <a:extLst>
              <a:ext uri="{FF2B5EF4-FFF2-40B4-BE49-F238E27FC236}">
                <a16:creationId xmlns:a16="http://schemas.microsoft.com/office/drawing/2014/main" id="{2C9833ED-F9D1-1449-86A9-34C0DA86A7E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05078" y="2472230"/>
            <a:ext cx="2758175" cy="946795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item_2_title</a:t>
            </a:r>
          </a:p>
        </p:txBody>
      </p:sp>
      <p:sp>
        <p:nvSpPr>
          <p:cNvPr id="11" name="item_2">
            <a:extLst>
              <a:ext uri="{FF2B5EF4-FFF2-40B4-BE49-F238E27FC236}">
                <a16:creationId xmlns:a16="http://schemas.microsoft.com/office/drawing/2014/main" id="{6E96C1F2-2B73-09F8-FA24-2B807062966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505078" y="3419025"/>
            <a:ext cx="2758175" cy="2272307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item_2</a:t>
            </a:r>
          </a:p>
        </p:txBody>
      </p:sp>
      <p:sp>
        <p:nvSpPr>
          <p:cNvPr id="12" name="item_3_title">
            <a:extLst>
              <a:ext uri="{FF2B5EF4-FFF2-40B4-BE49-F238E27FC236}">
                <a16:creationId xmlns:a16="http://schemas.microsoft.com/office/drawing/2014/main" id="{9A95EB7F-85BD-0E18-B162-4AAA4E24A1D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811565" y="2472230"/>
            <a:ext cx="2758175" cy="946795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item_3_title</a:t>
            </a:r>
          </a:p>
        </p:txBody>
      </p:sp>
      <p:sp>
        <p:nvSpPr>
          <p:cNvPr id="13" name="item_3">
            <a:extLst>
              <a:ext uri="{FF2B5EF4-FFF2-40B4-BE49-F238E27FC236}">
                <a16:creationId xmlns:a16="http://schemas.microsoft.com/office/drawing/2014/main" id="{4ACEDD82-8DEE-008F-26D4-13EB1EA20BED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7811565" y="3419025"/>
            <a:ext cx="2758175" cy="2272307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item_3</a:t>
            </a:r>
          </a:p>
        </p:txBody>
      </p:sp>
      <p:sp>
        <p:nvSpPr>
          <p:cNvPr id="14" name="source">
            <a:extLst>
              <a:ext uri="{FF2B5EF4-FFF2-40B4-BE49-F238E27FC236}">
                <a16:creationId xmlns:a16="http://schemas.microsoft.com/office/drawing/2014/main" id="{F7C82BDF-4A18-DC97-78F8-A7E1E5ABE37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024128" y="6004560"/>
            <a:ext cx="1905000" cy="3048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</p:spPr>
        <p:txBody>
          <a:bodyPr wrap="square" lIns="127000" tIns="25400" rIns="127000" bIns="2540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p. 1</a:t>
            </a:r>
          </a:p>
        </p:txBody>
      </p:sp>
    </p:spTree>
    <p:extLst>
      <p:ext uri="{BB962C8B-B14F-4D97-AF65-F5344CB8AC3E}">
        <p14:creationId xmlns:p14="http://schemas.microsoft.com/office/powerpoint/2010/main" val="4286227675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matn:implications:two-spli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reative_background">
            <a:extLst>
              <a:ext uri="{FF2B5EF4-FFF2-40B4-BE49-F238E27FC236}">
                <a16:creationId xmlns:a16="http://schemas.microsoft.com/office/drawing/2014/main" id="{DE1B4452-2DCB-16AD-6A45-13C8EE420EC5}"/>
              </a:ext>
            </a:extLst>
          </p:cNvPr>
          <p:cNvPicPr>
            <a:picLocks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3E3269-9E78-4D7E-9A3E-1CB27CD92A12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6D5B57-F7EE-4146-9EF5-FE1410ECAA61}" type="slidenum">
              <a:rPr lang="en-US" smtClean="0"/>
              <a:t>‹#›</a:t>
            </a:fld>
            <a:endParaRPr lang="en-US"/>
          </a:p>
        </p:txBody>
      </p:sp>
      <p:sp>
        <p:nvSpPr>
          <p:cNvPr id="8" name="marker_1">
            <a:extLst>
              <a:ext uri="{FF2B5EF4-FFF2-40B4-BE49-F238E27FC236}">
                <a16:creationId xmlns:a16="http://schemas.microsoft.com/office/drawing/2014/main" id="{6D0B1B0B-1C4F-003C-9D6C-13E4435B5812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1198591" y="2472230"/>
            <a:ext cx="548312" cy="585291"/>
          </a:xfrm>
          <a:prstGeom prst="ellipse">
            <a:avLst/>
          </a:prstGeom>
          <a:solidFill>
            <a:schemeClr val="accent1"/>
          </a:solidFill>
        </p:spPr>
        <p:txBody>
          <a:bodyPr wrap="square" lIns="0" tIns="0" rIns="0" bIns="0" anchor="ctr">
            <a:noAutofit/>
          </a:bodyPr>
          <a:lstStyle>
            <a:lvl1pPr marL="0" indent="0" algn="ctr">
              <a:spcBef>
                <a:spcPts val="0"/>
              </a:spcBef>
              <a:buFontTx/>
              <a:buNone/>
              <a:defRPr sz="2000" b="1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marker_1</a:t>
            </a:r>
          </a:p>
        </p:txBody>
      </p:sp>
      <p:sp>
        <p:nvSpPr>
          <p:cNvPr id="9" name="item_1_title">
            <a:extLst>
              <a:ext uri="{FF2B5EF4-FFF2-40B4-BE49-F238E27FC236}">
                <a16:creationId xmlns:a16="http://schemas.microsoft.com/office/drawing/2014/main" id="{350ED9DD-7E98-E7BE-5AD6-4C2641FD9BC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46597" y="2472230"/>
            <a:ext cx="8723143" cy="387325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item_1_title</a:t>
            </a:r>
          </a:p>
        </p:txBody>
      </p:sp>
      <p:sp>
        <p:nvSpPr>
          <p:cNvPr id="10" name="item_1">
            <a:extLst>
              <a:ext uri="{FF2B5EF4-FFF2-40B4-BE49-F238E27FC236}">
                <a16:creationId xmlns:a16="http://schemas.microsoft.com/office/drawing/2014/main" id="{039B5BC7-8F8B-5E88-0D73-896A3553797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846597" y="2859554"/>
            <a:ext cx="8723143" cy="929580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item_1</a:t>
            </a:r>
          </a:p>
        </p:txBody>
      </p:sp>
      <p:sp>
        <p:nvSpPr>
          <p:cNvPr id="11" name="marker_2">
            <a:extLst>
              <a:ext uri="{FF2B5EF4-FFF2-40B4-BE49-F238E27FC236}">
                <a16:creationId xmlns:a16="http://schemas.microsoft.com/office/drawing/2014/main" id="{70924C5B-D34E-F9A7-6F53-D28044684E4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198591" y="4374427"/>
            <a:ext cx="548312" cy="585291"/>
          </a:xfrm>
          <a:prstGeom prst="ellipse">
            <a:avLst/>
          </a:prstGeom>
          <a:solidFill>
            <a:schemeClr val="accent1"/>
          </a:solidFill>
        </p:spPr>
        <p:txBody>
          <a:bodyPr wrap="square" lIns="0" tIns="0" rIns="0" bIns="0" anchor="ctr">
            <a:noAutofit/>
          </a:bodyPr>
          <a:lstStyle>
            <a:lvl1pPr marL="0" indent="0" algn="ctr">
              <a:spcBef>
                <a:spcPts val="0"/>
              </a:spcBef>
              <a:buFontTx/>
              <a:buNone/>
              <a:defRPr sz="2000" b="1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marker_2</a:t>
            </a:r>
          </a:p>
        </p:txBody>
      </p:sp>
      <p:sp>
        <p:nvSpPr>
          <p:cNvPr id="12" name="item_2_title">
            <a:extLst>
              <a:ext uri="{FF2B5EF4-FFF2-40B4-BE49-F238E27FC236}">
                <a16:creationId xmlns:a16="http://schemas.microsoft.com/office/drawing/2014/main" id="{3D372411-ABB6-878F-C28E-EFD0331B813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846597" y="4374427"/>
            <a:ext cx="8723143" cy="387325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item_2_title</a:t>
            </a:r>
          </a:p>
        </p:txBody>
      </p:sp>
      <p:sp>
        <p:nvSpPr>
          <p:cNvPr id="13" name="item_2">
            <a:extLst>
              <a:ext uri="{FF2B5EF4-FFF2-40B4-BE49-F238E27FC236}">
                <a16:creationId xmlns:a16="http://schemas.microsoft.com/office/drawing/2014/main" id="{C2620B74-FE01-5737-6AB1-87297267B4D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846597" y="4761750"/>
            <a:ext cx="8723143" cy="929580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item_2</a:t>
            </a:r>
          </a:p>
        </p:txBody>
      </p:sp>
      <p:sp>
        <p:nvSpPr>
          <p:cNvPr id="14" name="source">
            <a:extLst>
              <a:ext uri="{FF2B5EF4-FFF2-40B4-BE49-F238E27FC236}">
                <a16:creationId xmlns:a16="http://schemas.microsoft.com/office/drawing/2014/main" id="{9F779B73-11DE-BBFA-1E5F-22DEF0758B7D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024128" y="6004560"/>
            <a:ext cx="1905000" cy="3048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</p:spPr>
        <p:txBody>
          <a:bodyPr wrap="square" lIns="127000" tIns="25400" rIns="127000" bIns="2540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p. 1</a:t>
            </a:r>
          </a:p>
        </p:txBody>
      </p:sp>
    </p:spTree>
    <p:extLst>
      <p:ext uri="{BB962C8B-B14F-4D97-AF65-F5344CB8AC3E}">
        <p14:creationId xmlns:p14="http://schemas.microsoft.com/office/powerpoint/2010/main" val="332626291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matn:implications:single-her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reative_background">
            <a:extLst>
              <a:ext uri="{FF2B5EF4-FFF2-40B4-BE49-F238E27FC236}">
                <a16:creationId xmlns:a16="http://schemas.microsoft.com/office/drawing/2014/main" id="{01B4BAF8-A3A6-9385-07AA-19B4DD10C087}"/>
              </a:ext>
            </a:extLst>
          </p:cNvPr>
          <p:cNvPicPr>
            <a:picLocks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3E3269-9E78-4D7E-9A3E-1CB27CD92A12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6D5B57-F7EE-4146-9EF5-FE1410ECAA61}" type="slidenum">
              <a:rPr lang="en-US" smtClean="0"/>
              <a:t>‹#›</a:t>
            </a:fld>
            <a:endParaRPr lang="en-US"/>
          </a:p>
        </p:txBody>
      </p:sp>
      <p:sp>
        <p:nvSpPr>
          <p:cNvPr id="8" name="kpi_value_1">
            <a:extLst>
              <a:ext uri="{FF2B5EF4-FFF2-40B4-BE49-F238E27FC236}">
                <a16:creationId xmlns:a16="http://schemas.microsoft.com/office/drawing/2014/main" id="{DD7222B2-3B45-3799-D471-C6E9627A4C46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1198591" y="2472230"/>
            <a:ext cx="4705512" cy="1995843"/>
          </a:xfr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08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kpi_value_1</a:t>
            </a:r>
          </a:p>
        </p:txBody>
      </p:sp>
      <p:sp>
        <p:nvSpPr>
          <p:cNvPr id="9" name="kpi_label_1">
            <a:extLst>
              <a:ext uri="{FF2B5EF4-FFF2-40B4-BE49-F238E27FC236}">
                <a16:creationId xmlns:a16="http://schemas.microsoft.com/office/drawing/2014/main" id="{14B8C557-C15B-477C-B1F3-9CE07BE848C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198591" y="4532455"/>
            <a:ext cx="4705512" cy="1158877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kpi_label_1</a:t>
            </a:r>
          </a:p>
        </p:txBody>
      </p:sp>
      <p:sp>
        <p:nvSpPr>
          <p:cNvPr id="10" name="quote">
            <a:extLst>
              <a:ext uri="{FF2B5EF4-FFF2-40B4-BE49-F238E27FC236}">
                <a16:creationId xmlns:a16="http://schemas.microsoft.com/office/drawing/2014/main" id="{B81D6554-6BF7-0C13-1DE3-DCA56E41C6A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198591" y="2472230"/>
            <a:ext cx="4705512" cy="2510899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 i="1">
                <a:latin typeface="+mj-lt"/>
              </a:defRPr>
            </a:lvl1pPr>
          </a:lstStyle>
          <a:p>
            <a:pPr lvl="0"/>
            <a:r>
              <a:rPr lang="en-US"/>
              <a:t>quote</a:t>
            </a:r>
          </a:p>
        </p:txBody>
      </p:sp>
      <p:sp>
        <p:nvSpPr>
          <p:cNvPr id="11" name="attribution">
            <a:extLst>
              <a:ext uri="{FF2B5EF4-FFF2-40B4-BE49-F238E27FC236}">
                <a16:creationId xmlns:a16="http://schemas.microsoft.com/office/drawing/2014/main" id="{4694B398-D3D5-B3DE-51F2-09C0C2D9445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198591" y="5047511"/>
            <a:ext cx="4705512" cy="643820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attribution</a:t>
            </a:r>
          </a:p>
        </p:txBody>
      </p:sp>
      <p:sp>
        <p:nvSpPr>
          <p:cNvPr id="12" name="item_1_title">
            <a:extLst>
              <a:ext uri="{FF2B5EF4-FFF2-40B4-BE49-F238E27FC236}">
                <a16:creationId xmlns:a16="http://schemas.microsoft.com/office/drawing/2014/main" id="{3F8C9B80-9D6B-9231-AF6E-768FABCBEC2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467369" y="2286001"/>
            <a:ext cx="4276832" cy="1056341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item_1_title</a:t>
            </a:r>
          </a:p>
        </p:txBody>
      </p:sp>
      <p:sp>
        <p:nvSpPr>
          <p:cNvPr id="13" name="item_1">
            <a:extLst>
              <a:ext uri="{FF2B5EF4-FFF2-40B4-BE49-F238E27FC236}">
                <a16:creationId xmlns:a16="http://schemas.microsoft.com/office/drawing/2014/main" id="{1C87457D-24A5-E13B-E727-286B17ECDEC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467369" y="3342342"/>
            <a:ext cx="4276832" cy="2535219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item_1</a:t>
            </a:r>
          </a:p>
        </p:txBody>
      </p:sp>
      <p:sp>
        <p:nvSpPr>
          <p:cNvPr id="14" name="source">
            <a:extLst>
              <a:ext uri="{FF2B5EF4-FFF2-40B4-BE49-F238E27FC236}">
                <a16:creationId xmlns:a16="http://schemas.microsoft.com/office/drawing/2014/main" id="{2858E346-F301-7D64-67A9-14DD66B461DB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024128" y="6004560"/>
            <a:ext cx="1905000" cy="3048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</p:spPr>
        <p:txBody>
          <a:bodyPr wrap="square" lIns="127000" tIns="25400" rIns="127000" bIns="2540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p. 1</a:t>
            </a:r>
          </a:p>
        </p:txBody>
      </p:sp>
    </p:spTree>
    <p:extLst>
      <p:ext uri="{BB962C8B-B14F-4D97-AF65-F5344CB8AC3E}">
        <p14:creationId xmlns:p14="http://schemas.microsoft.com/office/powerpoint/2010/main" val="693960833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matn:limitations:number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reative_background">
            <a:extLst>
              <a:ext uri="{FF2B5EF4-FFF2-40B4-BE49-F238E27FC236}">
                <a16:creationId xmlns:a16="http://schemas.microsoft.com/office/drawing/2014/main" id="{1581B8EA-9A98-4C4E-A60C-4406ED8A530C}"/>
              </a:ext>
            </a:extLst>
          </p:cNvPr>
          <p:cNvPicPr>
            <a:picLocks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3E3269-9E78-4D7E-9A3E-1CB27CD92A12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6D5B57-F7EE-4146-9EF5-FE1410ECAA61}" type="slidenum">
              <a:rPr lang="en-US" smtClean="0"/>
              <a:t>‹#›</a:t>
            </a:fld>
            <a:endParaRPr lang="en-US"/>
          </a:p>
        </p:txBody>
      </p:sp>
      <p:sp>
        <p:nvSpPr>
          <p:cNvPr id="8" name="marker_1">
            <a:extLst>
              <a:ext uri="{FF2B5EF4-FFF2-40B4-BE49-F238E27FC236}">
                <a16:creationId xmlns:a16="http://schemas.microsoft.com/office/drawing/2014/main" id="{10204A45-B8FB-EBAC-D616-2D4AEC947F8C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1148744" y="2419022"/>
            <a:ext cx="548312" cy="585291"/>
          </a:xfrm>
          <a:prstGeom prst="ellipse">
            <a:avLst/>
          </a:prstGeom>
          <a:solidFill>
            <a:schemeClr val="accent1"/>
          </a:solidFill>
        </p:spPr>
        <p:txBody>
          <a:bodyPr wrap="square" lIns="0" tIns="0" rIns="0" bIns="0" anchor="ctr">
            <a:noAutofit/>
          </a:bodyPr>
          <a:lstStyle>
            <a:lvl1pPr marL="0" indent="0" algn="ctr">
              <a:spcBef>
                <a:spcPts val="0"/>
              </a:spcBef>
              <a:buFontTx/>
              <a:buNone/>
              <a:defRPr sz="2000" b="1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marker_1</a:t>
            </a:r>
          </a:p>
        </p:txBody>
      </p:sp>
      <p:sp>
        <p:nvSpPr>
          <p:cNvPr id="9" name="item_1">
            <a:extLst>
              <a:ext uri="{FF2B5EF4-FFF2-40B4-BE49-F238E27FC236}">
                <a16:creationId xmlns:a16="http://schemas.microsoft.com/office/drawing/2014/main" id="{FFB66443-B4F4-1C3D-295F-2F6814B2F9E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796749" y="2419022"/>
            <a:ext cx="8822836" cy="532083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item_1</a:t>
            </a:r>
          </a:p>
        </p:txBody>
      </p:sp>
      <p:sp>
        <p:nvSpPr>
          <p:cNvPr id="10" name="marker_2">
            <a:extLst>
              <a:ext uri="{FF2B5EF4-FFF2-40B4-BE49-F238E27FC236}">
                <a16:creationId xmlns:a16="http://schemas.microsoft.com/office/drawing/2014/main" id="{245EF52C-7666-AC2A-59A6-E3F03A8EF71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148744" y="3350167"/>
            <a:ext cx="548312" cy="585291"/>
          </a:xfrm>
          <a:prstGeom prst="ellipse">
            <a:avLst/>
          </a:prstGeom>
          <a:solidFill>
            <a:schemeClr val="accent1"/>
          </a:solidFill>
        </p:spPr>
        <p:txBody>
          <a:bodyPr wrap="square" lIns="0" tIns="0" rIns="0" bIns="0" anchor="ctr">
            <a:noAutofit/>
          </a:bodyPr>
          <a:lstStyle>
            <a:lvl1pPr marL="0" indent="0" algn="ctr">
              <a:spcBef>
                <a:spcPts val="0"/>
              </a:spcBef>
              <a:buFontTx/>
              <a:buNone/>
              <a:defRPr sz="2000" b="1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marker_2</a:t>
            </a:r>
          </a:p>
        </p:txBody>
      </p:sp>
      <p:sp>
        <p:nvSpPr>
          <p:cNvPr id="11" name="item_2">
            <a:extLst>
              <a:ext uri="{FF2B5EF4-FFF2-40B4-BE49-F238E27FC236}">
                <a16:creationId xmlns:a16="http://schemas.microsoft.com/office/drawing/2014/main" id="{C318B980-2ABD-E8F1-6116-1F83B392ECD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796749" y="3350167"/>
            <a:ext cx="8822836" cy="532083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item_2</a:t>
            </a:r>
          </a:p>
        </p:txBody>
      </p:sp>
      <p:sp>
        <p:nvSpPr>
          <p:cNvPr id="12" name="marker_3">
            <a:extLst>
              <a:ext uri="{FF2B5EF4-FFF2-40B4-BE49-F238E27FC236}">
                <a16:creationId xmlns:a16="http://schemas.microsoft.com/office/drawing/2014/main" id="{7F826B24-BE3D-4C43-AE1C-BF6FE58DABC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148744" y="4281312"/>
            <a:ext cx="548312" cy="585291"/>
          </a:xfrm>
          <a:prstGeom prst="ellipse">
            <a:avLst/>
          </a:prstGeom>
          <a:solidFill>
            <a:schemeClr val="accent1"/>
          </a:solidFill>
        </p:spPr>
        <p:txBody>
          <a:bodyPr wrap="square" lIns="0" tIns="0" rIns="0" bIns="0" anchor="ctr">
            <a:noAutofit/>
          </a:bodyPr>
          <a:lstStyle>
            <a:lvl1pPr marL="0" indent="0" algn="ctr">
              <a:spcBef>
                <a:spcPts val="0"/>
              </a:spcBef>
              <a:buFontTx/>
              <a:buNone/>
              <a:defRPr sz="2000" b="1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marker_3</a:t>
            </a:r>
          </a:p>
        </p:txBody>
      </p:sp>
      <p:sp>
        <p:nvSpPr>
          <p:cNvPr id="13" name="item_3">
            <a:extLst>
              <a:ext uri="{FF2B5EF4-FFF2-40B4-BE49-F238E27FC236}">
                <a16:creationId xmlns:a16="http://schemas.microsoft.com/office/drawing/2014/main" id="{5D0647E2-ED05-A2A1-D484-1C579F7EBAA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796749" y="4281312"/>
            <a:ext cx="8822836" cy="532083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item_3</a:t>
            </a:r>
          </a:p>
        </p:txBody>
      </p:sp>
      <p:sp>
        <p:nvSpPr>
          <p:cNvPr id="14" name="marker_4">
            <a:extLst>
              <a:ext uri="{FF2B5EF4-FFF2-40B4-BE49-F238E27FC236}">
                <a16:creationId xmlns:a16="http://schemas.microsoft.com/office/drawing/2014/main" id="{1CADAFCA-9A30-0FEE-BF50-FDCD9FC01460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148744" y="5212457"/>
            <a:ext cx="548312" cy="585291"/>
          </a:xfrm>
          <a:prstGeom prst="ellipse">
            <a:avLst/>
          </a:prstGeom>
          <a:solidFill>
            <a:schemeClr val="accent1"/>
          </a:solidFill>
        </p:spPr>
        <p:txBody>
          <a:bodyPr wrap="square" lIns="0" tIns="0" rIns="0" bIns="0" anchor="ctr">
            <a:noAutofit/>
          </a:bodyPr>
          <a:lstStyle>
            <a:lvl1pPr marL="0" indent="0" algn="ctr">
              <a:spcBef>
                <a:spcPts val="0"/>
              </a:spcBef>
              <a:buFontTx/>
              <a:buNone/>
              <a:defRPr sz="2000" b="1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marker_4</a:t>
            </a:r>
          </a:p>
        </p:txBody>
      </p:sp>
      <p:sp>
        <p:nvSpPr>
          <p:cNvPr id="15" name="item_4">
            <a:extLst>
              <a:ext uri="{FF2B5EF4-FFF2-40B4-BE49-F238E27FC236}">
                <a16:creationId xmlns:a16="http://schemas.microsoft.com/office/drawing/2014/main" id="{770FC47B-3C82-F75A-8542-722BF83837D4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796749" y="5212457"/>
            <a:ext cx="8822836" cy="532083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item_4</a:t>
            </a:r>
          </a:p>
        </p:txBody>
      </p:sp>
      <p:sp>
        <p:nvSpPr>
          <p:cNvPr id="16" name="source">
            <a:extLst>
              <a:ext uri="{FF2B5EF4-FFF2-40B4-BE49-F238E27FC236}">
                <a16:creationId xmlns:a16="http://schemas.microsoft.com/office/drawing/2014/main" id="{CA11687E-7D91-3C7B-C9D8-187647590CAD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024128" y="6004560"/>
            <a:ext cx="1905000" cy="3048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</p:spPr>
        <p:txBody>
          <a:bodyPr wrap="square" lIns="127000" tIns="25400" rIns="127000" bIns="2540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p. 1</a:t>
            </a:r>
          </a:p>
        </p:txBody>
      </p:sp>
    </p:spTree>
    <p:extLst>
      <p:ext uri="{BB962C8B-B14F-4D97-AF65-F5344CB8AC3E}">
        <p14:creationId xmlns:p14="http://schemas.microsoft.com/office/powerpoint/2010/main" val="1938960164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matn:closing:takeaway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reative_background">
            <a:extLst>
              <a:ext uri="{FF2B5EF4-FFF2-40B4-BE49-F238E27FC236}">
                <a16:creationId xmlns:a16="http://schemas.microsoft.com/office/drawing/2014/main" id="{1F131F8F-39E9-C15E-735F-B6A243049D48}"/>
              </a:ext>
            </a:extLst>
          </p:cNvPr>
          <p:cNvPicPr>
            <a:picLocks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3E3269-9E78-4D7E-9A3E-1CB27CD92A12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6D5B57-F7EE-4146-9EF5-FE1410ECAA61}" type="slidenum">
              <a:rPr lang="en-US" smtClean="0"/>
              <a:t>‹#›</a:t>
            </a:fld>
            <a:endParaRPr lang="en-US"/>
          </a:p>
        </p:txBody>
      </p:sp>
      <p:sp>
        <p:nvSpPr>
          <p:cNvPr id="8" name="decisions_title">
            <a:extLst>
              <a:ext uri="{FF2B5EF4-FFF2-40B4-BE49-F238E27FC236}">
                <a16:creationId xmlns:a16="http://schemas.microsoft.com/office/drawing/2014/main" id="{F2A3F6C5-3908-3EB6-5C8A-AC69F5E3EA5A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1198591" y="4842659"/>
            <a:ext cx="2352756" cy="848672"/>
          </a:xfr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decisions_title</a:t>
            </a:r>
          </a:p>
        </p:txBody>
      </p:sp>
      <p:sp>
        <p:nvSpPr>
          <p:cNvPr id="9" name="decisions">
            <a:extLst>
              <a:ext uri="{FF2B5EF4-FFF2-40B4-BE49-F238E27FC236}">
                <a16:creationId xmlns:a16="http://schemas.microsoft.com/office/drawing/2014/main" id="{C5C9CAFF-1EBB-9B9E-097C-B4326BE22B6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648549" y="4842659"/>
            <a:ext cx="6921191" cy="848672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>
              <a:defRPr sz="2000"/>
            </a:lvl1pPr>
          </a:lstStyle>
          <a:p>
            <a:pPr lvl="0"/>
            <a:r>
              <a:rPr lang="en-US"/>
              <a:t>decisions</a:t>
            </a:r>
          </a:p>
        </p:txBody>
      </p:sp>
      <p:sp>
        <p:nvSpPr>
          <p:cNvPr id="10" name="item_1_title">
            <a:extLst>
              <a:ext uri="{FF2B5EF4-FFF2-40B4-BE49-F238E27FC236}">
                <a16:creationId xmlns:a16="http://schemas.microsoft.com/office/drawing/2014/main" id="{2FB7EDF1-23AE-DE15-55E3-CDF58957D46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198592" y="2472229"/>
            <a:ext cx="2758175" cy="524258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item_1_title</a:t>
            </a:r>
          </a:p>
        </p:txBody>
      </p:sp>
      <p:sp>
        <p:nvSpPr>
          <p:cNvPr id="11" name="item_1">
            <a:extLst>
              <a:ext uri="{FF2B5EF4-FFF2-40B4-BE49-F238E27FC236}">
                <a16:creationId xmlns:a16="http://schemas.microsoft.com/office/drawing/2014/main" id="{A1C1E34C-2B4C-10C8-3218-A1A6C7559D1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198592" y="2996487"/>
            <a:ext cx="2758175" cy="1258220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item_1</a:t>
            </a:r>
          </a:p>
        </p:txBody>
      </p:sp>
      <p:sp>
        <p:nvSpPr>
          <p:cNvPr id="12" name="item_2_title">
            <a:extLst>
              <a:ext uri="{FF2B5EF4-FFF2-40B4-BE49-F238E27FC236}">
                <a16:creationId xmlns:a16="http://schemas.microsoft.com/office/drawing/2014/main" id="{D74DBB16-5999-43B1-D5D4-892C09E5C7A0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505078" y="2472229"/>
            <a:ext cx="2758175" cy="524258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item_2_title</a:t>
            </a:r>
          </a:p>
        </p:txBody>
      </p:sp>
      <p:sp>
        <p:nvSpPr>
          <p:cNvPr id="13" name="item_2">
            <a:extLst>
              <a:ext uri="{FF2B5EF4-FFF2-40B4-BE49-F238E27FC236}">
                <a16:creationId xmlns:a16="http://schemas.microsoft.com/office/drawing/2014/main" id="{94285228-C063-16E9-9908-903EBD308C1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505078" y="2996487"/>
            <a:ext cx="2758175" cy="1258220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item_2</a:t>
            </a:r>
          </a:p>
        </p:txBody>
      </p:sp>
      <p:sp>
        <p:nvSpPr>
          <p:cNvPr id="14" name="item_3_title">
            <a:extLst>
              <a:ext uri="{FF2B5EF4-FFF2-40B4-BE49-F238E27FC236}">
                <a16:creationId xmlns:a16="http://schemas.microsoft.com/office/drawing/2014/main" id="{85554F51-B52B-1018-DD0C-D3427EF337C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811565" y="2472229"/>
            <a:ext cx="2758175" cy="524258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item_3_title</a:t>
            </a:r>
          </a:p>
        </p:txBody>
      </p:sp>
      <p:sp>
        <p:nvSpPr>
          <p:cNvPr id="15" name="item_3">
            <a:extLst>
              <a:ext uri="{FF2B5EF4-FFF2-40B4-BE49-F238E27FC236}">
                <a16:creationId xmlns:a16="http://schemas.microsoft.com/office/drawing/2014/main" id="{23C1EBDA-B819-ABB7-BB42-A0010A160DCA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7811565" y="2996487"/>
            <a:ext cx="2758175" cy="1258220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item_3</a:t>
            </a:r>
          </a:p>
        </p:txBody>
      </p:sp>
      <p:sp>
        <p:nvSpPr>
          <p:cNvPr id="16" name="source">
            <a:extLst>
              <a:ext uri="{FF2B5EF4-FFF2-40B4-BE49-F238E27FC236}">
                <a16:creationId xmlns:a16="http://schemas.microsoft.com/office/drawing/2014/main" id="{3120EF31-EA63-5EF5-A01C-CB66B49DA25B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024128" y="6004560"/>
            <a:ext cx="1905000" cy="3048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</p:spPr>
        <p:txBody>
          <a:bodyPr wrap="square" lIns="127000" tIns="25400" rIns="127000" bIns="2540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p. 1</a:t>
            </a:r>
          </a:p>
        </p:txBody>
      </p:sp>
    </p:spTree>
    <p:extLst>
      <p:ext uri="{BB962C8B-B14F-4D97-AF65-F5344CB8AC3E}">
        <p14:creationId xmlns:p14="http://schemas.microsoft.com/office/powerpoint/2010/main" val="24584691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image" Target="../media/image2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creative_background_master">
            <a:extLst>
              <a:ext uri="{FF2B5EF4-FFF2-40B4-BE49-F238E27FC236}">
                <a16:creationId xmlns:a16="http://schemas.microsoft.com/office/drawing/2014/main" id="{15710686-1A9D-8E9E-81D6-72CAC3FAB8C9}"/>
              </a:ext>
            </a:extLst>
          </p:cNvPr>
          <p:cNvPicPr>
            <a:picLocks/>
          </p:cNvPicPr>
          <p:nvPr userDrawn="1"/>
        </p:nvPicPr>
        <p:blipFill>
          <a:blip r:embed="rId3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286000"/>
            <a:ext cx="9720073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24129" y="6470704"/>
            <a:ext cx="2154143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953E3269-9E78-4D7E-9A3E-1CB27CD92A12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842932" y="6470704"/>
            <a:ext cx="5901459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837333" y="6470704"/>
            <a:ext cx="973667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F16D5B57-F7EE-4146-9EF5-FE1410ECAA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09625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2" r:id="rId1"/>
    <p:sldLayoutId id="2147483673" r:id="rId2"/>
    <p:sldLayoutId id="2147483674" r:id="rId3"/>
    <p:sldLayoutId id="2147483675" r:id="rId4"/>
    <p:sldLayoutId id="2147483676" r:id="rId5"/>
    <p:sldLayoutId id="2147483677" r:id="rId6"/>
    <p:sldLayoutId id="2147483678" r:id="rId7"/>
    <p:sldLayoutId id="2147483679" r:id="rId8"/>
    <p:sldLayoutId id="2147483680" r:id="rId9"/>
    <p:sldLayoutId id="2147483681" r:id="rId10"/>
    <p:sldLayoutId id="2147483682" r:id="rId11"/>
    <p:sldLayoutId id="2147483683" r:id="rId12"/>
    <p:sldLayoutId id="2147483684" r:id="rId13"/>
    <p:sldLayoutId id="2147483685" r:id="rId14"/>
    <p:sldLayoutId id="2147483686" r:id="rId15"/>
    <p:sldLayoutId id="2147483687" r:id="rId16"/>
    <p:sldLayoutId id="2147483688" r:id="rId17"/>
    <p:sldLayoutId id="2147483689" r:id="rId18"/>
    <p:sldLayoutId id="2147483690" r:id="rId19"/>
    <p:sldLayoutId id="2147483691" r:id="rId20"/>
    <p:sldLayoutId id="2147483692" r:id="rId21"/>
    <p:sldLayoutId id="2147483693" r:id="rId22"/>
    <p:sldLayoutId id="2147483694" r:id="rId23"/>
    <p:sldLayoutId id="2147483695" r:id="rId24"/>
    <p:sldLayoutId id="2147483696" r:id="rId25"/>
    <p:sldLayoutId id="2147483697" r:id="rId26"/>
    <p:sldLayoutId id="2147483698" r:id="rId27"/>
    <p:sldLayoutId id="2147483699" r:id="rId28"/>
  </p:sldLayoutIdLst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5000" kern="1200" cap="all" spc="100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Segoe UI" panose="020B0502040204020203" pitchFamily="34" charset="0"/>
        <a:buChar char=" 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26517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4480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7724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ntegral">
  <a:themeElements>
    <a:clrScheme name="Integral">
      <a:dk1>
        <a:srgbClr val="1A3558"/>
      </a:dk1>
      <a:lt1>
        <a:srgbClr val="F6F5F3"/>
      </a:lt1>
      <a:dk2>
        <a:srgbClr val="4A5058"/>
      </a:dk2>
      <a:lt2>
        <a:srgbClr val="E8E8E6"/>
      </a:lt2>
      <a:accent1>
        <a:srgbClr val="1A3558"/>
      </a:accent1>
      <a:accent2>
        <a:srgbClr val="315FA8"/>
      </a:accent2>
      <a:accent3>
        <a:srgbClr val="4A5058"/>
      </a:accent3>
      <a:accent4>
        <a:srgbClr val="1A3558"/>
      </a:accent4>
      <a:accent5>
        <a:srgbClr val="1A3558"/>
      </a:accent5>
      <a:accent6>
        <a:srgbClr val="4A5058"/>
      </a:accent6>
      <a:hlink>
        <a:srgbClr val="1A3558"/>
      </a:hlink>
      <a:folHlink>
        <a:srgbClr val="4A5058"/>
      </a:folHlink>
    </a:clrScheme>
    <a:fontScheme name="Integral">
      <a:majorFont>
        <a:latin typeface="Cambria" panose="020B0606020104020203"/>
        <a:ea typeface=""/>
        <a:cs typeface="Segoe UI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Segoe UI" panose="020B0602020104020603"/>
        <a:ea typeface=""/>
        <a:cs typeface="Segoe UI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gral" id="{3577F8C9-A904-41D8-97D2-FD898F53F20E}" vid="{682D6EBE-8D36-4FF2-9DB3-F3D8D7B6715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theme</Template>
  <TotalTime>0</TotalTime>
  <Words>0</Words>
  <Application>Microsoft Office PowerPoint</Application>
  <PresentationFormat>Custom</PresentationFormat>
  <Paragraphs>0</Paragraphs>
  <Slides>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4" baseType="lpstr">
      <vt:lpstr>Cambria</vt:lpstr>
      <vt:lpstr>Segoe UI</vt:lpstr>
      <vt:lpstr>Wingdings 3</vt:lpstr>
      <vt:lpstr>Integral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Asma Sami</dc:creator>
  <cp:lastModifiedBy>Asma Sami</cp:lastModifiedBy>
  <cp:revision>1</cp:revision>
  <dcterms:created xsi:type="dcterms:W3CDTF">2026-10-03T23:12:34Z</dcterms:created>
  <dcterms:modified xsi:type="dcterms:W3CDTF">2026-10-03T23:12:44Z</dcterms:modified>
</cp:coreProperties>
</file>