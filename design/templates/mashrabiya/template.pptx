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Sz cx="12192000" cy="6858000"/>
  <p:notesSz cx="6858000" cy="9144000"/>
  <p:defaultTextStyle>
    <a:defPPr lvl="0">
      <a:defRPr lang="en-US"/>
    </a:defPPr>
    <a:lvl1pPr marL="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matn:title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reative_background">
            <a:extLst>
              <a:ext uri="{FF2B5EF4-FFF2-40B4-BE49-F238E27FC236}">
                <a16:creationId xmlns:a16="http://schemas.microsoft.com/office/drawing/2014/main" id="{4D63F3D8-398B-583D-9E2A-6C089D1D1D19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4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B5D244B9-259B-433A-84B9-2D3FCD42690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42B40-88D3-4B59-923A-4074BB0E4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17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executive_summary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442D3BC2-C555-5E0E-20D7-9016E81F048E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44B9-259B-433A-84B9-2D3FCD42690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42B40-88D3-4B59-923A-4074BB0E4CE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F59F8D49-CCF4-BB35-95E3-19EB73B1864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48744" y="2419022"/>
            <a:ext cx="2841252" cy="532083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F528F14A-3AEE-9C08-DB2C-CD4C5F158D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89691" y="2419022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8EF35406-0309-81AF-3C05-2088AEBE36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8744" y="3350167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10C2491C-405F-7834-6E82-548D2A6B22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89691" y="3350167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ECF6190A-DAC1-6F85-7ECA-0D8EE1C78BB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8744" y="4281312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EB5C791A-156B-443E-FC09-AF54D138D36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89691" y="4281312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item_4_title">
            <a:extLst>
              <a:ext uri="{FF2B5EF4-FFF2-40B4-BE49-F238E27FC236}">
                <a16:creationId xmlns:a16="http://schemas.microsoft.com/office/drawing/2014/main" id="{26635BD8-D001-3712-8FEB-C3483B18EFF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48744" y="5212457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1F5002A5-8B81-F0B7-3691-0FD51875DCC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89691" y="5212457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BE1D1ACE-A6A1-6DA1-1605-43EF94E5A70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61534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big-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366C230D-AC39-125F-9975-F2013869E5D0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44B9-259B-433A-84B9-2D3FCD42690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42B40-88D3-4B59-923A-4074BB0E4CE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DFD93945-A625-3B26-0646-3936568CE95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5159248"/>
            <a:ext cx="9720073" cy="718312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kpi_value_1">
            <a:extLst>
              <a:ext uri="{FF2B5EF4-FFF2-40B4-BE49-F238E27FC236}">
                <a16:creationId xmlns:a16="http://schemas.microsoft.com/office/drawing/2014/main" id="{086799DC-9A64-B1EA-5438-3FBB96D5A8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2472229"/>
            <a:ext cx="4411418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10" name="kpi_label_1">
            <a:extLst>
              <a:ext uri="{FF2B5EF4-FFF2-40B4-BE49-F238E27FC236}">
                <a16:creationId xmlns:a16="http://schemas.microsoft.com/office/drawing/2014/main" id="{6DB6D556-FBFD-1424-37B5-2C0AF292854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1" y="3987526"/>
            <a:ext cx="4411418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1" name="kpi_value_2">
            <a:extLst>
              <a:ext uri="{FF2B5EF4-FFF2-40B4-BE49-F238E27FC236}">
                <a16:creationId xmlns:a16="http://schemas.microsoft.com/office/drawing/2014/main" id="{53636F91-466C-BE2C-A325-01DEC980CC8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8321" y="2472229"/>
            <a:ext cx="4411418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2" name="kpi_label_2">
            <a:extLst>
              <a:ext uri="{FF2B5EF4-FFF2-40B4-BE49-F238E27FC236}">
                <a16:creationId xmlns:a16="http://schemas.microsoft.com/office/drawing/2014/main" id="{A230EFC7-6366-DE9B-36E3-568F3A9738C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58321" y="3987526"/>
            <a:ext cx="4411418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3" name="source">
            <a:extLst>
              <a:ext uri="{FF2B5EF4-FFF2-40B4-BE49-F238E27FC236}">
                <a16:creationId xmlns:a16="http://schemas.microsoft.com/office/drawing/2014/main" id="{348A1238-D107-879A-315F-04D56AA3F5C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312058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ca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87DEE0C6-5FFE-DD77-C09E-7DF76F355492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44B9-259B-433A-84B9-2D3FCD42690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42B40-88D3-4B59-923A-4074BB0E4CE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3AB49A31-4E33-1694-41CB-8287F86442A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5159248"/>
            <a:ext cx="9720073" cy="718312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kpi_value_1">
            <a:extLst>
              <a:ext uri="{FF2B5EF4-FFF2-40B4-BE49-F238E27FC236}">
                <a16:creationId xmlns:a16="http://schemas.microsoft.com/office/drawing/2014/main" id="{ED7565A5-8932-437A-F43D-E438BB791F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2" y="2472229"/>
            <a:ext cx="1931553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10" name="kpi_label_1">
            <a:extLst>
              <a:ext uri="{FF2B5EF4-FFF2-40B4-BE49-F238E27FC236}">
                <a16:creationId xmlns:a16="http://schemas.microsoft.com/office/drawing/2014/main" id="{75DBE47C-1781-B69B-20D2-403624702DB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2" y="3987526"/>
            <a:ext cx="1931553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1" name="kpi_value_2">
            <a:extLst>
              <a:ext uri="{FF2B5EF4-FFF2-40B4-BE49-F238E27FC236}">
                <a16:creationId xmlns:a16="http://schemas.microsoft.com/office/drawing/2014/main" id="{E8E02948-7A5C-5E1C-84AB-B3D0062408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78457" y="2472229"/>
            <a:ext cx="1931553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2" name="kpi_label_2">
            <a:extLst>
              <a:ext uri="{FF2B5EF4-FFF2-40B4-BE49-F238E27FC236}">
                <a16:creationId xmlns:a16="http://schemas.microsoft.com/office/drawing/2014/main" id="{94A7BC83-AD54-3924-41CB-D342D04D2BC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78457" y="3987526"/>
            <a:ext cx="1931553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3" name="kpi_value_3">
            <a:extLst>
              <a:ext uri="{FF2B5EF4-FFF2-40B4-BE49-F238E27FC236}">
                <a16:creationId xmlns:a16="http://schemas.microsoft.com/office/drawing/2014/main" id="{4A3D2655-486B-37A4-1305-A8CAAE0E675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58322" y="2472229"/>
            <a:ext cx="1931553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kpi_value_3</a:t>
            </a:r>
          </a:p>
        </p:txBody>
      </p:sp>
      <p:sp>
        <p:nvSpPr>
          <p:cNvPr id="14" name="kpi_label_3">
            <a:extLst>
              <a:ext uri="{FF2B5EF4-FFF2-40B4-BE49-F238E27FC236}">
                <a16:creationId xmlns:a16="http://schemas.microsoft.com/office/drawing/2014/main" id="{EE2FD981-50B8-98A5-401C-6E340F836B1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58322" y="3987526"/>
            <a:ext cx="1931553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kpi_label_3</a:t>
            </a:r>
          </a:p>
        </p:txBody>
      </p:sp>
      <p:sp>
        <p:nvSpPr>
          <p:cNvPr id="15" name="kpi_value_4">
            <a:extLst>
              <a:ext uri="{FF2B5EF4-FFF2-40B4-BE49-F238E27FC236}">
                <a16:creationId xmlns:a16="http://schemas.microsoft.com/office/drawing/2014/main" id="{66F11815-747D-0584-40D9-7EE332901F4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38186" y="2472229"/>
            <a:ext cx="1931553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kpi_value_4</a:t>
            </a:r>
          </a:p>
        </p:txBody>
      </p:sp>
      <p:sp>
        <p:nvSpPr>
          <p:cNvPr id="16" name="kpi_label_4">
            <a:extLst>
              <a:ext uri="{FF2B5EF4-FFF2-40B4-BE49-F238E27FC236}">
                <a16:creationId xmlns:a16="http://schemas.microsoft.com/office/drawing/2014/main" id="{8FAF0901-9501-5E01-75F1-18CA20A41AE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38186" y="3987526"/>
            <a:ext cx="1931553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kpi_label_4</a:t>
            </a:r>
          </a:p>
        </p:txBody>
      </p:sp>
      <p:sp>
        <p:nvSpPr>
          <p:cNvPr id="17" name="source">
            <a:extLst>
              <a:ext uri="{FF2B5EF4-FFF2-40B4-BE49-F238E27FC236}">
                <a16:creationId xmlns:a16="http://schemas.microsoft.com/office/drawing/2014/main" id="{005F15A9-43AE-1151-CAAF-D44535BEE74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633184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split-60-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7184F37D-4B3C-6C58-73D6-361E598624C7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44B9-259B-433A-84B9-2D3FCD42690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42B40-88D3-4B59-923A-4074BB0E4CE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81A3DCF6-021D-E957-2CCE-321B61D23CF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2286000"/>
            <a:ext cx="5443241" cy="3591560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quote">
            <a:extLst>
              <a:ext uri="{FF2B5EF4-FFF2-40B4-BE49-F238E27FC236}">
                <a16:creationId xmlns:a16="http://schemas.microsoft.com/office/drawing/2014/main" id="{BC14B7C0-47F6-3254-EE42-53320989621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30635" y="2472230"/>
            <a:ext cx="3539104" cy="268701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i="1">
                <a:latin typeface="+mj-lt"/>
              </a:defRPr>
            </a:lvl1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10" name="attribution">
            <a:extLst>
              <a:ext uri="{FF2B5EF4-FFF2-40B4-BE49-F238E27FC236}">
                <a16:creationId xmlns:a16="http://schemas.microsoft.com/office/drawing/2014/main" id="{E7872DBE-E099-A6E6-F5B3-72428692A1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30635" y="5159249"/>
            <a:ext cx="3539104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attribution</a:t>
            </a:r>
          </a:p>
        </p:txBody>
      </p:sp>
      <p:sp>
        <p:nvSpPr>
          <p:cNvPr id="11" name="source">
            <a:extLst>
              <a:ext uri="{FF2B5EF4-FFF2-40B4-BE49-F238E27FC236}">
                <a16:creationId xmlns:a16="http://schemas.microsoft.com/office/drawing/2014/main" id="{C17C0779-2853-E79C-2568-DBC945719F3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910556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cards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36B683E0-665D-3592-7A4A-3C351CB612DA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44B9-259B-433A-84B9-2D3FCD42690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42B40-88D3-4B59-923A-4074BB0E4CE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F47908D8-04F8-4DF1-1372-862FD5F9FD6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2758175" cy="94679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5931FBC3-72BD-98F3-E392-331127831EE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2" y="3419025"/>
            <a:ext cx="2758175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736B5580-7ACC-6D69-6F21-522200AF6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5078" y="2472230"/>
            <a:ext cx="2758175" cy="94679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0ABECD6D-55DF-9AF3-085B-ED8BB6E8EF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05078" y="3419025"/>
            <a:ext cx="2758175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DA75226E-7964-708C-69BD-1CD4230CA39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11565" y="2472230"/>
            <a:ext cx="2758175" cy="94679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0F22A055-D7FB-D080-F69A-B5154B069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11565" y="3419025"/>
            <a:ext cx="2758175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766D3AA9-EB80-5B86-F623-FBDFB181356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148604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two-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B7EC9B44-F4DC-0602-FC23-862837E3694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44B9-259B-433A-84B9-2D3FCD42690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42B40-88D3-4B59-923A-4074BB0E4CE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7EA3B7D1-D659-AD5F-A058-EB7C2B5BBE0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4411418" cy="94679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467C6A0B-98A0-AF71-76D2-3D68327379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3419025"/>
            <a:ext cx="4411418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64A74000-FEA3-7765-010F-980A6FA42A4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8321" y="2472230"/>
            <a:ext cx="4411418" cy="94679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B8A80AAF-579F-B889-B629-54E470BAA10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8321" y="3419025"/>
            <a:ext cx="4411418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source">
            <a:extLst>
              <a:ext uri="{FF2B5EF4-FFF2-40B4-BE49-F238E27FC236}">
                <a16:creationId xmlns:a16="http://schemas.microsoft.com/office/drawing/2014/main" id="{147ECD1D-F006-1915-7012-7CD018F866E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523303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chart: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C93FA68A-78C6-5DC6-2531-7E16CD385304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44B9-259B-433A-84B9-2D3FCD42690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42B40-88D3-4B59-923A-4074BB0E4CE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hart">
            <a:extLst>
              <a:ext uri="{FF2B5EF4-FFF2-40B4-BE49-F238E27FC236}">
                <a16:creationId xmlns:a16="http://schemas.microsoft.com/office/drawing/2014/main" id="{7C4507A8-CC1D-7A98-3A72-1E94C867FC35}"/>
              </a:ext>
            </a:extLst>
          </p:cNvPr>
          <p:cNvSpPr>
            <a:spLocks noGrp="1"/>
          </p:cNvSpPr>
          <p:nvPr>
            <p:ph type="chart" idx="13"/>
          </p:nvPr>
        </p:nvSpPr>
        <p:spPr>
          <a:xfrm>
            <a:off x="1024128" y="2286000"/>
            <a:ext cx="6804051" cy="35915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8ED8C498-5395-F3F8-69FC-A4E82AC85C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16983" y="2429663"/>
            <a:ext cx="2527219" cy="330423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10" name="source">
            <a:extLst>
              <a:ext uri="{FF2B5EF4-FFF2-40B4-BE49-F238E27FC236}">
                <a16:creationId xmlns:a16="http://schemas.microsoft.com/office/drawing/2014/main" id="{308B442F-8CAE-37CB-99E3-A6D05A3A1A4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108312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C4EE3B39-B46A-BFCC-8517-4E4FB061A73D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44B9-259B-433A-84B9-2D3FCD42690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42B40-88D3-4B59-923A-4074BB0E4CE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85B2F385-34F3-C809-531C-6A6AE1EF5E3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4411418" cy="38732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383CF692-0443-2C97-BEC5-84F849BA60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2859554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74B35379-94CA-F0BE-2E0F-6978EEA7CD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8321" y="2472230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4FBE43AB-552A-D33B-D8CA-2968EB2211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8321" y="2859554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D1082232-D964-29CA-12C7-DEEDC6BC4E0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98591" y="4374427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F3F388E4-4924-1B63-22EF-0738CA6B7E9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98591" y="4761750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item_4_title">
            <a:extLst>
              <a:ext uri="{FF2B5EF4-FFF2-40B4-BE49-F238E27FC236}">
                <a16:creationId xmlns:a16="http://schemas.microsoft.com/office/drawing/2014/main" id="{E74E0ABE-E491-2DFF-75C2-64BF1655FE6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58321" y="4374427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40BCAA8B-CC81-2011-73DA-F6FB057EBA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58321" y="4761750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3E37C841-D8B8-99C0-E570-7D8ED37CFE3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493008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limitations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B5A28DBF-5C49-AA9A-B547-C3A48F42DEB4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44B9-259B-433A-84B9-2D3FCD42690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42B40-88D3-4B59-923A-4074BB0E4CE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176E4ED0-4FFC-B948-24BF-02E1F305332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2286000"/>
            <a:ext cx="9720073" cy="3591560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source">
            <a:extLst>
              <a:ext uri="{FF2B5EF4-FFF2-40B4-BE49-F238E27FC236}">
                <a16:creationId xmlns:a16="http://schemas.microsoft.com/office/drawing/2014/main" id="{39FDE5C6-E9BC-7A44-AAEF-190229FF80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764763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sources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7052B5B7-1D38-B143-21E8-A8CD19D1FAC7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44B9-259B-433A-84B9-2D3FCD42690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42B40-88D3-4B59-923A-4074BB0E4CE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31BE3C36-C867-2C0F-9BAE-2B012BE1733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2286000"/>
            <a:ext cx="9720073" cy="3591560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00"/>
            </a:lvl1pPr>
          </a:lstStyle>
          <a:p>
            <a:pPr lvl="0"/>
            <a:r>
              <a:rPr lang="en-US"/>
              <a:t>body</a:t>
            </a:r>
          </a:p>
        </p:txBody>
      </p:sp>
    </p:spTree>
    <p:extLst>
      <p:ext uri="{BB962C8B-B14F-4D97-AF65-F5344CB8AC3E}">
        <p14:creationId xmlns:p14="http://schemas.microsoft.com/office/powerpoint/2010/main" val="3008145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matn:section_divider:default">
    <p:bg>
      <p:bgPr>
        <a:solidFill>
          <a:srgbClr val="003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975360" y="3538728"/>
            <a:ext cx="10241280" cy="1536192"/>
          </a:xfrm>
        </p:spPr>
        <p:txBody>
          <a:bodyPr lIns="0" anchor="t"/>
          <a:lstStyle>
            <a:lvl1pPr>
              <a:defRPr sz="3600">
                <a:solidFill>
                  <a:srgbClr val="E1A51B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ection_number">
            <a:extLst>
              <a:ext uri="{FF2B5EF4-FFF2-40B4-BE49-F238E27FC236}">
                <a16:creationId xmlns:a16="http://schemas.microsoft.com/office/drawing/2014/main" id="{1A3D3E29-4823-689C-6445-24790D11ACD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975360" y="685800"/>
            <a:ext cx="6144768" cy="2743200"/>
          </a:xfrm>
        </p:spPr>
        <p:txBody>
          <a:bodyPr wrap="square" lIns="0" tIns="0" bIns="0" anchor="b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FontTx/>
              <a:buNone/>
              <a:defRPr sz="16000" b="1">
                <a:solidFill>
                  <a:srgbClr val="E1A51B"/>
                </a:solidFill>
                <a:latin typeface="+mj-lt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192D4F04-466A-1CAC-1097-025CF402F3C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5360" y="5184648"/>
            <a:ext cx="10241280" cy="987552"/>
          </a:xfrm>
          <a:prstGeom prst="rect">
            <a:avLst/>
          </a:prstGeom>
        </p:spPr>
        <p:txBody>
          <a:bodyPr wrap="square" lIns="0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>
                <a:solidFill>
                  <a:srgbClr val="E1A51B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8" name="pattern">
            <a:extLst>
              <a:ext uri="{FF2B5EF4-FFF2-40B4-BE49-F238E27FC236}">
                <a16:creationId xmlns:a16="http://schemas.microsoft.com/office/drawing/2014/main" id="{78CFB33D-8C05-5080-CA7A-43B453CF5D59}"/>
              </a:ext>
            </a:extLst>
          </p:cNvPr>
          <p:cNvSpPr/>
          <p:nvPr userDrawn="1"/>
        </p:nvSpPr>
        <p:spPr>
          <a:xfrm>
            <a:off x="152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attern">
            <a:extLst>
              <a:ext uri="{FF2B5EF4-FFF2-40B4-BE49-F238E27FC236}">
                <a16:creationId xmlns:a16="http://schemas.microsoft.com/office/drawing/2014/main" id="{32101D2B-3279-8738-D277-960646BB83EA}"/>
              </a:ext>
            </a:extLst>
          </p:cNvPr>
          <p:cNvSpPr/>
          <p:nvPr userDrawn="1"/>
        </p:nvSpPr>
        <p:spPr>
          <a:xfrm>
            <a:off x="342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attern">
            <a:extLst>
              <a:ext uri="{FF2B5EF4-FFF2-40B4-BE49-F238E27FC236}">
                <a16:creationId xmlns:a16="http://schemas.microsoft.com/office/drawing/2014/main" id="{9792D453-78E2-DD6A-6136-BD85620ACFB9}"/>
              </a:ext>
            </a:extLst>
          </p:cNvPr>
          <p:cNvSpPr/>
          <p:nvPr userDrawn="1"/>
        </p:nvSpPr>
        <p:spPr>
          <a:xfrm>
            <a:off x="533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attern">
            <a:extLst>
              <a:ext uri="{FF2B5EF4-FFF2-40B4-BE49-F238E27FC236}">
                <a16:creationId xmlns:a16="http://schemas.microsoft.com/office/drawing/2014/main" id="{46FCC429-A5FC-3E8F-D7E8-E501E51FD973}"/>
              </a:ext>
            </a:extLst>
          </p:cNvPr>
          <p:cNvSpPr/>
          <p:nvPr userDrawn="1"/>
        </p:nvSpPr>
        <p:spPr>
          <a:xfrm>
            <a:off x="723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attern">
            <a:extLst>
              <a:ext uri="{FF2B5EF4-FFF2-40B4-BE49-F238E27FC236}">
                <a16:creationId xmlns:a16="http://schemas.microsoft.com/office/drawing/2014/main" id="{97A82C11-0BC5-5D75-C49F-8D2D3F463297}"/>
              </a:ext>
            </a:extLst>
          </p:cNvPr>
          <p:cNvSpPr/>
          <p:nvPr userDrawn="1"/>
        </p:nvSpPr>
        <p:spPr>
          <a:xfrm>
            <a:off x="914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attern">
            <a:extLst>
              <a:ext uri="{FF2B5EF4-FFF2-40B4-BE49-F238E27FC236}">
                <a16:creationId xmlns:a16="http://schemas.microsoft.com/office/drawing/2014/main" id="{44D62097-4A78-D382-A092-C32AADC5E2C5}"/>
              </a:ext>
            </a:extLst>
          </p:cNvPr>
          <p:cNvSpPr/>
          <p:nvPr userDrawn="1"/>
        </p:nvSpPr>
        <p:spPr>
          <a:xfrm>
            <a:off x="1104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attern">
            <a:extLst>
              <a:ext uri="{FF2B5EF4-FFF2-40B4-BE49-F238E27FC236}">
                <a16:creationId xmlns:a16="http://schemas.microsoft.com/office/drawing/2014/main" id="{E779D930-8235-3CBE-11BE-41BD15A9B22E}"/>
              </a:ext>
            </a:extLst>
          </p:cNvPr>
          <p:cNvSpPr/>
          <p:nvPr userDrawn="1"/>
        </p:nvSpPr>
        <p:spPr>
          <a:xfrm>
            <a:off x="1295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attern">
            <a:extLst>
              <a:ext uri="{FF2B5EF4-FFF2-40B4-BE49-F238E27FC236}">
                <a16:creationId xmlns:a16="http://schemas.microsoft.com/office/drawing/2014/main" id="{8A4ED312-CA4B-E1D8-1727-8E9F77975D18}"/>
              </a:ext>
            </a:extLst>
          </p:cNvPr>
          <p:cNvSpPr/>
          <p:nvPr userDrawn="1"/>
        </p:nvSpPr>
        <p:spPr>
          <a:xfrm>
            <a:off x="1485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attern">
            <a:extLst>
              <a:ext uri="{FF2B5EF4-FFF2-40B4-BE49-F238E27FC236}">
                <a16:creationId xmlns:a16="http://schemas.microsoft.com/office/drawing/2014/main" id="{7F377031-BF45-DE37-ABAC-CC624FDB1ACA}"/>
              </a:ext>
            </a:extLst>
          </p:cNvPr>
          <p:cNvSpPr/>
          <p:nvPr userDrawn="1"/>
        </p:nvSpPr>
        <p:spPr>
          <a:xfrm>
            <a:off x="1676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attern">
            <a:extLst>
              <a:ext uri="{FF2B5EF4-FFF2-40B4-BE49-F238E27FC236}">
                <a16:creationId xmlns:a16="http://schemas.microsoft.com/office/drawing/2014/main" id="{BC15EFFE-2534-250F-06C1-099257CB1C4F}"/>
              </a:ext>
            </a:extLst>
          </p:cNvPr>
          <p:cNvSpPr/>
          <p:nvPr userDrawn="1"/>
        </p:nvSpPr>
        <p:spPr>
          <a:xfrm>
            <a:off x="1866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attern">
            <a:extLst>
              <a:ext uri="{FF2B5EF4-FFF2-40B4-BE49-F238E27FC236}">
                <a16:creationId xmlns:a16="http://schemas.microsoft.com/office/drawing/2014/main" id="{DF571980-B74D-C2C2-D9BC-EDCD123C7ED4}"/>
              </a:ext>
            </a:extLst>
          </p:cNvPr>
          <p:cNvSpPr/>
          <p:nvPr userDrawn="1"/>
        </p:nvSpPr>
        <p:spPr>
          <a:xfrm>
            <a:off x="2057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pattern">
            <a:extLst>
              <a:ext uri="{FF2B5EF4-FFF2-40B4-BE49-F238E27FC236}">
                <a16:creationId xmlns:a16="http://schemas.microsoft.com/office/drawing/2014/main" id="{35552363-A6A8-3F4B-B7E5-FF8C835C359F}"/>
              </a:ext>
            </a:extLst>
          </p:cNvPr>
          <p:cNvSpPr/>
          <p:nvPr userDrawn="1"/>
        </p:nvSpPr>
        <p:spPr>
          <a:xfrm>
            <a:off x="2247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pattern">
            <a:extLst>
              <a:ext uri="{FF2B5EF4-FFF2-40B4-BE49-F238E27FC236}">
                <a16:creationId xmlns:a16="http://schemas.microsoft.com/office/drawing/2014/main" id="{05DCCDD6-5465-CBB7-60AC-033D9FBB56B5}"/>
              </a:ext>
            </a:extLst>
          </p:cNvPr>
          <p:cNvSpPr/>
          <p:nvPr userDrawn="1"/>
        </p:nvSpPr>
        <p:spPr>
          <a:xfrm>
            <a:off x="2438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attern">
            <a:extLst>
              <a:ext uri="{FF2B5EF4-FFF2-40B4-BE49-F238E27FC236}">
                <a16:creationId xmlns:a16="http://schemas.microsoft.com/office/drawing/2014/main" id="{911D4DDB-900C-610F-9409-8DB2F05F9457}"/>
              </a:ext>
            </a:extLst>
          </p:cNvPr>
          <p:cNvSpPr/>
          <p:nvPr userDrawn="1"/>
        </p:nvSpPr>
        <p:spPr>
          <a:xfrm>
            <a:off x="2628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pattern">
            <a:extLst>
              <a:ext uri="{FF2B5EF4-FFF2-40B4-BE49-F238E27FC236}">
                <a16:creationId xmlns:a16="http://schemas.microsoft.com/office/drawing/2014/main" id="{20D3564F-0BF4-E197-C304-92D05EE444C2}"/>
              </a:ext>
            </a:extLst>
          </p:cNvPr>
          <p:cNvSpPr/>
          <p:nvPr userDrawn="1"/>
        </p:nvSpPr>
        <p:spPr>
          <a:xfrm>
            <a:off x="2819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pattern">
            <a:extLst>
              <a:ext uri="{FF2B5EF4-FFF2-40B4-BE49-F238E27FC236}">
                <a16:creationId xmlns:a16="http://schemas.microsoft.com/office/drawing/2014/main" id="{EA316CAC-A715-30F2-574C-2C32492BAABC}"/>
              </a:ext>
            </a:extLst>
          </p:cNvPr>
          <p:cNvSpPr/>
          <p:nvPr userDrawn="1"/>
        </p:nvSpPr>
        <p:spPr>
          <a:xfrm>
            <a:off x="3009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attern">
            <a:extLst>
              <a:ext uri="{FF2B5EF4-FFF2-40B4-BE49-F238E27FC236}">
                <a16:creationId xmlns:a16="http://schemas.microsoft.com/office/drawing/2014/main" id="{E3D6BD0C-7F38-8508-6A47-D79EACBD7626}"/>
              </a:ext>
            </a:extLst>
          </p:cNvPr>
          <p:cNvSpPr/>
          <p:nvPr userDrawn="1"/>
        </p:nvSpPr>
        <p:spPr>
          <a:xfrm>
            <a:off x="3200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pattern">
            <a:extLst>
              <a:ext uri="{FF2B5EF4-FFF2-40B4-BE49-F238E27FC236}">
                <a16:creationId xmlns:a16="http://schemas.microsoft.com/office/drawing/2014/main" id="{2F141AE2-44B1-61B3-9D1D-EAAAF5BBB05A}"/>
              </a:ext>
            </a:extLst>
          </p:cNvPr>
          <p:cNvSpPr/>
          <p:nvPr userDrawn="1"/>
        </p:nvSpPr>
        <p:spPr>
          <a:xfrm>
            <a:off x="3390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pattern">
            <a:extLst>
              <a:ext uri="{FF2B5EF4-FFF2-40B4-BE49-F238E27FC236}">
                <a16:creationId xmlns:a16="http://schemas.microsoft.com/office/drawing/2014/main" id="{0E0FC91F-0B59-785C-9BA4-2F0E4459A6A0}"/>
              </a:ext>
            </a:extLst>
          </p:cNvPr>
          <p:cNvSpPr/>
          <p:nvPr userDrawn="1"/>
        </p:nvSpPr>
        <p:spPr>
          <a:xfrm>
            <a:off x="3581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pattern">
            <a:extLst>
              <a:ext uri="{FF2B5EF4-FFF2-40B4-BE49-F238E27FC236}">
                <a16:creationId xmlns:a16="http://schemas.microsoft.com/office/drawing/2014/main" id="{E11039E3-C0CE-518E-6660-6D17D6DC257A}"/>
              </a:ext>
            </a:extLst>
          </p:cNvPr>
          <p:cNvSpPr/>
          <p:nvPr userDrawn="1"/>
        </p:nvSpPr>
        <p:spPr>
          <a:xfrm>
            <a:off x="3771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pattern">
            <a:extLst>
              <a:ext uri="{FF2B5EF4-FFF2-40B4-BE49-F238E27FC236}">
                <a16:creationId xmlns:a16="http://schemas.microsoft.com/office/drawing/2014/main" id="{EDFC2119-1224-8A4D-59BD-320989596076}"/>
              </a:ext>
            </a:extLst>
          </p:cNvPr>
          <p:cNvSpPr/>
          <p:nvPr userDrawn="1"/>
        </p:nvSpPr>
        <p:spPr>
          <a:xfrm>
            <a:off x="3962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pattern">
            <a:extLst>
              <a:ext uri="{FF2B5EF4-FFF2-40B4-BE49-F238E27FC236}">
                <a16:creationId xmlns:a16="http://schemas.microsoft.com/office/drawing/2014/main" id="{7F715252-38B1-FAB9-9EC7-F12F4F7F37CF}"/>
              </a:ext>
            </a:extLst>
          </p:cNvPr>
          <p:cNvSpPr/>
          <p:nvPr userDrawn="1"/>
        </p:nvSpPr>
        <p:spPr>
          <a:xfrm>
            <a:off x="4152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pattern">
            <a:extLst>
              <a:ext uri="{FF2B5EF4-FFF2-40B4-BE49-F238E27FC236}">
                <a16:creationId xmlns:a16="http://schemas.microsoft.com/office/drawing/2014/main" id="{AF6B8008-D065-AE1A-3A99-5D8559ECE640}"/>
              </a:ext>
            </a:extLst>
          </p:cNvPr>
          <p:cNvSpPr/>
          <p:nvPr userDrawn="1"/>
        </p:nvSpPr>
        <p:spPr>
          <a:xfrm>
            <a:off x="4343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pattern">
            <a:extLst>
              <a:ext uri="{FF2B5EF4-FFF2-40B4-BE49-F238E27FC236}">
                <a16:creationId xmlns:a16="http://schemas.microsoft.com/office/drawing/2014/main" id="{EBFDE5E5-27EE-3966-02D8-ADB4BCA529F2}"/>
              </a:ext>
            </a:extLst>
          </p:cNvPr>
          <p:cNvSpPr/>
          <p:nvPr userDrawn="1"/>
        </p:nvSpPr>
        <p:spPr>
          <a:xfrm>
            <a:off x="4533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pattern">
            <a:extLst>
              <a:ext uri="{FF2B5EF4-FFF2-40B4-BE49-F238E27FC236}">
                <a16:creationId xmlns:a16="http://schemas.microsoft.com/office/drawing/2014/main" id="{5B723EFE-77DB-9581-D56E-FA8374CDCD40}"/>
              </a:ext>
            </a:extLst>
          </p:cNvPr>
          <p:cNvSpPr/>
          <p:nvPr userDrawn="1"/>
        </p:nvSpPr>
        <p:spPr>
          <a:xfrm>
            <a:off x="4724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pattern">
            <a:extLst>
              <a:ext uri="{FF2B5EF4-FFF2-40B4-BE49-F238E27FC236}">
                <a16:creationId xmlns:a16="http://schemas.microsoft.com/office/drawing/2014/main" id="{4FA59D6C-F83B-8350-5830-FBF69C1EDA98}"/>
              </a:ext>
            </a:extLst>
          </p:cNvPr>
          <p:cNvSpPr/>
          <p:nvPr userDrawn="1"/>
        </p:nvSpPr>
        <p:spPr>
          <a:xfrm>
            <a:off x="4914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pattern">
            <a:extLst>
              <a:ext uri="{FF2B5EF4-FFF2-40B4-BE49-F238E27FC236}">
                <a16:creationId xmlns:a16="http://schemas.microsoft.com/office/drawing/2014/main" id="{E415DAE8-B0A1-4D8C-9387-71E56D6DEDFF}"/>
              </a:ext>
            </a:extLst>
          </p:cNvPr>
          <p:cNvSpPr/>
          <p:nvPr userDrawn="1"/>
        </p:nvSpPr>
        <p:spPr>
          <a:xfrm>
            <a:off x="5105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pattern">
            <a:extLst>
              <a:ext uri="{FF2B5EF4-FFF2-40B4-BE49-F238E27FC236}">
                <a16:creationId xmlns:a16="http://schemas.microsoft.com/office/drawing/2014/main" id="{B47CF176-8842-ADE8-BB1C-6A309922B448}"/>
              </a:ext>
            </a:extLst>
          </p:cNvPr>
          <p:cNvSpPr/>
          <p:nvPr userDrawn="1"/>
        </p:nvSpPr>
        <p:spPr>
          <a:xfrm>
            <a:off x="5295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pattern">
            <a:extLst>
              <a:ext uri="{FF2B5EF4-FFF2-40B4-BE49-F238E27FC236}">
                <a16:creationId xmlns:a16="http://schemas.microsoft.com/office/drawing/2014/main" id="{C98EA102-FFB8-EB7B-5D3E-9D6AACB16644}"/>
              </a:ext>
            </a:extLst>
          </p:cNvPr>
          <p:cNvSpPr/>
          <p:nvPr userDrawn="1"/>
        </p:nvSpPr>
        <p:spPr>
          <a:xfrm>
            <a:off x="5486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pattern">
            <a:extLst>
              <a:ext uri="{FF2B5EF4-FFF2-40B4-BE49-F238E27FC236}">
                <a16:creationId xmlns:a16="http://schemas.microsoft.com/office/drawing/2014/main" id="{0184755C-3B8B-47FE-D83A-4DA0C57DF85C}"/>
              </a:ext>
            </a:extLst>
          </p:cNvPr>
          <p:cNvSpPr/>
          <p:nvPr userDrawn="1"/>
        </p:nvSpPr>
        <p:spPr>
          <a:xfrm>
            <a:off x="5676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attern">
            <a:extLst>
              <a:ext uri="{FF2B5EF4-FFF2-40B4-BE49-F238E27FC236}">
                <a16:creationId xmlns:a16="http://schemas.microsoft.com/office/drawing/2014/main" id="{AB6D4D25-D70A-FE14-AA98-0F1DB981B405}"/>
              </a:ext>
            </a:extLst>
          </p:cNvPr>
          <p:cNvSpPr/>
          <p:nvPr userDrawn="1"/>
        </p:nvSpPr>
        <p:spPr>
          <a:xfrm>
            <a:off x="5867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pattern">
            <a:extLst>
              <a:ext uri="{FF2B5EF4-FFF2-40B4-BE49-F238E27FC236}">
                <a16:creationId xmlns:a16="http://schemas.microsoft.com/office/drawing/2014/main" id="{EC5AAA62-705D-BA29-7CE2-14097BE32361}"/>
              </a:ext>
            </a:extLst>
          </p:cNvPr>
          <p:cNvSpPr/>
          <p:nvPr userDrawn="1"/>
        </p:nvSpPr>
        <p:spPr>
          <a:xfrm>
            <a:off x="6057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pattern">
            <a:extLst>
              <a:ext uri="{FF2B5EF4-FFF2-40B4-BE49-F238E27FC236}">
                <a16:creationId xmlns:a16="http://schemas.microsoft.com/office/drawing/2014/main" id="{129CCA14-E23B-D253-53B8-7D8850590EF9}"/>
              </a:ext>
            </a:extLst>
          </p:cNvPr>
          <p:cNvSpPr/>
          <p:nvPr userDrawn="1"/>
        </p:nvSpPr>
        <p:spPr>
          <a:xfrm>
            <a:off x="6248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pattern">
            <a:extLst>
              <a:ext uri="{FF2B5EF4-FFF2-40B4-BE49-F238E27FC236}">
                <a16:creationId xmlns:a16="http://schemas.microsoft.com/office/drawing/2014/main" id="{D495BDE8-CDC7-937B-7E94-93D10DF1530B}"/>
              </a:ext>
            </a:extLst>
          </p:cNvPr>
          <p:cNvSpPr/>
          <p:nvPr userDrawn="1"/>
        </p:nvSpPr>
        <p:spPr>
          <a:xfrm>
            <a:off x="6438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pattern">
            <a:extLst>
              <a:ext uri="{FF2B5EF4-FFF2-40B4-BE49-F238E27FC236}">
                <a16:creationId xmlns:a16="http://schemas.microsoft.com/office/drawing/2014/main" id="{BF22BD89-DB2A-6E71-1FCC-2CECF3B088A6}"/>
              </a:ext>
            </a:extLst>
          </p:cNvPr>
          <p:cNvSpPr/>
          <p:nvPr userDrawn="1"/>
        </p:nvSpPr>
        <p:spPr>
          <a:xfrm>
            <a:off x="6629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pattern">
            <a:extLst>
              <a:ext uri="{FF2B5EF4-FFF2-40B4-BE49-F238E27FC236}">
                <a16:creationId xmlns:a16="http://schemas.microsoft.com/office/drawing/2014/main" id="{13BDB3BB-E5BB-BF11-B826-749E60972AFC}"/>
              </a:ext>
            </a:extLst>
          </p:cNvPr>
          <p:cNvSpPr/>
          <p:nvPr userDrawn="1"/>
        </p:nvSpPr>
        <p:spPr>
          <a:xfrm>
            <a:off x="6819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attern">
            <a:extLst>
              <a:ext uri="{FF2B5EF4-FFF2-40B4-BE49-F238E27FC236}">
                <a16:creationId xmlns:a16="http://schemas.microsoft.com/office/drawing/2014/main" id="{9D7A4368-1AC3-E06F-4D9D-DEA9DA759043}"/>
              </a:ext>
            </a:extLst>
          </p:cNvPr>
          <p:cNvSpPr/>
          <p:nvPr userDrawn="1"/>
        </p:nvSpPr>
        <p:spPr>
          <a:xfrm>
            <a:off x="7010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pattern">
            <a:extLst>
              <a:ext uri="{FF2B5EF4-FFF2-40B4-BE49-F238E27FC236}">
                <a16:creationId xmlns:a16="http://schemas.microsoft.com/office/drawing/2014/main" id="{A33434B1-82DF-C488-783F-58688B922C52}"/>
              </a:ext>
            </a:extLst>
          </p:cNvPr>
          <p:cNvSpPr/>
          <p:nvPr userDrawn="1"/>
        </p:nvSpPr>
        <p:spPr>
          <a:xfrm>
            <a:off x="7200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pattern">
            <a:extLst>
              <a:ext uri="{FF2B5EF4-FFF2-40B4-BE49-F238E27FC236}">
                <a16:creationId xmlns:a16="http://schemas.microsoft.com/office/drawing/2014/main" id="{8C07F43D-976E-1656-D217-96AEED47A9B1}"/>
              </a:ext>
            </a:extLst>
          </p:cNvPr>
          <p:cNvSpPr/>
          <p:nvPr userDrawn="1"/>
        </p:nvSpPr>
        <p:spPr>
          <a:xfrm>
            <a:off x="7391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pattern">
            <a:extLst>
              <a:ext uri="{FF2B5EF4-FFF2-40B4-BE49-F238E27FC236}">
                <a16:creationId xmlns:a16="http://schemas.microsoft.com/office/drawing/2014/main" id="{2B6D54D2-E086-2016-DEBC-F29663551384}"/>
              </a:ext>
            </a:extLst>
          </p:cNvPr>
          <p:cNvSpPr/>
          <p:nvPr userDrawn="1"/>
        </p:nvSpPr>
        <p:spPr>
          <a:xfrm>
            <a:off x="7581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pattern">
            <a:extLst>
              <a:ext uri="{FF2B5EF4-FFF2-40B4-BE49-F238E27FC236}">
                <a16:creationId xmlns:a16="http://schemas.microsoft.com/office/drawing/2014/main" id="{AB2B4D1C-CD2B-5AB2-4E51-9AA2B5C53ED2}"/>
              </a:ext>
            </a:extLst>
          </p:cNvPr>
          <p:cNvSpPr/>
          <p:nvPr userDrawn="1"/>
        </p:nvSpPr>
        <p:spPr>
          <a:xfrm>
            <a:off x="7772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pattern">
            <a:extLst>
              <a:ext uri="{FF2B5EF4-FFF2-40B4-BE49-F238E27FC236}">
                <a16:creationId xmlns:a16="http://schemas.microsoft.com/office/drawing/2014/main" id="{22865AF0-8412-9487-327D-5500367E5E58}"/>
              </a:ext>
            </a:extLst>
          </p:cNvPr>
          <p:cNvSpPr/>
          <p:nvPr userDrawn="1"/>
        </p:nvSpPr>
        <p:spPr>
          <a:xfrm>
            <a:off x="7962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pattern">
            <a:extLst>
              <a:ext uri="{FF2B5EF4-FFF2-40B4-BE49-F238E27FC236}">
                <a16:creationId xmlns:a16="http://schemas.microsoft.com/office/drawing/2014/main" id="{C693C927-607C-2788-41D9-E611DA57EE10}"/>
              </a:ext>
            </a:extLst>
          </p:cNvPr>
          <p:cNvSpPr/>
          <p:nvPr userDrawn="1"/>
        </p:nvSpPr>
        <p:spPr>
          <a:xfrm>
            <a:off x="8153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pattern">
            <a:extLst>
              <a:ext uri="{FF2B5EF4-FFF2-40B4-BE49-F238E27FC236}">
                <a16:creationId xmlns:a16="http://schemas.microsoft.com/office/drawing/2014/main" id="{E2C63687-8482-5FDA-97A6-FC1395A8ACA9}"/>
              </a:ext>
            </a:extLst>
          </p:cNvPr>
          <p:cNvSpPr/>
          <p:nvPr userDrawn="1"/>
        </p:nvSpPr>
        <p:spPr>
          <a:xfrm>
            <a:off x="8343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pattern">
            <a:extLst>
              <a:ext uri="{FF2B5EF4-FFF2-40B4-BE49-F238E27FC236}">
                <a16:creationId xmlns:a16="http://schemas.microsoft.com/office/drawing/2014/main" id="{8E902F98-EA3A-FB65-5BED-14B896E8B977}"/>
              </a:ext>
            </a:extLst>
          </p:cNvPr>
          <p:cNvSpPr/>
          <p:nvPr userDrawn="1"/>
        </p:nvSpPr>
        <p:spPr>
          <a:xfrm>
            <a:off x="8534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pattern">
            <a:extLst>
              <a:ext uri="{FF2B5EF4-FFF2-40B4-BE49-F238E27FC236}">
                <a16:creationId xmlns:a16="http://schemas.microsoft.com/office/drawing/2014/main" id="{8404FE42-C910-B80F-B972-8690EEA75202}"/>
              </a:ext>
            </a:extLst>
          </p:cNvPr>
          <p:cNvSpPr/>
          <p:nvPr userDrawn="1"/>
        </p:nvSpPr>
        <p:spPr>
          <a:xfrm>
            <a:off x="8724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pattern">
            <a:extLst>
              <a:ext uri="{FF2B5EF4-FFF2-40B4-BE49-F238E27FC236}">
                <a16:creationId xmlns:a16="http://schemas.microsoft.com/office/drawing/2014/main" id="{AC820290-B3B5-29D3-AB43-2CE40FBD8919}"/>
              </a:ext>
            </a:extLst>
          </p:cNvPr>
          <p:cNvSpPr/>
          <p:nvPr userDrawn="1"/>
        </p:nvSpPr>
        <p:spPr>
          <a:xfrm>
            <a:off x="8915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pattern">
            <a:extLst>
              <a:ext uri="{FF2B5EF4-FFF2-40B4-BE49-F238E27FC236}">
                <a16:creationId xmlns:a16="http://schemas.microsoft.com/office/drawing/2014/main" id="{D7D49834-0007-DC2C-2BF5-EE0F70764B77}"/>
              </a:ext>
            </a:extLst>
          </p:cNvPr>
          <p:cNvSpPr/>
          <p:nvPr userDrawn="1"/>
        </p:nvSpPr>
        <p:spPr>
          <a:xfrm>
            <a:off x="9105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pattern">
            <a:extLst>
              <a:ext uri="{FF2B5EF4-FFF2-40B4-BE49-F238E27FC236}">
                <a16:creationId xmlns:a16="http://schemas.microsoft.com/office/drawing/2014/main" id="{2674ECB5-521A-4BF5-B9A6-CA298521F5C1}"/>
              </a:ext>
            </a:extLst>
          </p:cNvPr>
          <p:cNvSpPr/>
          <p:nvPr userDrawn="1"/>
        </p:nvSpPr>
        <p:spPr>
          <a:xfrm>
            <a:off x="9296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pattern">
            <a:extLst>
              <a:ext uri="{FF2B5EF4-FFF2-40B4-BE49-F238E27FC236}">
                <a16:creationId xmlns:a16="http://schemas.microsoft.com/office/drawing/2014/main" id="{6AE5CCA6-EAF1-FA2B-3C96-E58A484DE91D}"/>
              </a:ext>
            </a:extLst>
          </p:cNvPr>
          <p:cNvSpPr/>
          <p:nvPr userDrawn="1"/>
        </p:nvSpPr>
        <p:spPr>
          <a:xfrm>
            <a:off x="9486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pattern">
            <a:extLst>
              <a:ext uri="{FF2B5EF4-FFF2-40B4-BE49-F238E27FC236}">
                <a16:creationId xmlns:a16="http://schemas.microsoft.com/office/drawing/2014/main" id="{3A3727A8-2F1F-2796-2060-2BFC88D826CF}"/>
              </a:ext>
            </a:extLst>
          </p:cNvPr>
          <p:cNvSpPr/>
          <p:nvPr userDrawn="1"/>
        </p:nvSpPr>
        <p:spPr>
          <a:xfrm>
            <a:off x="9677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pattern">
            <a:extLst>
              <a:ext uri="{FF2B5EF4-FFF2-40B4-BE49-F238E27FC236}">
                <a16:creationId xmlns:a16="http://schemas.microsoft.com/office/drawing/2014/main" id="{C2E26EAF-7C8A-A2E8-2344-362C93A7A38F}"/>
              </a:ext>
            </a:extLst>
          </p:cNvPr>
          <p:cNvSpPr/>
          <p:nvPr userDrawn="1"/>
        </p:nvSpPr>
        <p:spPr>
          <a:xfrm>
            <a:off x="9867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pattern">
            <a:extLst>
              <a:ext uri="{FF2B5EF4-FFF2-40B4-BE49-F238E27FC236}">
                <a16:creationId xmlns:a16="http://schemas.microsoft.com/office/drawing/2014/main" id="{845BE4E3-34B5-0820-B65C-46148D7161F5}"/>
              </a:ext>
            </a:extLst>
          </p:cNvPr>
          <p:cNvSpPr/>
          <p:nvPr userDrawn="1"/>
        </p:nvSpPr>
        <p:spPr>
          <a:xfrm>
            <a:off x="10058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pattern">
            <a:extLst>
              <a:ext uri="{FF2B5EF4-FFF2-40B4-BE49-F238E27FC236}">
                <a16:creationId xmlns:a16="http://schemas.microsoft.com/office/drawing/2014/main" id="{F21FA181-11F8-A1FD-CA79-4F4EB252E510}"/>
              </a:ext>
            </a:extLst>
          </p:cNvPr>
          <p:cNvSpPr/>
          <p:nvPr userDrawn="1"/>
        </p:nvSpPr>
        <p:spPr>
          <a:xfrm>
            <a:off x="10248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pattern">
            <a:extLst>
              <a:ext uri="{FF2B5EF4-FFF2-40B4-BE49-F238E27FC236}">
                <a16:creationId xmlns:a16="http://schemas.microsoft.com/office/drawing/2014/main" id="{9D385F62-A836-94B8-EE08-237E1DE8274B}"/>
              </a:ext>
            </a:extLst>
          </p:cNvPr>
          <p:cNvSpPr/>
          <p:nvPr userDrawn="1"/>
        </p:nvSpPr>
        <p:spPr>
          <a:xfrm>
            <a:off x="10439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pattern">
            <a:extLst>
              <a:ext uri="{FF2B5EF4-FFF2-40B4-BE49-F238E27FC236}">
                <a16:creationId xmlns:a16="http://schemas.microsoft.com/office/drawing/2014/main" id="{F8E8E9E8-740F-0AC7-67A5-A43A1D066EFD}"/>
              </a:ext>
            </a:extLst>
          </p:cNvPr>
          <p:cNvSpPr/>
          <p:nvPr userDrawn="1"/>
        </p:nvSpPr>
        <p:spPr>
          <a:xfrm>
            <a:off x="10629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pattern">
            <a:extLst>
              <a:ext uri="{FF2B5EF4-FFF2-40B4-BE49-F238E27FC236}">
                <a16:creationId xmlns:a16="http://schemas.microsoft.com/office/drawing/2014/main" id="{4348E002-5B39-99D1-8511-D2B08079090F}"/>
              </a:ext>
            </a:extLst>
          </p:cNvPr>
          <p:cNvSpPr/>
          <p:nvPr userDrawn="1"/>
        </p:nvSpPr>
        <p:spPr>
          <a:xfrm>
            <a:off x="10820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pattern">
            <a:extLst>
              <a:ext uri="{FF2B5EF4-FFF2-40B4-BE49-F238E27FC236}">
                <a16:creationId xmlns:a16="http://schemas.microsoft.com/office/drawing/2014/main" id="{C86A95AE-920F-6B36-3915-223F1722624F}"/>
              </a:ext>
            </a:extLst>
          </p:cNvPr>
          <p:cNvSpPr/>
          <p:nvPr userDrawn="1"/>
        </p:nvSpPr>
        <p:spPr>
          <a:xfrm>
            <a:off x="11010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pattern">
            <a:extLst>
              <a:ext uri="{FF2B5EF4-FFF2-40B4-BE49-F238E27FC236}">
                <a16:creationId xmlns:a16="http://schemas.microsoft.com/office/drawing/2014/main" id="{83F6CE6E-6447-4DC8-D395-1DB4563ED3D7}"/>
              </a:ext>
            </a:extLst>
          </p:cNvPr>
          <p:cNvSpPr/>
          <p:nvPr userDrawn="1"/>
        </p:nvSpPr>
        <p:spPr>
          <a:xfrm>
            <a:off x="11201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pattern">
            <a:extLst>
              <a:ext uri="{FF2B5EF4-FFF2-40B4-BE49-F238E27FC236}">
                <a16:creationId xmlns:a16="http://schemas.microsoft.com/office/drawing/2014/main" id="{114EFAB2-559C-2CA4-D4F0-F70C0B750175}"/>
              </a:ext>
            </a:extLst>
          </p:cNvPr>
          <p:cNvSpPr/>
          <p:nvPr userDrawn="1"/>
        </p:nvSpPr>
        <p:spPr>
          <a:xfrm>
            <a:off x="11391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pattern">
            <a:extLst>
              <a:ext uri="{FF2B5EF4-FFF2-40B4-BE49-F238E27FC236}">
                <a16:creationId xmlns:a16="http://schemas.microsoft.com/office/drawing/2014/main" id="{9B9B44FB-FD3E-4F6C-CDFA-211756E2F4CD}"/>
              </a:ext>
            </a:extLst>
          </p:cNvPr>
          <p:cNvSpPr/>
          <p:nvPr userDrawn="1"/>
        </p:nvSpPr>
        <p:spPr>
          <a:xfrm>
            <a:off x="11582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pattern">
            <a:extLst>
              <a:ext uri="{FF2B5EF4-FFF2-40B4-BE49-F238E27FC236}">
                <a16:creationId xmlns:a16="http://schemas.microsoft.com/office/drawing/2014/main" id="{04ACC3E6-39FF-BD52-9E69-62E823C1C71F}"/>
              </a:ext>
            </a:extLst>
          </p:cNvPr>
          <p:cNvSpPr/>
          <p:nvPr userDrawn="1"/>
        </p:nvSpPr>
        <p:spPr>
          <a:xfrm>
            <a:off x="11772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pattern">
            <a:extLst>
              <a:ext uri="{FF2B5EF4-FFF2-40B4-BE49-F238E27FC236}">
                <a16:creationId xmlns:a16="http://schemas.microsoft.com/office/drawing/2014/main" id="{D6CA8D36-0E5B-B94D-5BD3-57DB5EF03176}"/>
              </a:ext>
            </a:extLst>
          </p:cNvPr>
          <p:cNvSpPr/>
          <p:nvPr userDrawn="1"/>
        </p:nvSpPr>
        <p:spPr>
          <a:xfrm>
            <a:off x="11963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pattern">
            <a:extLst>
              <a:ext uri="{FF2B5EF4-FFF2-40B4-BE49-F238E27FC236}">
                <a16:creationId xmlns:a16="http://schemas.microsoft.com/office/drawing/2014/main" id="{F17ECB67-9B8E-9D11-26C6-54F457700BD1}"/>
              </a:ext>
            </a:extLst>
          </p:cNvPr>
          <p:cNvSpPr/>
          <p:nvPr userDrawn="1"/>
        </p:nvSpPr>
        <p:spPr>
          <a:xfrm>
            <a:off x="12153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pattern">
            <a:extLst>
              <a:ext uri="{FF2B5EF4-FFF2-40B4-BE49-F238E27FC236}">
                <a16:creationId xmlns:a16="http://schemas.microsoft.com/office/drawing/2014/main" id="{7CF109DF-5FBF-2280-5CE1-ACF344350B1F}"/>
              </a:ext>
            </a:extLst>
          </p:cNvPr>
          <p:cNvSpPr/>
          <p:nvPr userDrawn="1"/>
        </p:nvSpPr>
        <p:spPr>
          <a:xfrm>
            <a:off x="247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pattern">
            <a:extLst>
              <a:ext uri="{FF2B5EF4-FFF2-40B4-BE49-F238E27FC236}">
                <a16:creationId xmlns:a16="http://schemas.microsoft.com/office/drawing/2014/main" id="{AB1672EC-AB3A-A698-5838-CB7F0ADDD644}"/>
              </a:ext>
            </a:extLst>
          </p:cNvPr>
          <p:cNvSpPr/>
          <p:nvPr userDrawn="1"/>
        </p:nvSpPr>
        <p:spPr>
          <a:xfrm>
            <a:off x="438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pattern">
            <a:extLst>
              <a:ext uri="{FF2B5EF4-FFF2-40B4-BE49-F238E27FC236}">
                <a16:creationId xmlns:a16="http://schemas.microsoft.com/office/drawing/2014/main" id="{971A31D7-CC6C-B4FD-0507-886351F0E327}"/>
              </a:ext>
            </a:extLst>
          </p:cNvPr>
          <p:cNvSpPr/>
          <p:nvPr userDrawn="1"/>
        </p:nvSpPr>
        <p:spPr>
          <a:xfrm>
            <a:off x="628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pattern">
            <a:extLst>
              <a:ext uri="{FF2B5EF4-FFF2-40B4-BE49-F238E27FC236}">
                <a16:creationId xmlns:a16="http://schemas.microsoft.com/office/drawing/2014/main" id="{48B8142C-6BD4-DD79-7C44-B40D2C982F0E}"/>
              </a:ext>
            </a:extLst>
          </p:cNvPr>
          <p:cNvSpPr/>
          <p:nvPr userDrawn="1"/>
        </p:nvSpPr>
        <p:spPr>
          <a:xfrm>
            <a:off x="819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pattern">
            <a:extLst>
              <a:ext uri="{FF2B5EF4-FFF2-40B4-BE49-F238E27FC236}">
                <a16:creationId xmlns:a16="http://schemas.microsoft.com/office/drawing/2014/main" id="{B2D52D44-6D36-BF1B-1865-37D0238AEFB1}"/>
              </a:ext>
            </a:extLst>
          </p:cNvPr>
          <p:cNvSpPr/>
          <p:nvPr userDrawn="1"/>
        </p:nvSpPr>
        <p:spPr>
          <a:xfrm>
            <a:off x="1009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pattern">
            <a:extLst>
              <a:ext uri="{FF2B5EF4-FFF2-40B4-BE49-F238E27FC236}">
                <a16:creationId xmlns:a16="http://schemas.microsoft.com/office/drawing/2014/main" id="{75C9FA7F-8ED0-0C9B-A371-81A7265D5358}"/>
              </a:ext>
            </a:extLst>
          </p:cNvPr>
          <p:cNvSpPr/>
          <p:nvPr userDrawn="1"/>
        </p:nvSpPr>
        <p:spPr>
          <a:xfrm>
            <a:off x="1200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pattern">
            <a:extLst>
              <a:ext uri="{FF2B5EF4-FFF2-40B4-BE49-F238E27FC236}">
                <a16:creationId xmlns:a16="http://schemas.microsoft.com/office/drawing/2014/main" id="{EBFF713F-4075-0473-E5B4-ADEC87CFED71}"/>
              </a:ext>
            </a:extLst>
          </p:cNvPr>
          <p:cNvSpPr/>
          <p:nvPr userDrawn="1"/>
        </p:nvSpPr>
        <p:spPr>
          <a:xfrm>
            <a:off x="1390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pattern">
            <a:extLst>
              <a:ext uri="{FF2B5EF4-FFF2-40B4-BE49-F238E27FC236}">
                <a16:creationId xmlns:a16="http://schemas.microsoft.com/office/drawing/2014/main" id="{AB1BC851-C827-C3FF-5D42-C2E573BC7949}"/>
              </a:ext>
            </a:extLst>
          </p:cNvPr>
          <p:cNvSpPr/>
          <p:nvPr userDrawn="1"/>
        </p:nvSpPr>
        <p:spPr>
          <a:xfrm>
            <a:off x="1581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pattern">
            <a:extLst>
              <a:ext uri="{FF2B5EF4-FFF2-40B4-BE49-F238E27FC236}">
                <a16:creationId xmlns:a16="http://schemas.microsoft.com/office/drawing/2014/main" id="{F7427E4A-4057-7DF2-F653-B44F64F479A1}"/>
              </a:ext>
            </a:extLst>
          </p:cNvPr>
          <p:cNvSpPr/>
          <p:nvPr userDrawn="1"/>
        </p:nvSpPr>
        <p:spPr>
          <a:xfrm>
            <a:off x="1771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pattern">
            <a:extLst>
              <a:ext uri="{FF2B5EF4-FFF2-40B4-BE49-F238E27FC236}">
                <a16:creationId xmlns:a16="http://schemas.microsoft.com/office/drawing/2014/main" id="{14AEB4C9-710E-1CC9-3119-BD27814B54E7}"/>
              </a:ext>
            </a:extLst>
          </p:cNvPr>
          <p:cNvSpPr/>
          <p:nvPr userDrawn="1"/>
        </p:nvSpPr>
        <p:spPr>
          <a:xfrm>
            <a:off x="1962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pattern">
            <a:extLst>
              <a:ext uri="{FF2B5EF4-FFF2-40B4-BE49-F238E27FC236}">
                <a16:creationId xmlns:a16="http://schemas.microsoft.com/office/drawing/2014/main" id="{849F50E6-D402-73F1-C6C0-E4F8F0F7DB48}"/>
              </a:ext>
            </a:extLst>
          </p:cNvPr>
          <p:cNvSpPr/>
          <p:nvPr userDrawn="1"/>
        </p:nvSpPr>
        <p:spPr>
          <a:xfrm>
            <a:off x="2152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pattern">
            <a:extLst>
              <a:ext uri="{FF2B5EF4-FFF2-40B4-BE49-F238E27FC236}">
                <a16:creationId xmlns:a16="http://schemas.microsoft.com/office/drawing/2014/main" id="{34A3442D-A584-E2AD-DB7D-3A8AD857B0ED}"/>
              </a:ext>
            </a:extLst>
          </p:cNvPr>
          <p:cNvSpPr/>
          <p:nvPr userDrawn="1"/>
        </p:nvSpPr>
        <p:spPr>
          <a:xfrm>
            <a:off x="2343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pattern">
            <a:extLst>
              <a:ext uri="{FF2B5EF4-FFF2-40B4-BE49-F238E27FC236}">
                <a16:creationId xmlns:a16="http://schemas.microsoft.com/office/drawing/2014/main" id="{25649449-3D33-4225-CF0D-5EAE56472C1E}"/>
              </a:ext>
            </a:extLst>
          </p:cNvPr>
          <p:cNvSpPr/>
          <p:nvPr userDrawn="1"/>
        </p:nvSpPr>
        <p:spPr>
          <a:xfrm>
            <a:off x="2533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pattern">
            <a:extLst>
              <a:ext uri="{FF2B5EF4-FFF2-40B4-BE49-F238E27FC236}">
                <a16:creationId xmlns:a16="http://schemas.microsoft.com/office/drawing/2014/main" id="{654E50C3-70E1-D040-D963-6AAB090FCAF2}"/>
              </a:ext>
            </a:extLst>
          </p:cNvPr>
          <p:cNvSpPr/>
          <p:nvPr userDrawn="1"/>
        </p:nvSpPr>
        <p:spPr>
          <a:xfrm>
            <a:off x="2724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pattern">
            <a:extLst>
              <a:ext uri="{FF2B5EF4-FFF2-40B4-BE49-F238E27FC236}">
                <a16:creationId xmlns:a16="http://schemas.microsoft.com/office/drawing/2014/main" id="{A131CE95-5BF3-FAF7-3314-A807105DD1AB}"/>
              </a:ext>
            </a:extLst>
          </p:cNvPr>
          <p:cNvSpPr/>
          <p:nvPr userDrawn="1"/>
        </p:nvSpPr>
        <p:spPr>
          <a:xfrm>
            <a:off x="2914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pattern">
            <a:extLst>
              <a:ext uri="{FF2B5EF4-FFF2-40B4-BE49-F238E27FC236}">
                <a16:creationId xmlns:a16="http://schemas.microsoft.com/office/drawing/2014/main" id="{CF04FB6D-0B2C-A709-B2F6-0CC72DC71556}"/>
              </a:ext>
            </a:extLst>
          </p:cNvPr>
          <p:cNvSpPr/>
          <p:nvPr userDrawn="1"/>
        </p:nvSpPr>
        <p:spPr>
          <a:xfrm>
            <a:off x="3105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pattern">
            <a:extLst>
              <a:ext uri="{FF2B5EF4-FFF2-40B4-BE49-F238E27FC236}">
                <a16:creationId xmlns:a16="http://schemas.microsoft.com/office/drawing/2014/main" id="{F5A5CD21-0736-7794-A88F-42F3BB5DBAD3}"/>
              </a:ext>
            </a:extLst>
          </p:cNvPr>
          <p:cNvSpPr/>
          <p:nvPr userDrawn="1"/>
        </p:nvSpPr>
        <p:spPr>
          <a:xfrm>
            <a:off x="3295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pattern">
            <a:extLst>
              <a:ext uri="{FF2B5EF4-FFF2-40B4-BE49-F238E27FC236}">
                <a16:creationId xmlns:a16="http://schemas.microsoft.com/office/drawing/2014/main" id="{B76578B8-2454-4A15-64FA-A729D86F001D}"/>
              </a:ext>
            </a:extLst>
          </p:cNvPr>
          <p:cNvSpPr/>
          <p:nvPr userDrawn="1"/>
        </p:nvSpPr>
        <p:spPr>
          <a:xfrm>
            <a:off x="3486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pattern">
            <a:extLst>
              <a:ext uri="{FF2B5EF4-FFF2-40B4-BE49-F238E27FC236}">
                <a16:creationId xmlns:a16="http://schemas.microsoft.com/office/drawing/2014/main" id="{353DC595-9E28-8319-92EB-724E750D92B8}"/>
              </a:ext>
            </a:extLst>
          </p:cNvPr>
          <p:cNvSpPr/>
          <p:nvPr userDrawn="1"/>
        </p:nvSpPr>
        <p:spPr>
          <a:xfrm>
            <a:off x="3676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pattern">
            <a:extLst>
              <a:ext uri="{FF2B5EF4-FFF2-40B4-BE49-F238E27FC236}">
                <a16:creationId xmlns:a16="http://schemas.microsoft.com/office/drawing/2014/main" id="{80CE5C4A-FA97-5C4D-DB39-DFF602FE9E3B}"/>
              </a:ext>
            </a:extLst>
          </p:cNvPr>
          <p:cNvSpPr/>
          <p:nvPr userDrawn="1"/>
        </p:nvSpPr>
        <p:spPr>
          <a:xfrm>
            <a:off x="3867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pattern">
            <a:extLst>
              <a:ext uri="{FF2B5EF4-FFF2-40B4-BE49-F238E27FC236}">
                <a16:creationId xmlns:a16="http://schemas.microsoft.com/office/drawing/2014/main" id="{C5A339CA-3D4A-B81B-F6FE-031AEC6B7E8E}"/>
              </a:ext>
            </a:extLst>
          </p:cNvPr>
          <p:cNvSpPr/>
          <p:nvPr userDrawn="1"/>
        </p:nvSpPr>
        <p:spPr>
          <a:xfrm>
            <a:off x="4057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pattern">
            <a:extLst>
              <a:ext uri="{FF2B5EF4-FFF2-40B4-BE49-F238E27FC236}">
                <a16:creationId xmlns:a16="http://schemas.microsoft.com/office/drawing/2014/main" id="{2A2B7F5B-DC25-025E-02D0-5582C868009D}"/>
              </a:ext>
            </a:extLst>
          </p:cNvPr>
          <p:cNvSpPr/>
          <p:nvPr userDrawn="1"/>
        </p:nvSpPr>
        <p:spPr>
          <a:xfrm>
            <a:off x="4248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pattern">
            <a:extLst>
              <a:ext uri="{FF2B5EF4-FFF2-40B4-BE49-F238E27FC236}">
                <a16:creationId xmlns:a16="http://schemas.microsoft.com/office/drawing/2014/main" id="{68C28C55-64DE-1AF2-5EAC-D3431DCD6052}"/>
              </a:ext>
            </a:extLst>
          </p:cNvPr>
          <p:cNvSpPr/>
          <p:nvPr userDrawn="1"/>
        </p:nvSpPr>
        <p:spPr>
          <a:xfrm>
            <a:off x="4438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pattern">
            <a:extLst>
              <a:ext uri="{FF2B5EF4-FFF2-40B4-BE49-F238E27FC236}">
                <a16:creationId xmlns:a16="http://schemas.microsoft.com/office/drawing/2014/main" id="{0421A4F3-ED6B-525B-3BE0-E7B5BA784F30}"/>
              </a:ext>
            </a:extLst>
          </p:cNvPr>
          <p:cNvSpPr/>
          <p:nvPr userDrawn="1"/>
        </p:nvSpPr>
        <p:spPr>
          <a:xfrm>
            <a:off x="4629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pattern">
            <a:extLst>
              <a:ext uri="{FF2B5EF4-FFF2-40B4-BE49-F238E27FC236}">
                <a16:creationId xmlns:a16="http://schemas.microsoft.com/office/drawing/2014/main" id="{AE4E270D-0DD4-6B7B-7A69-2E6A27D80474}"/>
              </a:ext>
            </a:extLst>
          </p:cNvPr>
          <p:cNvSpPr/>
          <p:nvPr userDrawn="1"/>
        </p:nvSpPr>
        <p:spPr>
          <a:xfrm>
            <a:off x="4819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pattern">
            <a:extLst>
              <a:ext uri="{FF2B5EF4-FFF2-40B4-BE49-F238E27FC236}">
                <a16:creationId xmlns:a16="http://schemas.microsoft.com/office/drawing/2014/main" id="{BFE41DB6-C8CE-E5EF-535E-B8B9F3E9BF3A}"/>
              </a:ext>
            </a:extLst>
          </p:cNvPr>
          <p:cNvSpPr/>
          <p:nvPr userDrawn="1"/>
        </p:nvSpPr>
        <p:spPr>
          <a:xfrm>
            <a:off x="5010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pattern">
            <a:extLst>
              <a:ext uri="{FF2B5EF4-FFF2-40B4-BE49-F238E27FC236}">
                <a16:creationId xmlns:a16="http://schemas.microsoft.com/office/drawing/2014/main" id="{24BC4C19-729D-CD47-A7D4-8B46322AE46D}"/>
              </a:ext>
            </a:extLst>
          </p:cNvPr>
          <p:cNvSpPr/>
          <p:nvPr userDrawn="1"/>
        </p:nvSpPr>
        <p:spPr>
          <a:xfrm>
            <a:off x="5200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pattern">
            <a:extLst>
              <a:ext uri="{FF2B5EF4-FFF2-40B4-BE49-F238E27FC236}">
                <a16:creationId xmlns:a16="http://schemas.microsoft.com/office/drawing/2014/main" id="{FD2AC5DD-A169-A26F-9B0F-3A1705E0D6A9}"/>
              </a:ext>
            </a:extLst>
          </p:cNvPr>
          <p:cNvSpPr/>
          <p:nvPr userDrawn="1"/>
        </p:nvSpPr>
        <p:spPr>
          <a:xfrm>
            <a:off x="5391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pattern">
            <a:extLst>
              <a:ext uri="{FF2B5EF4-FFF2-40B4-BE49-F238E27FC236}">
                <a16:creationId xmlns:a16="http://schemas.microsoft.com/office/drawing/2014/main" id="{DE860FCF-6BE4-6ED1-0D3E-2311A6B65D33}"/>
              </a:ext>
            </a:extLst>
          </p:cNvPr>
          <p:cNvSpPr/>
          <p:nvPr userDrawn="1"/>
        </p:nvSpPr>
        <p:spPr>
          <a:xfrm>
            <a:off x="5581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pattern">
            <a:extLst>
              <a:ext uri="{FF2B5EF4-FFF2-40B4-BE49-F238E27FC236}">
                <a16:creationId xmlns:a16="http://schemas.microsoft.com/office/drawing/2014/main" id="{3507BBFF-138D-431E-AE2E-48EF5E75290A}"/>
              </a:ext>
            </a:extLst>
          </p:cNvPr>
          <p:cNvSpPr/>
          <p:nvPr userDrawn="1"/>
        </p:nvSpPr>
        <p:spPr>
          <a:xfrm>
            <a:off x="5772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pattern">
            <a:extLst>
              <a:ext uri="{FF2B5EF4-FFF2-40B4-BE49-F238E27FC236}">
                <a16:creationId xmlns:a16="http://schemas.microsoft.com/office/drawing/2014/main" id="{D455492C-DBA4-14A2-52C0-9054149CD3F8}"/>
              </a:ext>
            </a:extLst>
          </p:cNvPr>
          <p:cNvSpPr/>
          <p:nvPr userDrawn="1"/>
        </p:nvSpPr>
        <p:spPr>
          <a:xfrm>
            <a:off x="5962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pattern">
            <a:extLst>
              <a:ext uri="{FF2B5EF4-FFF2-40B4-BE49-F238E27FC236}">
                <a16:creationId xmlns:a16="http://schemas.microsoft.com/office/drawing/2014/main" id="{AA44907A-2582-4CD1-33D0-29565B3D0FAF}"/>
              </a:ext>
            </a:extLst>
          </p:cNvPr>
          <p:cNvSpPr/>
          <p:nvPr userDrawn="1"/>
        </p:nvSpPr>
        <p:spPr>
          <a:xfrm>
            <a:off x="6153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pattern">
            <a:extLst>
              <a:ext uri="{FF2B5EF4-FFF2-40B4-BE49-F238E27FC236}">
                <a16:creationId xmlns:a16="http://schemas.microsoft.com/office/drawing/2014/main" id="{7D9CFB69-640D-C1CE-21C6-B5B8012DB171}"/>
              </a:ext>
            </a:extLst>
          </p:cNvPr>
          <p:cNvSpPr/>
          <p:nvPr userDrawn="1"/>
        </p:nvSpPr>
        <p:spPr>
          <a:xfrm>
            <a:off x="6343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pattern">
            <a:extLst>
              <a:ext uri="{FF2B5EF4-FFF2-40B4-BE49-F238E27FC236}">
                <a16:creationId xmlns:a16="http://schemas.microsoft.com/office/drawing/2014/main" id="{3E6F1670-B032-E35E-65FF-A19F0FF7B00E}"/>
              </a:ext>
            </a:extLst>
          </p:cNvPr>
          <p:cNvSpPr/>
          <p:nvPr userDrawn="1"/>
        </p:nvSpPr>
        <p:spPr>
          <a:xfrm>
            <a:off x="6534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pattern">
            <a:extLst>
              <a:ext uri="{FF2B5EF4-FFF2-40B4-BE49-F238E27FC236}">
                <a16:creationId xmlns:a16="http://schemas.microsoft.com/office/drawing/2014/main" id="{B462D5D0-71B9-5BDD-EB24-5206D20EFC7F}"/>
              </a:ext>
            </a:extLst>
          </p:cNvPr>
          <p:cNvSpPr/>
          <p:nvPr userDrawn="1"/>
        </p:nvSpPr>
        <p:spPr>
          <a:xfrm>
            <a:off x="6724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pattern">
            <a:extLst>
              <a:ext uri="{FF2B5EF4-FFF2-40B4-BE49-F238E27FC236}">
                <a16:creationId xmlns:a16="http://schemas.microsoft.com/office/drawing/2014/main" id="{3D4A124A-903A-D7D7-5450-971E28AA7CB9}"/>
              </a:ext>
            </a:extLst>
          </p:cNvPr>
          <p:cNvSpPr/>
          <p:nvPr userDrawn="1"/>
        </p:nvSpPr>
        <p:spPr>
          <a:xfrm>
            <a:off x="6915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pattern">
            <a:extLst>
              <a:ext uri="{FF2B5EF4-FFF2-40B4-BE49-F238E27FC236}">
                <a16:creationId xmlns:a16="http://schemas.microsoft.com/office/drawing/2014/main" id="{0EB75464-B0ED-8776-D23F-9452958C0A97}"/>
              </a:ext>
            </a:extLst>
          </p:cNvPr>
          <p:cNvSpPr/>
          <p:nvPr userDrawn="1"/>
        </p:nvSpPr>
        <p:spPr>
          <a:xfrm>
            <a:off x="7105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pattern">
            <a:extLst>
              <a:ext uri="{FF2B5EF4-FFF2-40B4-BE49-F238E27FC236}">
                <a16:creationId xmlns:a16="http://schemas.microsoft.com/office/drawing/2014/main" id="{AE8B68ED-00F7-8EE3-BCD0-C54DCF4972C8}"/>
              </a:ext>
            </a:extLst>
          </p:cNvPr>
          <p:cNvSpPr/>
          <p:nvPr userDrawn="1"/>
        </p:nvSpPr>
        <p:spPr>
          <a:xfrm>
            <a:off x="7296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pattern">
            <a:extLst>
              <a:ext uri="{FF2B5EF4-FFF2-40B4-BE49-F238E27FC236}">
                <a16:creationId xmlns:a16="http://schemas.microsoft.com/office/drawing/2014/main" id="{2093E396-E7E8-4F2C-57E0-74C09FFBAF87}"/>
              </a:ext>
            </a:extLst>
          </p:cNvPr>
          <p:cNvSpPr/>
          <p:nvPr userDrawn="1"/>
        </p:nvSpPr>
        <p:spPr>
          <a:xfrm>
            <a:off x="7486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pattern">
            <a:extLst>
              <a:ext uri="{FF2B5EF4-FFF2-40B4-BE49-F238E27FC236}">
                <a16:creationId xmlns:a16="http://schemas.microsoft.com/office/drawing/2014/main" id="{D079CB9C-9D0D-E652-B94D-CD53288019D0}"/>
              </a:ext>
            </a:extLst>
          </p:cNvPr>
          <p:cNvSpPr/>
          <p:nvPr userDrawn="1"/>
        </p:nvSpPr>
        <p:spPr>
          <a:xfrm>
            <a:off x="7677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pattern">
            <a:extLst>
              <a:ext uri="{FF2B5EF4-FFF2-40B4-BE49-F238E27FC236}">
                <a16:creationId xmlns:a16="http://schemas.microsoft.com/office/drawing/2014/main" id="{BE9356A5-A1AA-7C69-07B9-DD5E78E77366}"/>
              </a:ext>
            </a:extLst>
          </p:cNvPr>
          <p:cNvSpPr/>
          <p:nvPr userDrawn="1"/>
        </p:nvSpPr>
        <p:spPr>
          <a:xfrm>
            <a:off x="7867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pattern">
            <a:extLst>
              <a:ext uri="{FF2B5EF4-FFF2-40B4-BE49-F238E27FC236}">
                <a16:creationId xmlns:a16="http://schemas.microsoft.com/office/drawing/2014/main" id="{9BB93932-7248-9CD6-4E21-DBAF398BAFB8}"/>
              </a:ext>
            </a:extLst>
          </p:cNvPr>
          <p:cNvSpPr/>
          <p:nvPr userDrawn="1"/>
        </p:nvSpPr>
        <p:spPr>
          <a:xfrm>
            <a:off x="8058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pattern">
            <a:extLst>
              <a:ext uri="{FF2B5EF4-FFF2-40B4-BE49-F238E27FC236}">
                <a16:creationId xmlns:a16="http://schemas.microsoft.com/office/drawing/2014/main" id="{954916F9-DE00-903C-BEF6-7C19945453FD}"/>
              </a:ext>
            </a:extLst>
          </p:cNvPr>
          <p:cNvSpPr/>
          <p:nvPr userDrawn="1"/>
        </p:nvSpPr>
        <p:spPr>
          <a:xfrm>
            <a:off x="8248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pattern">
            <a:extLst>
              <a:ext uri="{FF2B5EF4-FFF2-40B4-BE49-F238E27FC236}">
                <a16:creationId xmlns:a16="http://schemas.microsoft.com/office/drawing/2014/main" id="{D37A5CC7-4BB8-3559-91D9-BED060217490}"/>
              </a:ext>
            </a:extLst>
          </p:cNvPr>
          <p:cNvSpPr/>
          <p:nvPr userDrawn="1"/>
        </p:nvSpPr>
        <p:spPr>
          <a:xfrm>
            <a:off x="8439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pattern">
            <a:extLst>
              <a:ext uri="{FF2B5EF4-FFF2-40B4-BE49-F238E27FC236}">
                <a16:creationId xmlns:a16="http://schemas.microsoft.com/office/drawing/2014/main" id="{226FD5CE-15B4-DCF6-FF5E-4F9F531333C0}"/>
              </a:ext>
            </a:extLst>
          </p:cNvPr>
          <p:cNvSpPr/>
          <p:nvPr userDrawn="1"/>
        </p:nvSpPr>
        <p:spPr>
          <a:xfrm>
            <a:off x="8629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pattern">
            <a:extLst>
              <a:ext uri="{FF2B5EF4-FFF2-40B4-BE49-F238E27FC236}">
                <a16:creationId xmlns:a16="http://schemas.microsoft.com/office/drawing/2014/main" id="{0EDC4E70-BBF6-5C07-FFAC-032FA0DF54A7}"/>
              </a:ext>
            </a:extLst>
          </p:cNvPr>
          <p:cNvSpPr/>
          <p:nvPr userDrawn="1"/>
        </p:nvSpPr>
        <p:spPr>
          <a:xfrm>
            <a:off x="8820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pattern">
            <a:extLst>
              <a:ext uri="{FF2B5EF4-FFF2-40B4-BE49-F238E27FC236}">
                <a16:creationId xmlns:a16="http://schemas.microsoft.com/office/drawing/2014/main" id="{0694847E-E280-DA36-6A36-C05B4F31A9A8}"/>
              </a:ext>
            </a:extLst>
          </p:cNvPr>
          <p:cNvSpPr/>
          <p:nvPr userDrawn="1"/>
        </p:nvSpPr>
        <p:spPr>
          <a:xfrm>
            <a:off x="9010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pattern">
            <a:extLst>
              <a:ext uri="{FF2B5EF4-FFF2-40B4-BE49-F238E27FC236}">
                <a16:creationId xmlns:a16="http://schemas.microsoft.com/office/drawing/2014/main" id="{F00E2FAC-0ADD-E64B-9EC8-0A7B82F46C65}"/>
              </a:ext>
            </a:extLst>
          </p:cNvPr>
          <p:cNvSpPr/>
          <p:nvPr userDrawn="1"/>
        </p:nvSpPr>
        <p:spPr>
          <a:xfrm>
            <a:off x="9201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pattern">
            <a:extLst>
              <a:ext uri="{FF2B5EF4-FFF2-40B4-BE49-F238E27FC236}">
                <a16:creationId xmlns:a16="http://schemas.microsoft.com/office/drawing/2014/main" id="{2D9EB6E1-CA20-5D23-CA7A-EEB116768A0C}"/>
              </a:ext>
            </a:extLst>
          </p:cNvPr>
          <p:cNvSpPr/>
          <p:nvPr userDrawn="1"/>
        </p:nvSpPr>
        <p:spPr>
          <a:xfrm>
            <a:off x="9391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pattern">
            <a:extLst>
              <a:ext uri="{FF2B5EF4-FFF2-40B4-BE49-F238E27FC236}">
                <a16:creationId xmlns:a16="http://schemas.microsoft.com/office/drawing/2014/main" id="{187EC031-EDE5-A542-5150-63F2EEFE8C26}"/>
              </a:ext>
            </a:extLst>
          </p:cNvPr>
          <p:cNvSpPr/>
          <p:nvPr userDrawn="1"/>
        </p:nvSpPr>
        <p:spPr>
          <a:xfrm>
            <a:off x="9582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pattern">
            <a:extLst>
              <a:ext uri="{FF2B5EF4-FFF2-40B4-BE49-F238E27FC236}">
                <a16:creationId xmlns:a16="http://schemas.microsoft.com/office/drawing/2014/main" id="{73AF40DB-1FFE-C602-B3D1-D2FD6323A4ED}"/>
              </a:ext>
            </a:extLst>
          </p:cNvPr>
          <p:cNvSpPr/>
          <p:nvPr userDrawn="1"/>
        </p:nvSpPr>
        <p:spPr>
          <a:xfrm>
            <a:off x="9772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pattern">
            <a:extLst>
              <a:ext uri="{FF2B5EF4-FFF2-40B4-BE49-F238E27FC236}">
                <a16:creationId xmlns:a16="http://schemas.microsoft.com/office/drawing/2014/main" id="{DB2AD79A-8A28-EA79-B642-26D9DE76888A}"/>
              </a:ext>
            </a:extLst>
          </p:cNvPr>
          <p:cNvSpPr/>
          <p:nvPr userDrawn="1"/>
        </p:nvSpPr>
        <p:spPr>
          <a:xfrm>
            <a:off x="9963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pattern">
            <a:extLst>
              <a:ext uri="{FF2B5EF4-FFF2-40B4-BE49-F238E27FC236}">
                <a16:creationId xmlns:a16="http://schemas.microsoft.com/office/drawing/2014/main" id="{9D8A7F81-89AD-35EE-0971-14DBF8F03BC7}"/>
              </a:ext>
            </a:extLst>
          </p:cNvPr>
          <p:cNvSpPr/>
          <p:nvPr userDrawn="1"/>
        </p:nvSpPr>
        <p:spPr>
          <a:xfrm>
            <a:off x="10153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pattern">
            <a:extLst>
              <a:ext uri="{FF2B5EF4-FFF2-40B4-BE49-F238E27FC236}">
                <a16:creationId xmlns:a16="http://schemas.microsoft.com/office/drawing/2014/main" id="{115FF165-4C43-4F92-B20F-35B06E71F24F}"/>
              </a:ext>
            </a:extLst>
          </p:cNvPr>
          <p:cNvSpPr/>
          <p:nvPr userDrawn="1"/>
        </p:nvSpPr>
        <p:spPr>
          <a:xfrm>
            <a:off x="10344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pattern">
            <a:extLst>
              <a:ext uri="{FF2B5EF4-FFF2-40B4-BE49-F238E27FC236}">
                <a16:creationId xmlns:a16="http://schemas.microsoft.com/office/drawing/2014/main" id="{E5881A2B-9D21-4033-7E55-DEC8FB747B08}"/>
              </a:ext>
            </a:extLst>
          </p:cNvPr>
          <p:cNvSpPr/>
          <p:nvPr userDrawn="1"/>
        </p:nvSpPr>
        <p:spPr>
          <a:xfrm>
            <a:off x="10534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pattern">
            <a:extLst>
              <a:ext uri="{FF2B5EF4-FFF2-40B4-BE49-F238E27FC236}">
                <a16:creationId xmlns:a16="http://schemas.microsoft.com/office/drawing/2014/main" id="{788E54B0-DB77-B7B2-5715-9C70C13AC332}"/>
              </a:ext>
            </a:extLst>
          </p:cNvPr>
          <p:cNvSpPr/>
          <p:nvPr userDrawn="1"/>
        </p:nvSpPr>
        <p:spPr>
          <a:xfrm>
            <a:off x="10725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pattern">
            <a:extLst>
              <a:ext uri="{FF2B5EF4-FFF2-40B4-BE49-F238E27FC236}">
                <a16:creationId xmlns:a16="http://schemas.microsoft.com/office/drawing/2014/main" id="{A59AC83E-5C69-074A-402D-B72190C80140}"/>
              </a:ext>
            </a:extLst>
          </p:cNvPr>
          <p:cNvSpPr/>
          <p:nvPr userDrawn="1"/>
        </p:nvSpPr>
        <p:spPr>
          <a:xfrm>
            <a:off x="10915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pattern">
            <a:extLst>
              <a:ext uri="{FF2B5EF4-FFF2-40B4-BE49-F238E27FC236}">
                <a16:creationId xmlns:a16="http://schemas.microsoft.com/office/drawing/2014/main" id="{4396129A-3F10-19AA-6354-DBB416CF2C3A}"/>
              </a:ext>
            </a:extLst>
          </p:cNvPr>
          <p:cNvSpPr/>
          <p:nvPr userDrawn="1"/>
        </p:nvSpPr>
        <p:spPr>
          <a:xfrm>
            <a:off x="11106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pattern">
            <a:extLst>
              <a:ext uri="{FF2B5EF4-FFF2-40B4-BE49-F238E27FC236}">
                <a16:creationId xmlns:a16="http://schemas.microsoft.com/office/drawing/2014/main" id="{26C45058-D366-4A57-1A4F-FFDD974FB05D}"/>
              </a:ext>
            </a:extLst>
          </p:cNvPr>
          <p:cNvSpPr/>
          <p:nvPr userDrawn="1"/>
        </p:nvSpPr>
        <p:spPr>
          <a:xfrm>
            <a:off x="11296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pattern">
            <a:extLst>
              <a:ext uri="{FF2B5EF4-FFF2-40B4-BE49-F238E27FC236}">
                <a16:creationId xmlns:a16="http://schemas.microsoft.com/office/drawing/2014/main" id="{F5AFD6FF-0D4C-D11D-C642-8D8B2A172038}"/>
              </a:ext>
            </a:extLst>
          </p:cNvPr>
          <p:cNvSpPr/>
          <p:nvPr userDrawn="1"/>
        </p:nvSpPr>
        <p:spPr>
          <a:xfrm>
            <a:off x="11487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pattern">
            <a:extLst>
              <a:ext uri="{FF2B5EF4-FFF2-40B4-BE49-F238E27FC236}">
                <a16:creationId xmlns:a16="http://schemas.microsoft.com/office/drawing/2014/main" id="{259D8CB6-F257-91CB-71B8-15B68999221F}"/>
              </a:ext>
            </a:extLst>
          </p:cNvPr>
          <p:cNvSpPr/>
          <p:nvPr userDrawn="1"/>
        </p:nvSpPr>
        <p:spPr>
          <a:xfrm>
            <a:off x="11677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pattern">
            <a:extLst>
              <a:ext uri="{FF2B5EF4-FFF2-40B4-BE49-F238E27FC236}">
                <a16:creationId xmlns:a16="http://schemas.microsoft.com/office/drawing/2014/main" id="{BC3217E3-7986-A9E9-7CBE-0659F5BD35DA}"/>
              </a:ext>
            </a:extLst>
          </p:cNvPr>
          <p:cNvSpPr/>
          <p:nvPr userDrawn="1"/>
        </p:nvSpPr>
        <p:spPr>
          <a:xfrm>
            <a:off x="11868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pattern">
            <a:extLst>
              <a:ext uri="{FF2B5EF4-FFF2-40B4-BE49-F238E27FC236}">
                <a16:creationId xmlns:a16="http://schemas.microsoft.com/office/drawing/2014/main" id="{6379CF70-28A3-1F49-F0A3-3E62340F2F5A}"/>
              </a:ext>
            </a:extLst>
          </p:cNvPr>
          <p:cNvSpPr/>
          <p:nvPr userDrawn="1"/>
        </p:nvSpPr>
        <p:spPr>
          <a:xfrm>
            <a:off x="12058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pattern">
            <a:extLst>
              <a:ext uri="{FF2B5EF4-FFF2-40B4-BE49-F238E27FC236}">
                <a16:creationId xmlns:a16="http://schemas.microsoft.com/office/drawing/2014/main" id="{B5AEE3A1-3E04-1431-750B-8DA746BA581A}"/>
              </a:ext>
            </a:extLst>
          </p:cNvPr>
          <p:cNvSpPr/>
          <p:nvPr userDrawn="1"/>
        </p:nvSpPr>
        <p:spPr>
          <a:xfrm>
            <a:off x="12249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1A51B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3540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closing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669C6D03-0022-C203-470B-7CA120CE0524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44B9-259B-433A-84B9-2D3FCD42690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42B40-88D3-4B59-923A-4074BB0E4CE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DFD7E984-9CFF-9CC5-4382-B4A9152E4E4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48744" y="2419022"/>
            <a:ext cx="2841252" cy="532083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9AFD2040-C1CE-E878-C68B-AA1A99CC214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89691" y="2419022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9575D1F2-4423-835A-1146-AA3910E878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8744" y="3350167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C31562DF-51DD-404E-3A44-8A16E02C48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89691" y="3350167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B3025ABC-0CBB-CF8A-06AA-18F4604699C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8744" y="4281312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6943BFFB-7A7B-274B-C627-66D361F099E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89691" y="4281312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item_4_title">
            <a:extLst>
              <a:ext uri="{FF2B5EF4-FFF2-40B4-BE49-F238E27FC236}">
                <a16:creationId xmlns:a16="http://schemas.microsoft.com/office/drawing/2014/main" id="{9D8451C4-C1C6-A780-C959-0FBE2D9CEAE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48744" y="5212457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32BDFFC8-A270-78B9-A0B3-4056173EA35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89691" y="5212457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3346245D-3DFE-D91B-C79E-4BF259D60D6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9415709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evidence_appendix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E2DB710C-6C45-AEEA-0213-D9317DD8AEF1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44B9-259B-433A-84B9-2D3FCD42690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42B40-88D3-4B59-923A-4074BB0E4CE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6C0190AF-FCF9-6319-8C74-C00A7FAEAA1A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2286000"/>
            <a:ext cx="9720073" cy="3591560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source">
            <a:extLst>
              <a:ext uri="{FF2B5EF4-FFF2-40B4-BE49-F238E27FC236}">
                <a16:creationId xmlns:a16="http://schemas.microsoft.com/office/drawing/2014/main" id="{8FA26168-E3B1-84A9-7703-ED16044D89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0128831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executive_summary:grid-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7DC30D8F-DC6D-36B2-DB86-F4B354D02A92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44B9-259B-433A-84B9-2D3FCD42690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42B40-88D3-4B59-923A-4074BB0E4CE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0A0AA0A1-5D14-6002-4D91-729870B445B9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4411418" cy="38732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D9D5A0A7-036A-C94B-8D74-E80E44118C4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2859554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C1C14D35-8221-0449-DA67-28287744E1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8321" y="2472230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344FBCFE-8921-CA0C-1913-A9605300B16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8321" y="2859554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1A5ED4DB-3015-9DAF-3910-83C34B3D5D1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98591" y="4374427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2B6B16D3-B538-E26F-9108-EAEF5F50E55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98591" y="4761750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item_4_title">
            <a:extLst>
              <a:ext uri="{FF2B5EF4-FFF2-40B4-BE49-F238E27FC236}">
                <a16:creationId xmlns:a16="http://schemas.microsoft.com/office/drawing/2014/main" id="{968F81E7-7ECA-BA8F-6D84-B792D06AC79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58321" y="4374427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6B2A7EC0-C810-FD0D-39AF-4F2311FD84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58321" y="4761750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65D3A408-32D9-7527-545F-7AD4C7083B0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2559540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hero-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B040BD71-B16A-724C-F686-76B5F4ACB04D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44B9-259B-433A-84B9-2D3FCD42690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42B40-88D3-4B59-923A-4074BB0E4CE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AF2EA01E-162C-26C2-E016-7D7E8903F0B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244975" y="2824734"/>
            <a:ext cx="3499226" cy="2514092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kpi_value_1">
            <a:extLst>
              <a:ext uri="{FF2B5EF4-FFF2-40B4-BE49-F238E27FC236}">
                <a16:creationId xmlns:a16="http://schemas.microsoft.com/office/drawing/2014/main" id="{C34BD3DF-74EF-61B3-59F3-A96AC30EC8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128" y="2286000"/>
            <a:ext cx="5832044" cy="230886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0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10" name="kpi_label_1">
            <a:extLst>
              <a:ext uri="{FF2B5EF4-FFF2-40B4-BE49-F238E27FC236}">
                <a16:creationId xmlns:a16="http://schemas.microsoft.com/office/drawing/2014/main" id="{F903A0EA-D0BB-1350-72FB-EDB63771B0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24128" y="4594860"/>
            <a:ext cx="5832044" cy="128270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1" name="source">
            <a:extLst>
              <a:ext uri="{FF2B5EF4-FFF2-40B4-BE49-F238E27FC236}">
                <a16:creationId xmlns:a16="http://schemas.microsoft.com/office/drawing/2014/main" id="{01060379-BDF7-C8EA-BAE8-F332F4942BA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3749387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b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9EC2C827-73C3-62A7-F1BE-705E1C70065E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44B9-259B-433A-84B9-2D3FCD42690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42B40-88D3-4B59-923A-4074BB0E4CE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13E61822-CFE4-3584-7263-58B1FB9FB4A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5231080"/>
            <a:ext cx="9720073" cy="646481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kpi_value_1">
            <a:extLst>
              <a:ext uri="{FF2B5EF4-FFF2-40B4-BE49-F238E27FC236}">
                <a16:creationId xmlns:a16="http://schemas.microsoft.com/office/drawing/2014/main" id="{7499A731-FD2A-263C-3440-A46F5BEB6C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2" y="2472230"/>
            <a:ext cx="4511111" cy="156147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10" name="kpi_label_1">
            <a:extLst>
              <a:ext uri="{FF2B5EF4-FFF2-40B4-BE49-F238E27FC236}">
                <a16:creationId xmlns:a16="http://schemas.microsoft.com/office/drawing/2014/main" id="{68EB0E9B-73A8-F69F-936F-4AEE1AEBA2F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2" y="4033703"/>
            <a:ext cx="4511111" cy="86748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1" name="kpi_value_2">
            <a:extLst>
              <a:ext uri="{FF2B5EF4-FFF2-40B4-BE49-F238E27FC236}">
                <a16:creationId xmlns:a16="http://schemas.microsoft.com/office/drawing/2014/main" id="{9D4AA8BF-33C2-8EBF-671F-C8E0F8017BB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8015" y="2472230"/>
            <a:ext cx="4311725" cy="5926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2" name="kpi_label_2">
            <a:extLst>
              <a:ext uri="{FF2B5EF4-FFF2-40B4-BE49-F238E27FC236}">
                <a16:creationId xmlns:a16="http://schemas.microsoft.com/office/drawing/2014/main" id="{609E9D86-D947-CC96-4F51-1CD4DC3086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58015" y="3064836"/>
            <a:ext cx="4311725" cy="32922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3" name="kpi_value_3">
            <a:extLst>
              <a:ext uri="{FF2B5EF4-FFF2-40B4-BE49-F238E27FC236}">
                <a16:creationId xmlns:a16="http://schemas.microsoft.com/office/drawing/2014/main" id="{540DAE12-6ED2-E2AD-524B-76DA118C11C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8014" y="3979355"/>
            <a:ext cx="1881706" cy="5926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kpi_value_3</a:t>
            </a:r>
          </a:p>
        </p:txBody>
      </p:sp>
      <p:sp>
        <p:nvSpPr>
          <p:cNvPr id="14" name="kpi_label_3">
            <a:extLst>
              <a:ext uri="{FF2B5EF4-FFF2-40B4-BE49-F238E27FC236}">
                <a16:creationId xmlns:a16="http://schemas.microsoft.com/office/drawing/2014/main" id="{97659F8E-CDE4-A77E-5006-B534C984E1A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58014" y="4571961"/>
            <a:ext cx="1881706" cy="32922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kpi_label_3</a:t>
            </a:r>
          </a:p>
        </p:txBody>
      </p:sp>
      <p:sp>
        <p:nvSpPr>
          <p:cNvPr id="15" name="kpi_value_4">
            <a:extLst>
              <a:ext uri="{FF2B5EF4-FFF2-40B4-BE49-F238E27FC236}">
                <a16:creationId xmlns:a16="http://schemas.microsoft.com/office/drawing/2014/main" id="{ABBAD060-F6A6-B979-C7BF-1517404EC94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88032" y="3979355"/>
            <a:ext cx="1881706" cy="5926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kpi_value_4</a:t>
            </a:r>
          </a:p>
        </p:txBody>
      </p:sp>
      <p:sp>
        <p:nvSpPr>
          <p:cNvPr id="16" name="kpi_label_4">
            <a:extLst>
              <a:ext uri="{FF2B5EF4-FFF2-40B4-BE49-F238E27FC236}">
                <a16:creationId xmlns:a16="http://schemas.microsoft.com/office/drawing/2014/main" id="{B123599D-42F3-5715-DB23-D1D7DC4C418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88032" y="4571961"/>
            <a:ext cx="1881706" cy="32922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kpi_label_4</a:t>
            </a:r>
          </a:p>
        </p:txBody>
      </p:sp>
      <p:sp>
        <p:nvSpPr>
          <p:cNvPr id="17" name="source">
            <a:extLst>
              <a:ext uri="{FF2B5EF4-FFF2-40B4-BE49-F238E27FC236}">
                <a16:creationId xmlns:a16="http://schemas.microsoft.com/office/drawing/2014/main" id="{FF04E82E-0AC4-1DCF-1E97-8389D5005DF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2855963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picto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F47A28BC-4269-A6A4-8D55-B625775722E4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44B9-259B-433A-84B9-2D3FCD42690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42B40-88D3-4B59-923A-4074BB0E4CE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3D852275-0247-5866-359F-145C69572E8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5231080"/>
            <a:ext cx="9720073" cy="646481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kpi_value_1">
            <a:extLst>
              <a:ext uri="{FF2B5EF4-FFF2-40B4-BE49-F238E27FC236}">
                <a16:creationId xmlns:a16="http://schemas.microsoft.com/office/drawing/2014/main" id="{F9B8B3A9-46A5-D5BD-B20B-7367C81757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2472229"/>
            <a:ext cx="4411418" cy="118165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10" name="kpi_label_1">
            <a:extLst>
              <a:ext uri="{FF2B5EF4-FFF2-40B4-BE49-F238E27FC236}">
                <a16:creationId xmlns:a16="http://schemas.microsoft.com/office/drawing/2014/main" id="{45887AED-8BA3-76D2-12DE-112DD808928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1" y="3653886"/>
            <a:ext cx="4411418" cy="65647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1" name="kpi_value_2">
            <a:extLst>
              <a:ext uri="{FF2B5EF4-FFF2-40B4-BE49-F238E27FC236}">
                <a16:creationId xmlns:a16="http://schemas.microsoft.com/office/drawing/2014/main" id="{7E20987C-C141-0CD5-B06B-C5EB2476B97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8321" y="2472229"/>
            <a:ext cx="4411418" cy="118165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2" name="kpi_label_2">
            <a:extLst>
              <a:ext uri="{FF2B5EF4-FFF2-40B4-BE49-F238E27FC236}">
                <a16:creationId xmlns:a16="http://schemas.microsoft.com/office/drawing/2014/main" id="{AD3C0382-1C3E-96F7-A183-922669BCC1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58321" y="3653886"/>
            <a:ext cx="4411418" cy="65647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3" name="source">
            <a:extLst>
              <a:ext uri="{FF2B5EF4-FFF2-40B4-BE49-F238E27FC236}">
                <a16:creationId xmlns:a16="http://schemas.microsoft.com/office/drawing/2014/main" id="{03113153-86A1-996F-45A2-FF265C02D4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9523970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EB67591A-518D-AC91-D162-9B324FB642A4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44B9-259B-433A-84B9-2D3FCD42690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42B40-88D3-4B59-923A-4074BB0E4CE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E4717655-7085-B61B-1A0C-D265B43FF5D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5231080"/>
            <a:ext cx="9720073" cy="646481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kpi_value_1">
            <a:extLst>
              <a:ext uri="{FF2B5EF4-FFF2-40B4-BE49-F238E27FC236}">
                <a16:creationId xmlns:a16="http://schemas.microsoft.com/office/drawing/2014/main" id="{5D8605A5-E214-8AB5-EB6F-AA808EB38C6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8744" y="2419022"/>
            <a:ext cx="2462418" cy="33454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10" name="kpi_label_1">
            <a:extLst>
              <a:ext uri="{FF2B5EF4-FFF2-40B4-BE49-F238E27FC236}">
                <a16:creationId xmlns:a16="http://schemas.microsoft.com/office/drawing/2014/main" id="{19EFF497-DD3A-F61B-D3D6-C772B11F2E7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10857" y="2419022"/>
            <a:ext cx="6908729" cy="24781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1" name="kpi_value_2">
            <a:extLst>
              <a:ext uri="{FF2B5EF4-FFF2-40B4-BE49-F238E27FC236}">
                <a16:creationId xmlns:a16="http://schemas.microsoft.com/office/drawing/2014/main" id="{1F453A24-A320-7B35-F25C-5576314F462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8744" y="3152631"/>
            <a:ext cx="2462418" cy="33454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2" name="kpi_label_2">
            <a:extLst>
              <a:ext uri="{FF2B5EF4-FFF2-40B4-BE49-F238E27FC236}">
                <a16:creationId xmlns:a16="http://schemas.microsoft.com/office/drawing/2014/main" id="{D71F1A0B-38CF-2CB8-0380-BDCC03C049F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10857" y="3152631"/>
            <a:ext cx="6908729" cy="24781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3" name="kpi_value_3">
            <a:extLst>
              <a:ext uri="{FF2B5EF4-FFF2-40B4-BE49-F238E27FC236}">
                <a16:creationId xmlns:a16="http://schemas.microsoft.com/office/drawing/2014/main" id="{25B35D56-1B9D-9A7B-D431-751A495CD65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8744" y="3886241"/>
            <a:ext cx="2462418" cy="33454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kpi_value_3</a:t>
            </a:r>
          </a:p>
        </p:txBody>
      </p:sp>
      <p:sp>
        <p:nvSpPr>
          <p:cNvPr id="14" name="kpi_label_3">
            <a:extLst>
              <a:ext uri="{FF2B5EF4-FFF2-40B4-BE49-F238E27FC236}">
                <a16:creationId xmlns:a16="http://schemas.microsoft.com/office/drawing/2014/main" id="{AD33763B-1EA8-E8A2-5970-770FABE088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0857" y="3886241"/>
            <a:ext cx="6908729" cy="24781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kpi_label_3</a:t>
            </a:r>
          </a:p>
        </p:txBody>
      </p:sp>
      <p:sp>
        <p:nvSpPr>
          <p:cNvPr id="15" name="kpi_value_4">
            <a:extLst>
              <a:ext uri="{FF2B5EF4-FFF2-40B4-BE49-F238E27FC236}">
                <a16:creationId xmlns:a16="http://schemas.microsoft.com/office/drawing/2014/main" id="{11D21440-948F-19B8-E694-3AD6380EEEE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48744" y="4619850"/>
            <a:ext cx="2462418" cy="33454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kpi_value_4</a:t>
            </a:r>
          </a:p>
        </p:txBody>
      </p:sp>
      <p:sp>
        <p:nvSpPr>
          <p:cNvPr id="16" name="kpi_label_4">
            <a:extLst>
              <a:ext uri="{FF2B5EF4-FFF2-40B4-BE49-F238E27FC236}">
                <a16:creationId xmlns:a16="http://schemas.microsoft.com/office/drawing/2014/main" id="{F12E5DD7-AED9-B29E-3FE9-B5D43A34557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10857" y="4619850"/>
            <a:ext cx="6908729" cy="24781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kpi_label_4</a:t>
            </a:r>
          </a:p>
        </p:txBody>
      </p:sp>
      <p:sp>
        <p:nvSpPr>
          <p:cNvPr id="17" name="source">
            <a:extLst>
              <a:ext uri="{FF2B5EF4-FFF2-40B4-BE49-F238E27FC236}">
                <a16:creationId xmlns:a16="http://schemas.microsoft.com/office/drawing/2014/main" id="{3F5F501A-2080-3B5A-6CE3-4AFFBF6DCF8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4105891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two-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E986ADEE-252C-38CA-1AAA-C755367F347B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44B9-259B-433A-84B9-2D3FCD42690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42B40-88D3-4B59-923A-4074BB0E4CE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marker_1">
            <a:extLst>
              <a:ext uri="{FF2B5EF4-FFF2-40B4-BE49-F238E27FC236}">
                <a16:creationId xmlns:a16="http://schemas.microsoft.com/office/drawing/2014/main" id="{AC9605C4-3365-DA37-3C60-515BA342DEB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marker_1</a:t>
            </a:r>
          </a:p>
        </p:txBody>
      </p:sp>
      <p:sp>
        <p:nvSpPr>
          <p:cNvPr id="9" name="item_1_title">
            <a:extLst>
              <a:ext uri="{FF2B5EF4-FFF2-40B4-BE49-F238E27FC236}">
                <a16:creationId xmlns:a16="http://schemas.microsoft.com/office/drawing/2014/main" id="{44D1BD1E-11B0-1E9F-BE3B-EF094C7E9D4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46597" y="2472230"/>
            <a:ext cx="8723143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0" name="item_1">
            <a:extLst>
              <a:ext uri="{FF2B5EF4-FFF2-40B4-BE49-F238E27FC236}">
                <a16:creationId xmlns:a16="http://schemas.microsoft.com/office/drawing/2014/main" id="{0BFE1FAE-02AC-D091-7ABA-0A461FF252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46597" y="2859554"/>
            <a:ext cx="8723143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1" name="marker_2">
            <a:extLst>
              <a:ext uri="{FF2B5EF4-FFF2-40B4-BE49-F238E27FC236}">
                <a16:creationId xmlns:a16="http://schemas.microsoft.com/office/drawing/2014/main" id="{5B870129-FD05-3219-83E5-090B8F8A754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8591" y="4374427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marker_2</a:t>
            </a:r>
          </a:p>
        </p:txBody>
      </p:sp>
      <p:sp>
        <p:nvSpPr>
          <p:cNvPr id="12" name="item_2_title">
            <a:extLst>
              <a:ext uri="{FF2B5EF4-FFF2-40B4-BE49-F238E27FC236}">
                <a16:creationId xmlns:a16="http://schemas.microsoft.com/office/drawing/2014/main" id="{0B008ED9-47A1-1F4A-BFEF-D30F44F964B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46597" y="4374427"/>
            <a:ext cx="8723143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3" name="item_2">
            <a:extLst>
              <a:ext uri="{FF2B5EF4-FFF2-40B4-BE49-F238E27FC236}">
                <a16:creationId xmlns:a16="http://schemas.microsoft.com/office/drawing/2014/main" id="{E038AADF-3AF3-EDF8-F29F-E997E714097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846597" y="4761750"/>
            <a:ext cx="8723143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C035D294-915B-7A93-9363-F9D1EBD945E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5802412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grid-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39C0D6B1-6C7B-5394-D8F8-D30B6DBE1F7E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44B9-259B-433A-84B9-2D3FCD42690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42B40-88D3-4B59-923A-4074BB0E4CE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B027E1BD-150A-3929-B9D8-2EEE401C8D2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4411418" cy="38732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0A03BE5F-18AF-0610-1B01-653CE4D7C15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2859554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B7C61536-2151-E1D9-C42F-AD856DAAC32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8321" y="2472230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5B426D26-09A3-8407-44A8-58B2405507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8321" y="2859554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EDC5B804-E1FD-5F2D-F913-D4031D251D4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98591" y="4374427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0D113493-DDE8-0BA1-A235-51544E212E3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98591" y="4761750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item_4_title">
            <a:extLst>
              <a:ext uri="{FF2B5EF4-FFF2-40B4-BE49-F238E27FC236}">
                <a16:creationId xmlns:a16="http://schemas.microsoft.com/office/drawing/2014/main" id="{89E570E1-75C2-175E-39E9-5F4063AB919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58321" y="4374427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D4B53B42-577E-AFD8-DB1C-C2C5F77AAD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58321" y="4761750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DA701A70-ACD3-8B23-4F2F-A1846791CDF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8318573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ACAFAC22-D32E-9310-FDC6-546205D4037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44B9-259B-433A-84B9-2D3FCD42690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42B40-88D3-4B59-923A-4074BB0E4CE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4515AE2E-B576-EEEC-0C86-B54961FEFA5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811082"/>
            <a:ext cx="1931553" cy="847132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1D0114F1-B005-510B-7AA6-238CAE70E5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2" y="3658215"/>
            <a:ext cx="1931553" cy="203311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B8468E38-554C-C726-C952-F2247D6637A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78457" y="2811082"/>
            <a:ext cx="1931553" cy="84713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6CD7E63B-9621-B67F-BEC7-A9F22C6570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78457" y="3658215"/>
            <a:ext cx="1931553" cy="203311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202EBE2D-B0A1-C038-4581-896D381CEF1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58322" y="2811082"/>
            <a:ext cx="1931553" cy="84713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31755D2E-4D7B-C62C-CD9B-8FDC959D5D4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58322" y="3658215"/>
            <a:ext cx="1931553" cy="203311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item_4_title">
            <a:extLst>
              <a:ext uri="{FF2B5EF4-FFF2-40B4-BE49-F238E27FC236}">
                <a16:creationId xmlns:a16="http://schemas.microsoft.com/office/drawing/2014/main" id="{59BDAAE6-E65C-E74F-80A7-3CE9138CB2D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38186" y="2811082"/>
            <a:ext cx="1931553" cy="84713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F210F2A2-B0C6-6A72-8162-F825B64B1C0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38186" y="3658215"/>
            <a:ext cx="1931553" cy="203311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69E15931-6677-D901-5E0E-C3BFF3C885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7164855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single-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9A7E9D39-A688-C8D9-6FE0-428EC4A024AE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44B9-259B-433A-84B9-2D3FCD42690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42B40-88D3-4B59-923A-4074BB0E4CE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kpi_value_1">
            <a:extLst>
              <a:ext uri="{FF2B5EF4-FFF2-40B4-BE49-F238E27FC236}">
                <a16:creationId xmlns:a16="http://schemas.microsoft.com/office/drawing/2014/main" id="{B529458A-D601-7849-FC24-5F3D33F7E8E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4705512" cy="1995843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0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9" name="kpi_label_1">
            <a:extLst>
              <a:ext uri="{FF2B5EF4-FFF2-40B4-BE49-F238E27FC236}">
                <a16:creationId xmlns:a16="http://schemas.microsoft.com/office/drawing/2014/main" id="{09D5F4BE-1F8C-55F3-1A02-79D7414E7E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4532455"/>
            <a:ext cx="4705512" cy="115887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B3B4E184-F01A-0197-5B99-97C412FECE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1" y="2472230"/>
            <a:ext cx="4705512" cy="25108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i="1">
                <a:latin typeface="+mj-lt"/>
              </a:defRPr>
            </a:lvl1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11" name="attribution">
            <a:extLst>
              <a:ext uri="{FF2B5EF4-FFF2-40B4-BE49-F238E27FC236}">
                <a16:creationId xmlns:a16="http://schemas.microsoft.com/office/drawing/2014/main" id="{2C0D79FB-3BC5-A08B-0CE5-14E0014152E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8591" y="5047511"/>
            <a:ext cx="4705512" cy="6438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attribution</a:t>
            </a:r>
          </a:p>
        </p:txBody>
      </p:sp>
      <p:sp>
        <p:nvSpPr>
          <p:cNvPr id="12" name="item_1_title">
            <a:extLst>
              <a:ext uri="{FF2B5EF4-FFF2-40B4-BE49-F238E27FC236}">
                <a16:creationId xmlns:a16="http://schemas.microsoft.com/office/drawing/2014/main" id="{9F0CE9E1-8ACB-3B28-7100-363D82759E1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67369" y="2286001"/>
            <a:ext cx="4276832" cy="105634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3" name="item_1">
            <a:extLst>
              <a:ext uri="{FF2B5EF4-FFF2-40B4-BE49-F238E27FC236}">
                <a16:creationId xmlns:a16="http://schemas.microsoft.com/office/drawing/2014/main" id="{F6C89C2F-E37B-AFA9-D026-A93779CFA3A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67369" y="3342342"/>
            <a:ext cx="4276832" cy="253521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1143CE25-888D-8D69-043E-EB0D8E694A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41964015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cards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12846BE1-D76F-43E8-9B68-711B092943B0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44B9-259B-433A-84B9-2D3FCD42690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42B40-88D3-4B59-923A-4074BB0E4CE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4F2AF1D1-0877-FF26-553E-A4D3A599731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2758175" cy="94679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966A9CA3-CF64-4D5C-960D-33A233AD6EC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2" y="3419025"/>
            <a:ext cx="2758175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5B0C1BBE-5F1B-85E1-6B9F-9B69E764FF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5078" y="2472230"/>
            <a:ext cx="2758175" cy="94679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C379EA7A-5A8B-85C6-D297-DBD92E0B4CB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05078" y="3419025"/>
            <a:ext cx="2758175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97A8D108-FFB3-0841-2C63-7952DCB63F0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11565" y="2472230"/>
            <a:ext cx="2758175" cy="94679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B6F66FE9-51ED-296D-6904-E25F1070B59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11565" y="3419025"/>
            <a:ext cx="2758175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74809668-8024-D3C3-49C4-2AB2BB484BD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2226900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two-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C3DC06E4-0087-8908-130B-1D6566328094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44B9-259B-433A-84B9-2D3FCD42690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42B40-88D3-4B59-923A-4074BB0E4CE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marker_1">
            <a:extLst>
              <a:ext uri="{FF2B5EF4-FFF2-40B4-BE49-F238E27FC236}">
                <a16:creationId xmlns:a16="http://schemas.microsoft.com/office/drawing/2014/main" id="{F9C9CC53-3510-3258-C186-FAD735C95D5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marker_1</a:t>
            </a:r>
          </a:p>
        </p:txBody>
      </p:sp>
      <p:sp>
        <p:nvSpPr>
          <p:cNvPr id="9" name="item_1_title">
            <a:extLst>
              <a:ext uri="{FF2B5EF4-FFF2-40B4-BE49-F238E27FC236}">
                <a16:creationId xmlns:a16="http://schemas.microsoft.com/office/drawing/2014/main" id="{08844098-9B5E-2C34-FA22-A74D3818B6C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46597" y="2472230"/>
            <a:ext cx="8723143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0" name="item_1">
            <a:extLst>
              <a:ext uri="{FF2B5EF4-FFF2-40B4-BE49-F238E27FC236}">
                <a16:creationId xmlns:a16="http://schemas.microsoft.com/office/drawing/2014/main" id="{6059A389-911D-88AC-AB36-8D90C5D6B4F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46597" y="2859554"/>
            <a:ext cx="8723143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1" name="marker_2">
            <a:extLst>
              <a:ext uri="{FF2B5EF4-FFF2-40B4-BE49-F238E27FC236}">
                <a16:creationId xmlns:a16="http://schemas.microsoft.com/office/drawing/2014/main" id="{57319F18-4346-44DA-D977-EE59C53C3D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8591" y="4374427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marker_2</a:t>
            </a:r>
          </a:p>
        </p:txBody>
      </p:sp>
      <p:sp>
        <p:nvSpPr>
          <p:cNvPr id="12" name="item_2_title">
            <a:extLst>
              <a:ext uri="{FF2B5EF4-FFF2-40B4-BE49-F238E27FC236}">
                <a16:creationId xmlns:a16="http://schemas.microsoft.com/office/drawing/2014/main" id="{B9E7C7E3-7EDC-8A61-614D-378EB9E32AC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46597" y="4374427"/>
            <a:ext cx="8723143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3" name="item_2">
            <a:extLst>
              <a:ext uri="{FF2B5EF4-FFF2-40B4-BE49-F238E27FC236}">
                <a16:creationId xmlns:a16="http://schemas.microsoft.com/office/drawing/2014/main" id="{C9887532-7F53-C4F3-A815-8A3F0A66F6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846597" y="4761750"/>
            <a:ext cx="8723143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43D83C2F-E121-97C4-682B-115FF6D69AD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0234618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single-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5EFF74C4-D909-4606-5448-88B131E1A201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44B9-259B-433A-84B9-2D3FCD42690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42B40-88D3-4B59-923A-4074BB0E4CE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kpi_value_1">
            <a:extLst>
              <a:ext uri="{FF2B5EF4-FFF2-40B4-BE49-F238E27FC236}">
                <a16:creationId xmlns:a16="http://schemas.microsoft.com/office/drawing/2014/main" id="{704C470E-86A8-2F35-F13D-9FC54292D04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4705512" cy="1995843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0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9" name="kpi_label_1">
            <a:extLst>
              <a:ext uri="{FF2B5EF4-FFF2-40B4-BE49-F238E27FC236}">
                <a16:creationId xmlns:a16="http://schemas.microsoft.com/office/drawing/2014/main" id="{323A5A4D-67C3-5011-F26D-411E65AAF1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4532455"/>
            <a:ext cx="4705512" cy="115887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F44B88B8-30FF-3FC5-A21B-4E22D6EB8F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1" y="2472230"/>
            <a:ext cx="4705512" cy="25108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i="1">
                <a:latin typeface="+mj-lt"/>
              </a:defRPr>
            </a:lvl1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11" name="attribution">
            <a:extLst>
              <a:ext uri="{FF2B5EF4-FFF2-40B4-BE49-F238E27FC236}">
                <a16:creationId xmlns:a16="http://schemas.microsoft.com/office/drawing/2014/main" id="{4F74428E-EF04-738D-54FA-36A81653723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8591" y="5047511"/>
            <a:ext cx="4705512" cy="6438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attribution</a:t>
            </a:r>
          </a:p>
        </p:txBody>
      </p:sp>
      <p:sp>
        <p:nvSpPr>
          <p:cNvPr id="12" name="item_1_title">
            <a:extLst>
              <a:ext uri="{FF2B5EF4-FFF2-40B4-BE49-F238E27FC236}">
                <a16:creationId xmlns:a16="http://schemas.microsoft.com/office/drawing/2014/main" id="{0F613212-5B1A-61FA-2CF2-B2C7688E150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67369" y="2286001"/>
            <a:ext cx="4276832" cy="105634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3" name="item_1">
            <a:extLst>
              <a:ext uri="{FF2B5EF4-FFF2-40B4-BE49-F238E27FC236}">
                <a16:creationId xmlns:a16="http://schemas.microsoft.com/office/drawing/2014/main" id="{F2C37ACC-4869-893B-C6D7-68FB179E71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67369" y="3342342"/>
            <a:ext cx="4276832" cy="253521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61565D8D-1180-7AF1-CF91-F5C5166C41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7411129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limitations: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FB9EDE82-292D-EDBA-AB0A-BE09725E61C2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44B9-259B-433A-84B9-2D3FCD42690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42B40-88D3-4B59-923A-4074BB0E4CE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marker_1">
            <a:extLst>
              <a:ext uri="{FF2B5EF4-FFF2-40B4-BE49-F238E27FC236}">
                <a16:creationId xmlns:a16="http://schemas.microsoft.com/office/drawing/2014/main" id="{FBEF1D4E-B0AB-3C46-EB4E-D2B71F2943F9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48744" y="2419022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marker_1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13258673-F1D9-9764-635E-0828DA22CA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6749" y="2419022"/>
            <a:ext cx="8822836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marker_2">
            <a:extLst>
              <a:ext uri="{FF2B5EF4-FFF2-40B4-BE49-F238E27FC236}">
                <a16:creationId xmlns:a16="http://schemas.microsoft.com/office/drawing/2014/main" id="{3F07B736-6EEA-78D6-CA38-502E98E8DB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8744" y="3350167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marker_2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B272BECC-C20B-9BBB-015C-33016008E0B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6749" y="3350167"/>
            <a:ext cx="8822836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marker_3">
            <a:extLst>
              <a:ext uri="{FF2B5EF4-FFF2-40B4-BE49-F238E27FC236}">
                <a16:creationId xmlns:a16="http://schemas.microsoft.com/office/drawing/2014/main" id="{62DD14E6-FE5B-8F5C-F753-72F303D82D9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8744" y="4281312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marker_3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25945BF1-7094-90DB-56F1-A655FC55E93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6749" y="4281312"/>
            <a:ext cx="8822836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marker_4">
            <a:extLst>
              <a:ext uri="{FF2B5EF4-FFF2-40B4-BE49-F238E27FC236}">
                <a16:creationId xmlns:a16="http://schemas.microsoft.com/office/drawing/2014/main" id="{BC5BD7DA-CAD3-C7E6-6415-F9119456A02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48744" y="5212457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marker_4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8533D7B8-35D2-158C-41F1-051A770D497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96749" y="5212457"/>
            <a:ext cx="8822836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BC3081B7-E9DA-00FE-8545-3CD96ABD2A1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62350197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closing:takeawa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3FE0F111-ABC8-3FDC-1178-AB4E2BAB74B9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44B9-259B-433A-84B9-2D3FCD42690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42B40-88D3-4B59-923A-4074BB0E4CE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decisions_title">
            <a:extLst>
              <a:ext uri="{FF2B5EF4-FFF2-40B4-BE49-F238E27FC236}">
                <a16:creationId xmlns:a16="http://schemas.microsoft.com/office/drawing/2014/main" id="{374F2E90-7C79-5A1A-3E3F-3DDFD57DF4F9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4842659"/>
            <a:ext cx="2352756" cy="848672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decisions_title</a:t>
            </a:r>
          </a:p>
        </p:txBody>
      </p:sp>
      <p:sp>
        <p:nvSpPr>
          <p:cNvPr id="9" name="decisions">
            <a:extLst>
              <a:ext uri="{FF2B5EF4-FFF2-40B4-BE49-F238E27FC236}">
                <a16:creationId xmlns:a16="http://schemas.microsoft.com/office/drawing/2014/main" id="{80846FFC-6E48-9AF9-24F8-F6A4319E13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48549" y="4842659"/>
            <a:ext cx="6921191" cy="84867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decisions</a:t>
            </a:r>
          </a:p>
        </p:txBody>
      </p:sp>
      <p:sp>
        <p:nvSpPr>
          <p:cNvPr id="10" name="item_1_title">
            <a:extLst>
              <a:ext uri="{FF2B5EF4-FFF2-40B4-BE49-F238E27FC236}">
                <a16:creationId xmlns:a16="http://schemas.microsoft.com/office/drawing/2014/main" id="{AA6BCD80-F601-18DD-5443-807CCBE7E6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2" y="2472229"/>
            <a:ext cx="2758175" cy="52425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1" name="item_1">
            <a:extLst>
              <a:ext uri="{FF2B5EF4-FFF2-40B4-BE49-F238E27FC236}">
                <a16:creationId xmlns:a16="http://schemas.microsoft.com/office/drawing/2014/main" id="{77D36EC8-EF88-F7D2-2888-0015215960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8592" y="2996487"/>
            <a:ext cx="2758175" cy="12582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2" name="item_2_title">
            <a:extLst>
              <a:ext uri="{FF2B5EF4-FFF2-40B4-BE49-F238E27FC236}">
                <a16:creationId xmlns:a16="http://schemas.microsoft.com/office/drawing/2014/main" id="{72583911-8A8E-11DD-5AF5-7C0B29A7D3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05078" y="2472229"/>
            <a:ext cx="2758175" cy="52425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3" name="item_2">
            <a:extLst>
              <a:ext uri="{FF2B5EF4-FFF2-40B4-BE49-F238E27FC236}">
                <a16:creationId xmlns:a16="http://schemas.microsoft.com/office/drawing/2014/main" id="{E1B9D8BD-FFF5-0DFC-E1DF-7FFFDAFE66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05078" y="2996487"/>
            <a:ext cx="2758175" cy="12582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4" name="item_3_title">
            <a:extLst>
              <a:ext uri="{FF2B5EF4-FFF2-40B4-BE49-F238E27FC236}">
                <a16:creationId xmlns:a16="http://schemas.microsoft.com/office/drawing/2014/main" id="{A5F8883B-E2B1-E6AA-0CE3-CC1A6966E7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11565" y="2472229"/>
            <a:ext cx="2758175" cy="52425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5" name="item_3">
            <a:extLst>
              <a:ext uri="{FF2B5EF4-FFF2-40B4-BE49-F238E27FC236}">
                <a16:creationId xmlns:a16="http://schemas.microsoft.com/office/drawing/2014/main" id="{4BE2BEDF-618B-53CF-3245-3443C51C69E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11565" y="2996487"/>
            <a:ext cx="2758175" cy="12582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D8D6D6D3-2628-0084-1A78-19141F8446D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529558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reative_background_master">
            <a:extLst>
              <a:ext uri="{FF2B5EF4-FFF2-40B4-BE49-F238E27FC236}">
                <a16:creationId xmlns:a16="http://schemas.microsoft.com/office/drawing/2014/main" id="{79727622-E28D-3DB4-69F7-61A5AE111ECF}"/>
              </a:ext>
            </a:extLst>
          </p:cNvPr>
          <p:cNvPicPr>
            <a:picLocks/>
          </p:cNvPicPr>
          <p:nvPr userDrawn="1"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5D244B9-259B-433A-84B9-2D3FCD42690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F9842B40-88D3-4B59-923A-4074BB0E4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09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89" r:id="rId18"/>
    <p:sldLayoutId id="2147483690" r:id="rId19"/>
    <p:sldLayoutId id="2147483691" r:id="rId20"/>
    <p:sldLayoutId id="2147483692" r:id="rId21"/>
    <p:sldLayoutId id="2147483693" r:id="rId22"/>
    <p:sldLayoutId id="2147483694" r:id="rId23"/>
    <p:sldLayoutId id="2147483695" r:id="rId24"/>
    <p:sldLayoutId id="2147483696" r:id="rId25"/>
    <p:sldLayoutId id="2147483697" r:id="rId26"/>
    <p:sldLayoutId id="2147483698" r:id="rId27"/>
    <p:sldLayoutId id="2147483699" r:id="rId28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Segoe UI" panose="020B05020402040202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026C6C"/>
      </a:dk1>
      <a:lt1>
        <a:srgbClr val="F6F5F3"/>
      </a:lt1>
      <a:dk2>
        <a:srgbClr val="455353"/>
      </a:dk2>
      <a:lt2>
        <a:srgbClr val="E8E8E6"/>
      </a:lt2>
      <a:accent1>
        <a:srgbClr val="926A0B"/>
      </a:accent1>
      <a:accent2>
        <a:srgbClr val="026C6C"/>
      </a:accent2>
      <a:accent3>
        <a:srgbClr val="455353"/>
      </a:accent3>
      <a:accent4>
        <a:srgbClr val="026C6C"/>
      </a:accent4>
      <a:accent5>
        <a:srgbClr val="926A0B"/>
      </a:accent5>
      <a:accent6>
        <a:srgbClr val="455353"/>
      </a:accent6>
      <a:hlink>
        <a:srgbClr val="026C6C"/>
      </a:hlink>
      <a:folHlink>
        <a:srgbClr val="455353"/>
      </a:folHlink>
    </a:clrScheme>
    <a:fontScheme name="Integral">
      <a:majorFont>
        <a:latin typeface="Bahnschrift" panose="020B0606020104020203"/>
        <a:ea typeface=""/>
        <a:cs typeface="Segoe UI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Segoe UI" panose="020B0602020104020603"/>
        <a:ea typeface=""/>
        <a:cs typeface="Segoe UI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0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Bahnschrift</vt:lpstr>
      <vt:lpstr>Segoe UI</vt:lpstr>
      <vt:lpstr>Wingdings 3</vt:lpstr>
      <vt:lpstr>Integral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Asma Sami</dc:creator>
  <cp:lastModifiedBy>Asma Sami</cp:lastModifiedBy>
  <cp:revision>1</cp:revision>
  <dcterms:created xsi:type="dcterms:W3CDTF">2026-10-03T19:29:38Z</dcterms:created>
  <dcterms:modified xsi:type="dcterms:W3CDTF">2026-10-03T19:30:01Z</dcterms:modified>
</cp:coreProperties>
</file>