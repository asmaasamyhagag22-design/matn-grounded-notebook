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E2BE65D2-934C-E25A-E9EB-787496B6BD7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2072640" y="4960137"/>
            <a:ext cx="61595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>
            <a:lvl1pPr algn="l">
              <a:defRPr/>
            </a:lvl1pPr>
          </a:lstStyle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373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BBCFA36-8889-16E5-4015-E27769E4843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6EE2BDDA-DA84-8A74-F335-E26E818582B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40284E4-3C58-BDD5-F200-3AE75CF21FA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38EDA9DB-9555-D3B8-90C5-F7DB8E5632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0677EC7-FC16-A4AE-A8F9-FDFE480D8CF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CD8BAD4-DD8E-36B7-C397-F5CBECB8245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F17DE79A-BAA6-69AB-6D1E-D8E21CFCDC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C4F9DBD1-74BA-CB2A-7425-3080E51031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4169F3A-3FAC-A9CE-F5B8-2009A17E3A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0FAD3CD6-0F44-A064-96D7-E69FF2C1D4A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47143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636F3BB-AA7C-8055-C364-E72A5FD03E0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FA41B47-4C18-E0D8-89A0-8AC75CF75BB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4A67A50A-7503-C6D5-BC92-3E3F6FD54F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81E5D64-1A01-64B4-141D-F177A632D47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B3C01B1-4C4C-F022-9266-5AE6E151D3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E221761-09FB-A570-9CF5-92BF7B87E9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987526"/>
            <a:ext cx="393555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C1A13625-C1F1-D58E-0CF2-1FC041DA0C8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5761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42471B2-0007-C813-497D-5FE4EAC0408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C184E23-5CB0-4D3F-8109-5048430CE21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159248"/>
            <a:ext cx="8671561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C2EBE93-EBAE-94CA-9B9F-A4C70D57B2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04D12FD6-E104-AAC7-A48B-82426E4CF9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42EED2A-45A9-83E1-459C-8B23002E94C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1A7C8ACC-2509-F6B9-C20A-3A8322EF412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4064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A4DCED98-07E4-810D-C964-29EA965406D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0F2AD1EA-F4FC-A05C-E113-8E5E5C15FBC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26F629EC-F727-3BF0-52E8-47A45415AA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2472229"/>
            <a:ext cx="1723195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F2B2E005-7A10-AE5D-BE4C-6F19A082FD9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65364" y="3987526"/>
            <a:ext cx="1723195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F87E2500-9052-EA11-4E0C-9812079057B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40523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A71E52D-DF90-AC7E-2CE0-09D672855E2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92C7140-3AB5-E11B-A6E5-1E317849554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4856075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1CD968FD-C2F4-FDE1-7AFC-5BF6B369382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31220" y="2472230"/>
            <a:ext cx="3157338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5C1C3785-AD89-009B-AF42-8EB12CE3C87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431220" y="5159249"/>
            <a:ext cx="3157338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360B57FA-9BBC-C054-3042-6FFFEFE4C6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33362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F8D4E17-8899-DF64-BD32-8D454486FB6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D7488309-59B7-D021-89C2-5564247E218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0E611E1-9222-0AF3-C791-9781B48698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8E97C252-9629-24C4-4F7A-4EA4C0C1CA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82A09AA-AC6A-1008-0A8D-4037ACC6D7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B78206E-C70E-D7BC-EAA4-79DB89529F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335229B-EAA8-F05F-C93F-C4DA8E917E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AE8B255-B91F-5285-550E-63581204123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560776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1CBBD67B-BEE4-754D-374A-7E326B081E7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19E46EB-3C3E-F98E-8EB6-0691F269690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D156196-275E-D7FD-DF08-EFB066528F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C25271B0-147C-2459-243F-76131A2107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635B17F0-7810-FAF6-0DC7-9459BF342C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3419025"/>
            <a:ext cx="393555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2C55CF7-B6BD-2C9D-F2D8-0CFBD67889B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58423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D437CF3-4F1C-0EA2-5959-664429EE9B2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A4DF8017-C91C-4994-9A98-EBA67E59F468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2072640" y="2286000"/>
            <a:ext cx="6070093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C4881A79-2F5D-3AC5-327A-DE20AF03DD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89596" y="2429663"/>
            <a:ext cx="2254606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55D094B2-DEA6-7FD9-8318-0B51C17E24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24612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FBA10CB-4BC4-E876-1DD1-E68F32E8C37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08EAB2A4-DC12-9288-FDDA-BFF84D6C752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3ADCE74-FC68-5A45-9904-9D8C949A025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45E0F4E-3C62-E499-4E6A-A87938AB36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8949DDE-46FD-60B4-3BA9-EE1832F29F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93D3F94-0493-7176-CFDE-4C82CDEB836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5F0DAEED-F038-B4AB-6F2B-77E739682F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5A4398F-2C19-DF78-6C57-E3E7E3A020E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7FE0791C-4C84-6770-EA06-BD42F0DF958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ECD8AC1-4F2A-C06F-F9A6-790DA3A876E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131471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61D5EB0-DE37-7F97-4E6C-BB67AFF7794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EFEC8CD9-7826-8EAE-5ED9-6A988333B14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496327D8-643A-E187-C9F5-AFD1BC54B2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744581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4B08A7A-87D2-F49A-88F8-FC9134C93EE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A255ABA-FB75-23C9-E82B-69262CD9CB4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6355458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003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E1A51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E2A44898-C602-0EE3-8337-8842F06DFF47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E1A51B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28E5C251-3537-221D-EC4D-EF780EEF376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E1A51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CE17FBCA-3546-1BAB-D532-287B59424B1B}"/>
              </a:ext>
            </a:extLst>
          </p:cNvPr>
          <p:cNvSpPr/>
          <p:nvPr userDrawn="1"/>
        </p:nvSpPr>
        <p:spPr>
          <a:xfrm>
            <a:off x="15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196FE107-291D-BD76-559A-78BDD6D64243}"/>
              </a:ext>
            </a:extLst>
          </p:cNvPr>
          <p:cNvSpPr/>
          <p:nvPr userDrawn="1"/>
        </p:nvSpPr>
        <p:spPr>
          <a:xfrm>
            <a:off x="34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7E25536A-9EA1-CB84-E7AE-833E9A6EE2EF}"/>
              </a:ext>
            </a:extLst>
          </p:cNvPr>
          <p:cNvSpPr/>
          <p:nvPr userDrawn="1"/>
        </p:nvSpPr>
        <p:spPr>
          <a:xfrm>
            <a:off x="53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412D67AB-0547-24A6-30D4-22A4F5195BF4}"/>
              </a:ext>
            </a:extLst>
          </p:cNvPr>
          <p:cNvSpPr/>
          <p:nvPr userDrawn="1"/>
        </p:nvSpPr>
        <p:spPr>
          <a:xfrm>
            <a:off x="72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250834F0-09B0-286D-B2B2-C698193B3AEF}"/>
              </a:ext>
            </a:extLst>
          </p:cNvPr>
          <p:cNvSpPr/>
          <p:nvPr userDrawn="1"/>
        </p:nvSpPr>
        <p:spPr>
          <a:xfrm>
            <a:off x="91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BAE27B64-EBCF-F47C-CE7D-AC0499FCAB5F}"/>
              </a:ext>
            </a:extLst>
          </p:cNvPr>
          <p:cNvSpPr/>
          <p:nvPr userDrawn="1"/>
        </p:nvSpPr>
        <p:spPr>
          <a:xfrm>
            <a:off x="110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CA29A9C9-7041-DE02-3152-2AA41231E864}"/>
              </a:ext>
            </a:extLst>
          </p:cNvPr>
          <p:cNvSpPr/>
          <p:nvPr userDrawn="1"/>
        </p:nvSpPr>
        <p:spPr>
          <a:xfrm>
            <a:off x="129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09056500-33CE-08FD-9AC6-3762DB237E9A}"/>
              </a:ext>
            </a:extLst>
          </p:cNvPr>
          <p:cNvSpPr/>
          <p:nvPr userDrawn="1"/>
        </p:nvSpPr>
        <p:spPr>
          <a:xfrm>
            <a:off x="148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A430470F-80E5-32F7-3F69-9258B18DF293}"/>
              </a:ext>
            </a:extLst>
          </p:cNvPr>
          <p:cNvSpPr/>
          <p:nvPr userDrawn="1"/>
        </p:nvSpPr>
        <p:spPr>
          <a:xfrm>
            <a:off x="167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70B67B30-DAC0-E925-DC46-543678959831}"/>
              </a:ext>
            </a:extLst>
          </p:cNvPr>
          <p:cNvSpPr/>
          <p:nvPr userDrawn="1"/>
        </p:nvSpPr>
        <p:spPr>
          <a:xfrm>
            <a:off x="186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D45FACA7-CDD6-07D6-BC3D-79FD8AEE3FB1}"/>
              </a:ext>
            </a:extLst>
          </p:cNvPr>
          <p:cNvSpPr/>
          <p:nvPr userDrawn="1"/>
        </p:nvSpPr>
        <p:spPr>
          <a:xfrm>
            <a:off x="205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BC1EFA8E-356B-9424-F905-D51747BB8CA0}"/>
              </a:ext>
            </a:extLst>
          </p:cNvPr>
          <p:cNvSpPr/>
          <p:nvPr userDrawn="1"/>
        </p:nvSpPr>
        <p:spPr>
          <a:xfrm>
            <a:off x="224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79AF9B79-AA60-3289-4C54-C66D61F07517}"/>
              </a:ext>
            </a:extLst>
          </p:cNvPr>
          <p:cNvSpPr/>
          <p:nvPr userDrawn="1"/>
        </p:nvSpPr>
        <p:spPr>
          <a:xfrm>
            <a:off x="243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198886F2-B113-E687-683A-4D9A75EDFA20}"/>
              </a:ext>
            </a:extLst>
          </p:cNvPr>
          <p:cNvSpPr/>
          <p:nvPr userDrawn="1"/>
        </p:nvSpPr>
        <p:spPr>
          <a:xfrm>
            <a:off x="262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99DA1AD7-A035-BB51-90F0-B44F016C6066}"/>
              </a:ext>
            </a:extLst>
          </p:cNvPr>
          <p:cNvSpPr/>
          <p:nvPr userDrawn="1"/>
        </p:nvSpPr>
        <p:spPr>
          <a:xfrm>
            <a:off x="281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5DD79C50-DDD0-A86D-380D-707640CC265A}"/>
              </a:ext>
            </a:extLst>
          </p:cNvPr>
          <p:cNvSpPr/>
          <p:nvPr userDrawn="1"/>
        </p:nvSpPr>
        <p:spPr>
          <a:xfrm>
            <a:off x="300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75892151-8CA7-7F0C-27B6-570A0F08228A}"/>
              </a:ext>
            </a:extLst>
          </p:cNvPr>
          <p:cNvSpPr/>
          <p:nvPr userDrawn="1"/>
        </p:nvSpPr>
        <p:spPr>
          <a:xfrm>
            <a:off x="320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D69C3650-21AD-4186-E338-C0F6D7338ED7}"/>
              </a:ext>
            </a:extLst>
          </p:cNvPr>
          <p:cNvSpPr/>
          <p:nvPr userDrawn="1"/>
        </p:nvSpPr>
        <p:spPr>
          <a:xfrm>
            <a:off x="339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D827F194-6259-9F4F-0F63-69D7B493F9D7}"/>
              </a:ext>
            </a:extLst>
          </p:cNvPr>
          <p:cNvSpPr/>
          <p:nvPr userDrawn="1"/>
        </p:nvSpPr>
        <p:spPr>
          <a:xfrm>
            <a:off x="358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F79FF26A-EEB7-6AF3-ABA3-99208BE2D9B4}"/>
              </a:ext>
            </a:extLst>
          </p:cNvPr>
          <p:cNvSpPr/>
          <p:nvPr userDrawn="1"/>
        </p:nvSpPr>
        <p:spPr>
          <a:xfrm>
            <a:off x="377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6B36E77A-8A86-E11C-4E76-A64C005C73F2}"/>
              </a:ext>
            </a:extLst>
          </p:cNvPr>
          <p:cNvSpPr/>
          <p:nvPr userDrawn="1"/>
        </p:nvSpPr>
        <p:spPr>
          <a:xfrm>
            <a:off x="396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51A9502C-8A47-9631-6A87-EB211A6CFA2E}"/>
              </a:ext>
            </a:extLst>
          </p:cNvPr>
          <p:cNvSpPr/>
          <p:nvPr userDrawn="1"/>
        </p:nvSpPr>
        <p:spPr>
          <a:xfrm>
            <a:off x="415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F6F040D1-6811-E698-4D6B-7EAAD0E9BEBA}"/>
              </a:ext>
            </a:extLst>
          </p:cNvPr>
          <p:cNvSpPr/>
          <p:nvPr userDrawn="1"/>
        </p:nvSpPr>
        <p:spPr>
          <a:xfrm>
            <a:off x="434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CC602CC1-6269-4BDD-FDC6-DBA6100157A0}"/>
              </a:ext>
            </a:extLst>
          </p:cNvPr>
          <p:cNvSpPr/>
          <p:nvPr userDrawn="1"/>
        </p:nvSpPr>
        <p:spPr>
          <a:xfrm>
            <a:off x="453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E400591D-F687-F053-547C-52F3591EED2A}"/>
              </a:ext>
            </a:extLst>
          </p:cNvPr>
          <p:cNvSpPr/>
          <p:nvPr userDrawn="1"/>
        </p:nvSpPr>
        <p:spPr>
          <a:xfrm>
            <a:off x="472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CA55A79F-F5F5-8F11-890F-976771170204}"/>
              </a:ext>
            </a:extLst>
          </p:cNvPr>
          <p:cNvSpPr/>
          <p:nvPr userDrawn="1"/>
        </p:nvSpPr>
        <p:spPr>
          <a:xfrm>
            <a:off x="491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A0BA29B3-054F-0DB0-076B-EA60281225B5}"/>
              </a:ext>
            </a:extLst>
          </p:cNvPr>
          <p:cNvSpPr/>
          <p:nvPr userDrawn="1"/>
        </p:nvSpPr>
        <p:spPr>
          <a:xfrm>
            <a:off x="510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F48904F7-613A-1BA0-DAD8-BAC34DAA396D}"/>
              </a:ext>
            </a:extLst>
          </p:cNvPr>
          <p:cNvSpPr/>
          <p:nvPr userDrawn="1"/>
        </p:nvSpPr>
        <p:spPr>
          <a:xfrm>
            <a:off x="529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A8F32142-8617-676A-FA02-596959E1DADD}"/>
              </a:ext>
            </a:extLst>
          </p:cNvPr>
          <p:cNvSpPr/>
          <p:nvPr userDrawn="1"/>
        </p:nvSpPr>
        <p:spPr>
          <a:xfrm>
            <a:off x="548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45CA6E32-D204-7786-5781-9FBDE3846E8A}"/>
              </a:ext>
            </a:extLst>
          </p:cNvPr>
          <p:cNvSpPr/>
          <p:nvPr userDrawn="1"/>
        </p:nvSpPr>
        <p:spPr>
          <a:xfrm>
            <a:off x="567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7D414FDB-C7FB-816F-74FD-45C425FB8304}"/>
              </a:ext>
            </a:extLst>
          </p:cNvPr>
          <p:cNvSpPr/>
          <p:nvPr userDrawn="1"/>
        </p:nvSpPr>
        <p:spPr>
          <a:xfrm>
            <a:off x="586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6EEE225C-72AF-80AB-D7CA-6D72C163B557}"/>
              </a:ext>
            </a:extLst>
          </p:cNvPr>
          <p:cNvSpPr/>
          <p:nvPr userDrawn="1"/>
        </p:nvSpPr>
        <p:spPr>
          <a:xfrm>
            <a:off x="605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B96E0DB2-1860-20F8-3D29-6AC64EA861A9}"/>
              </a:ext>
            </a:extLst>
          </p:cNvPr>
          <p:cNvSpPr/>
          <p:nvPr userDrawn="1"/>
        </p:nvSpPr>
        <p:spPr>
          <a:xfrm>
            <a:off x="624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F002B6CB-6E43-3692-9EB0-3554FA570B08}"/>
              </a:ext>
            </a:extLst>
          </p:cNvPr>
          <p:cNvSpPr/>
          <p:nvPr userDrawn="1"/>
        </p:nvSpPr>
        <p:spPr>
          <a:xfrm>
            <a:off x="643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5221B1ED-89E6-2B8C-7E6A-7435A774B031}"/>
              </a:ext>
            </a:extLst>
          </p:cNvPr>
          <p:cNvSpPr/>
          <p:nvPr userDrawn="1"/>
        </p:nvSpPr>
        <p:spPr>
          <a:xfrm>
            <a:off x="662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BD895A01-C2AA-0E9F-CEB0-EECF2E8C3F27}"/>
              </a:ext>
            </a:extLst>
          </p:cNvPr>
          <p:cNvSpPr/>
          <p:nvPr userDrawn="1"/>
        </p:nvSpPr>
        <p:spPr>
          <a:xfrm>
            <a:off x="681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5CE18751-0A6A-85D1-8BFD-C3F0DFD90851}"/>
              </a:ext>
            </a:extLst>
          </p:cNvPr>
          <p:cNvSpPr/>
          <p:nvPr userDrawn="1"/>
        </p:nvSpPr>
        <p:spPr>
          <a:xfrm>
            <a:off x="701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6F81FB72-0A94-3416-605C-FB41FABAD120}"/>
              </a:ext>
            </a:extLst>
          </p:cNvPr>
          <p:cNvSpPr/>
          <p:nvPr userDrawn="1"/>
        </p:nvSpPr>
        <p:spPr>
          <a:xfrm>
            <a:off x="720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5BC223AE-D9C6-346F-FD16-A30C9AD8F971}"/>
              </a:ext>
            </a:extLst>
          </p:cNvPr>
          <p:cNvSpPr/>
          <p:nvPr userDrawn="1"/>
        </p:nvSpPr>
        <p:spPr>
          <a:xfrm>
            <a:off x="739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7F254183-74C2-0A67-1200-B74B73B5D59C}"/>
              </a:ext>
            </a:extLst>
          </p:cNvPr>
          <p:cNvSpPr/>
          <p:nvPr userDrawn="1"/>
        </p:nvSpPr>
        <p:spPr>
          <a:xfrm>
            <a:off x="758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A22AF36C-CA7A-EC91-9859-8320AC671CC2}"/>
              </a:ext>
            </a:extLst>
          </p:cNvPr>
          <p:cNvSpPr/>
          <p:nvPr userDrawn="1"/>
        </p:nvSpPr>
        <p:spPr>
          <a:xfrm>
            <a:off x="777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B841298F-89E9-A3A9-CAB2-00C0C6FC307D}"/>
              </a:ext>
            </a:extLst>
          </p:cNvPr>
          <p:cNvSpPr/>
          <p:nvPr userDrawn="1"/>
        </p:nvSpPr>
        <p:spPr>
          <a:xfrm>
            <a:off x="796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0A3F3930-F544-CC1D-CDD2-1B6ACB201515}"/>
              </a:ext>
            </a:extLst>
          </p:cNvPr>
          <p:cNvSpPr/>
          <p:nvPr userDrawn="1"/>
        </p:nvSpPr>
        <p:spPr>
          <a:xfrm>
            <a:off x="815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4A41658B-A9A7-0B2E-86FB-680DE2810CEE}"/>
              </a:ext>
            </a:extLst>
          </p:cNvPr>
          <p:cNvSpPr/>
          <p:nvPr userDrawn="1"/>
        </p:nvSpPr>
        <p:spPr>
          <a:xfrm>
            <a:off x="834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943052D7-AD7D-10D8-5615-B609C489CEDF}"/>
              </a:ext>
            </a:extLst>
          </p:cNvPr>
          <p:cNvSpPr/>
          <p:nvPr userDrawn="1"/>
        </p:nvSpPr>
        <p:spPr>
          <a:xfrm>
            <a:off x="8534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37964A95-4161-C76D-1362-37DB1D8F8858}"/>
              </a:ext>
            </a:extLst>
          </p:cNvPr>
          <p:cNvSpPr/>
          <p:nvPr userDrawn="1"/>
        </p:nvSpPr>
        <p:spPr>
          <a:xfrm>
            <a:off x="8724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2EA6DA88-636B-9855-0B09-C987EC663C2D}"/>
              </a:ext>
            </a:extLst>
          </p:cNvPr>
          <p:cNvSpPr/>
          <p:nvPr userDrawn="1"/>
        </p:nvSpPr>
        <p:spPr>
          <a:xfrm>
            <a:off x="8915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600EAC4E-5E9B-078F-A942-9C73132877B2}"/>
              </a:ext>
            </a:extLst>
          </p:cNvPr>
          <p:cNvSpPr/>
          <p:nvPr userDrawn="1"/>
        </p:nvSpPr>
        <p:spPr>
          <a:xfrm>
            <a:off x="9105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582BB5B9-7125-25E6-37DB-238F9BAF2EF2}"/>
              </a:ext>
            </a:extLst>
          </p:cNvPr>
          <p:cNvSpPr/>
          <p:nvPr userDrawn="1"/>
        </p:nvSpPr>
        <p:spPr>
          <a:xfrm>
            <a:off x="9296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F37BB78B-65B9-E4C6-82DB-662A3151C1DD}"/>
              </a:ext>
            </a:extLst>
          </p:cNvPr>
          <p:cNvSpPr/>
          <p:nvPr userDrawn="1"/>
        </p:nvSpPr>
        <p:spPr>
          <a:xfrm>
            <a:off x="9486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2C7FDBA0-4073-17AF-5B8E-5D083A47AA5F}"/>
              </a:ext>
            </a:extLst>
          </p:cNvPr>
          <p:cNvSpPr/>
          <p:nvPr userDrawn="1"/>
        </p:nvSpPr>
        <p:spPr>
          <a:xfrm>
            <a:off x="9677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7789B25A-939D-AE01-CE78-3AB7C3FA3CC4}"/>
              </a:ext>
            </a:extLst>
          </p:cNvPr>
          <p:cNvSpPr/>
          <p:nvPr userDrawn="1"/>
        </p:nvSpPr>
        <p:spPr>
          <a:xfrm>
            <a:off x="9867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1B55C234-031D-4B17-DE78-5B66699CA5C5}"/>
              </a:ext>
            </a:extLst>
          </p:cNvPr>
          <p:cNvSpPr/>
          <p:nvPr userDrawn="1"/>
        </p:nvSpPr>
        <p:spPr>
          <a:xfrm>
            <a:off x="10058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8732DA83-D884-8395-E9DE-FD207E411806}"/>
              </a:ext>
            </a:extLst>
          </p:cNvPr>
          <p:cNvSpPr/>
          <p:nvPr userDrawn="1"/>
        </p:nvSpPr>
        <p:spPr>
          <a:xfrm>
            <a:off x="10248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D82E6A88-C366-F408-9D4F-BB6238A692DC}"/>
              </a:ext>
            </a:extLst>
          </p:cNvPr>
          <p:cNvSpPr/>
          <p:nvPr userDrawn="1"/>
        </p:nvSpPr>
        <p:spPr>
          <a:xfrm>
            <a:off x="10439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B4A695C3-7A79-8E3E-E0BB-5618684D516F}"/>
              </a:ext>
            </a:extLst>
          </p:cNvPr>
          <p:cNvSpPr/>
          <p:nvPr userDrawn="1"/>
        </p:nvSpPr>
        <p:spPr>
          <a:xfrm>
            <a:off x="10629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CD109B5B-55BE-EA6E-F26C-EF5ADAEF3AA4}"/>
              </a:ext>
            </a:extLst>
          </p:cNvPr>
          <p:cNvSpPr/>
          <p:nvPr userDrawn="1"/>
        </p:nvSpPr>
        <p:spPr>
          <a:xfrm>
            <a:off x="10820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CE6123FC-7D92-6366-8C0A-2E27DA8561DF}"/>
              </a:ext>
            </a:extLst>
          </p:cNvPr>
          <p:cNvSpPr/>
          <p:nvPr userDrawn="1"/>
        </p:nvSpPr>
        <p:spPr>
          <a:xfrm>
            <a:off x="11010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03D5F859-9727-A38A-BBBC-7D90D3CDE96B}"/>
              </a:ext>
            </a:extLst>
          </p:cNvPr>
          <p:cNvSpPr/>
          <p:nvPr userDrawn="1"/>
        </p:nvSpPr>
        <p:spPr>
          <a:xfrm>
            <a:off x="11201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169C97B7-E737-F3E2-BF26-C1BD8CEC9A8A}"/>
              </a:ext>
            </a:extLst>
          </p:cNvPr>
          <p:cNvSpPr/>
          <p:nvPr userDrawn="1"/>
        </p:nvSpPr>
        <p:spPr>
          <a:xfrm>
            <a:off x="11391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E41184FA-FC8E-C29F-246E-C22B9EBF5985}"/>
              </a:ext>
            </a:extLst>
          </p:cNvPr>
          <p:cNvSpPr/>
          <p:nvPr userDrawn="1"/>
        </p:nvSpPr>
        <p:spPr>
          <a:xfrm>
            <a:off x="11582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79F97263-50DA-7FE5-E89B-D1EF7BAF6D02}"/>
              </a:ext>
            </a:extLst>
          </p:cNvPr>
          <p:cNvSpPr/>
          <p:nvPr userDrawn="1"/>
        </p:nvSpPr>
        <p:spPr>
          <a:xfrm>
            <a:off x="11772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FF26842F-C255-ADE2-CEB8-4770C8B789F8}"/>
              </a:ext>
            </a:extLst>
          </p:cNvPr>
          <p:cNvSpPr/>
          <p:nvPr userDrawn="1"/>
        </p:nvSpPr>
        <p:spPr>
          <a:xfrm>
            <a:off x="119634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4EB2B8D3-0803-1E00-1BA8-8BBA23E689A7}"/>
              </a:ext>
            </a:extLst>
          </p:cNvPr>
          <p:cNvSpPr/>
          <p:nvPr userDrawn="1"/>
        </p:nvSpPr>
        <p:spPr>
          <a:xfrm>
            <a:off x="12153900" y="62738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00FA9D2E-4A0B-850B-3421-FF657FEF358A}"/>
              </a:ext>
            </a:extLst>
          </p:cNvPr>
          <p:cNvSpPr/>
          <p:nvPr userDrawn="1"/>
        </p:nvSpPr>
        <p:spPr>
          <a:xfrm>
            <a:off x="24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573EEC87-6D88-0155-CB0F-EE89CD416430}"/>
              </a:ext>
            </a:extLst>
          </p:cNvPr>
          <p:cNvSpPr/>
          <p:nvPr userDrawn="1"/>
        </p:nvSpPr>
        <p:spPr>
          <a:xfrm>
            <a:off x="43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C6B7FFF2-12E9-A5BD-8560-9D0C2CEE0874}"/>
              </a:ext>
            </a:extLst>
          </p:cNvPr>
          <p:cNvSpPr/>
          <p:nvPr userDrawn="1"/>
        </p:nvSpPr>
        <p:spPr>
          <a:xfrm>
            <a:off x="62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5DAC9483-2BCF-EA8C-15BA-051021881BD1}"/>
              </a:ext>
            </a:extLst>
          </p:cNvPr>
          <p:cNvSpPr/>
          <p:nvPr userDrawn="1"/>
        </p:nvSpPr>
        <p:spPr>
          <a:xfrm>
            <a:off x="81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7B18E3F9-A00F-B988-1FF8-0815FA31EFC4}"/>
              </a:ext>
            </a:extLst>
          </p:cNvPr>
          <p:cNvSpPr/>
          <p:nvPr userDrawn="1"/>
        </p:nvSpPr>
        <p:spPr>
          <a:xfrm>
            <a:off x="100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B2C398D1-73CE-A709-4951-5782ED056E49}"/>
              </a:ext>
            </a:extLst>
          </p:cNvPr>
          <p:cNvSpPr/>
          <p:nvPr userDrawn="1"/>
        </p:nvSpPr>
        <p:spPr>
          <a:xfrm>
            <a:off x="120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8190AECB-BC32-1248-36F1-AEA53319A63B}"/>
              </a:ext>
            </a:extLst>
          </p:cNvPr>
          <p:cNvSpPr/>
          <p:nvPr userDrawn="1"/>
        </p:nvSpPr>
        <p:spPr>
          <a:xfrm>
            <a:off x="139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9B1BB0BC-0267-102A-8662-29BD48CEC13C}"/>
              </a:ext>
            </a:extLst>
          </p:cNvPr>
          <p:cNvSpPr/>
          <p:nvPr userDrawn="1"/>
        </p:nvSpPr>
        <p:spPr>
          <a:xfrm>
            <a:off x="158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7A461497-A197-EA7A-475C-4FDC63CB13FC}"/>
              </a:ext>
            </a:extLst>
          </p:cNvPr>
          <p:cNvSpPr/>
          <p:nvPr userDrawn="1"/>
        </p:nvSpPr>
        <p:spPr>
          <a:xfrm>
            <a:off x="177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DDBF20A1-ED8B-26A9-E3BB-581A5D9CCE55}"/>
              </a:ext>
            </a:extLst>
          </p:cNvPr>
          <p:cNvSpPr/>
          <p:nvPr userDrawn="1"/>
        </p:nvSpPr>
        <p:spPr>
          <a:xfrm>
            <a:off x="196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72C1B339-CB19-F551-D201-68BDA29C0C72}"/>
              </a:ext>
            </a:extLst>
          </p:cNvPr>
          <p:cNvSpPr/>
          <p:nvPr userDrawn="1"/>
        </p:nvSpPr>
        <p:spPr>
          <a:xfrm>
            <a:off x="215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AF7645EA-6219-32A9-A77C-27B600676D09}"/>
              </a:ext>
            </a:extLst>
          </p:cNvPr>
          <p:cNvSpPr/>
          <p:nvPr userDrawn="1"/>
        </p:nvSpPr>
        <p:spPr>
          <a:xfrm>
            <a:off x="234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F7EBADEC-650B-6E5F-795D-13DF80503E48}"/>
              </a:ext>
            </a:extLst>
          </p:cNvPr>
          <p:cNvSpPr/>
          <p:nvPr userDrawn="1"/>
        </p:nvSpPr>
        <p:spPr>
          <a:xfrm>
            <a:off x="253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961F4BBD-CAB4-F04D-6871-45286F1CDC07}"/>
              </a:ext>
            </a:extLst>
          </p:cNvPr>
          <p:cNvSpPr/>
          <p:nvPr userDrawn="1"/>
        </p:nvSpPr>
        <p:spPr>
          <a:xfrm>
            <a:off x="272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25AF4D14-EDBD-F881-63E2-55DE2A144A6E}"/>
              </a:ext>
            </a:extLst>
          </p:cNvPr>
          <p:cNvSpPr/>
          <p:nvPr userDrawn="1"/>
        </p:nvSpPr>
        <p:spPr>
          <a:xfrm>
            <a:off x="291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5FEE6B29-EA12-2A99-07ED-0A1745E009BC}"/>
              </a:ext>
            </a:extLst>
          </p:cNvPr>
          <p:cNvSpPr/>
          <p:nvPr userDrawn="1"/>
        </p:nvSpPr>
        <p:spPr>
          <a:xfrm>
            <a:off x="310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B4502567-5250-B268-0AA8-E70246FAE68E}"/>
              </a:ext>
            </a:extLst>
          </p:cNvPr>
          <p:cNvSpPr/>
          <p:nvPr userDrawn="1"/>
        </p:nvSpPr>
        <p:spPr>
          <a:xfrm>
            <a:off x="329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A3D8F38D-674D-9D30-3771-9707C11D3FF2}"/>
              </a:ext>
            </a:extLst>
          </p:cNvPr>
          <p:cNvSpPr/>
          <p:nvPr userDrawn="1"/>
        </p:nvSpPr>
        <p:spPr>
          <a:xfrm>
            <a:off x="348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22C07795-B424-500D-973F-99E20CDDEE4B}"/>
              </a:ext>
            </a:extLst>
          </p:cNvPr>
          <p:cNvSpPr/>
          <p:nvPr userDrawn="1"/>
        </p:nvSpPr>
        <p:spPr>
          <a:xfrm>
            <a:off x="367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D84817EF-00BB-DFF2-D48F-A54EF54A3AC1}"/>
              </a:ext>
            </a:extLst>
          </p:cNvPr>
          <p:cNvSpPr/>
          <p:nvPr userDrawn="1"/>
        </p:nvSpPr>
        <p:spPr>
          <a:xfrm>
            <a:off x="386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641E6690-BAF1-CCFB-2781-2309750F3916}"/>
              </a:ext>
            </a:extLst>
          </p:cNvPr>
          <p:cNvSpPr/>
          <p:nvPr userDrawn="1"/>
        </p:nvSpPr>
        <p:spPr>
          <a:xfrm>
            <a:off x="405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5F141AD4-3E20-6308-E282-CA79D0082832}"/>
              </a:ext>
            </a:extLst>
          </p:cNvPr>
          <p:cNvSpPr/>
          <p:nvPr userDrawn="1"/>
        </p:nvSpPr>
        <p:spPr>
          <a:xfrm>
            <a:off x="424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E1F9EEE5-9E3A-CB4C-F75F-B097EA198B9C}"/>
              </a:ext>
            </a:extLst>
          </p:cNvPr>
          <p:cNvSpPr/>
          <p:nvPr userDrawn="1"/>
        </p:nvSpPr>
        <p:spPr>
          <a:xfrm>
            <a:off x="443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483B2394-69FA-01FF-B7DC-6BF56D60E4F2}"/>
              </a:ext>
            </a:extLst>
          </p:cNvPr>
          <p:cNvSpPr/>
          <p:nvPr userDrawn="1"/>
        </p:nvSpPr>
        <p:spPr>
          <a:xfrm>
            <a:off x="462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317AA0DE-4D75-4D08-FA66-7CEE3EADFBB7}"/>
              </a:ext>
            </a:extLst>
          </p:cNvPr>
          <p:cNvSpPr/>
          <p:nvPr userDrawn="1"/>
        </p:nvSpPr>
        <p:spPr>
          <a:xfrm>
            <a:off x="481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F771DB57-E146-687F-7AB2-245A136CB3A3}"/>
              </a:ext>
            </a:extLst>
          </p:cNvPr>
          <p:cNvSpPr/>
          <p:nvPr userDrawn="1"/>
        </p:nvSpPr>
        <p:spPr>
          <a:xfrm>
            <a:off x="501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48E74BF9-E0FD-28AE-0EB2-EA45866AC0CB}"/>
              </a:ext>
            </a:extLst>
          </p:cNvPr>
          <p:cNvSpPr/>
          <p:nvPr userDrawn="1"/>
        </p:nvSpPr>
        <p:spPr>
          <a:xfrm>
            <a:off x="520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460E1E90-1990-808C-E2DD-A70F27603ED5}"/>
              </a:ext>
            </a:extLst>
          </p:cNvPr>
          <p:cNvSpPr/>
          <p:nvPr userDrawn="1"/>
        </p:nvSpPr>
        <p:spPr>
          <a:xfrm>
            <a:off x="539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2342C7DC-1FA7-4DCA-8C10-57D82ADDEC3C}"/>
              </a:ext>
            </a:extLst>
          </p:cNvPr>
          <p:cNvSpPr/>
          <p:nvPr userDrawn="1"/>
        </p:nvSpPr>
        <p:spPr>
          <a:xfrm>
            <a:off x="558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E9BFEDEB-E46E-4854-5BB5-4058FA763B5D}"/>
              </a:ext>
            </a:extLst>
          </p:cNvPr>
          <p:cNvSpPr/>
          <p:nvPr userDrawn="1"/>
        </p:nvSpPr>
        <p:spPr>
          <a:xfrm>
            <a:off x="577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88CFF212-281E-341C-E958-D8E6096AEDEC}"/>
              </a:ext>
            </a:extLst>
          </p:cNvPr>
          <p:cNvSpPr/>
          <p:nvPr userDrawn="1"/>
        </p:nvSpPr>
        <p:spPr>
          <a:xfrm>
            <a:off x="596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57C31395-3B19-0BFD-2876-EFC431CC85AE}"/>
              </a:ext>
            </a:extLst>
          </p:cNvPr>
          <p:cNvSpPr/>
          <p:nvPr userDrawn="1"/>
        </p:nvSpPr>
        <p:spPr>
          <a:xfrm>
            <a:off x="615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C2BD5A16-61B5-038F-3322-82990DCE581D}"/>
              </a:ext>
            </a:extLst>
          </p:cNvPr>
          <p:cNvSpPr/>
          <p:nvPr userDrawn="1"/>
        </p:nvSpPr>
        <p:spPr>
          <a:xfrm>
            <a:off x="634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2A19B79D-658D-D5F3-EC38-DABEFB18641E}"/>
              </a:ext>
            </a:extLst>
          </p:cNvPr>
          <p:cNvSpPr/>
          <p:nvPr userDrawn="1"/>
        </p:nvSpPr>
        <p:spPr>
          <a:xfrm>
            <a:off x="653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F0E27421-0827-9235-1FB3-6BA7D9229F21}"/>
              </a:ext>
            </a:extLst>
          </p:cNvPr>
          <p:cNvSpPr/>
          <p:nvPr userDrawn="1"/>
        </p:nvSpPr>
        <p:spPr>
          <a:xfrm>
            <a:off x="672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9EFC09C2-4344-654F-D53C-8595483D7425}"/>
              </a:ext>
            </a:extLst>
          </p:cNvPr>
          <p:cNvSpPr/>
          <p:nvPr userDrawn="1"/>
        </p:nvSpPr>
        <p:spPr>
          <a:xfrm>
            <a:off x="691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96628B52-38B8-1CA2-4E20-E1EDCB93F34A}"/>
              </a:ext>
            </a:extLst>
          </p:cNvPr>
          <p:cNvSpPr/>
          <p:nvPr userDrawn="1"/>
        </p:nvSpPr>
        <p:spPr>
          <a:xfrm>
            <a:off x="710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A40AF7FC-027A-588B-CDD0-750E9B424416}"/>
              </a:ext>
            </a:extLst>
          </p:cNvPr>
          <p:cNvSpPr/>
          <p:nvPr userDrawn="1"/>
        </p:nvSpPr>
        <p:spPr>
          <a:xfrm>
            <a:off x="729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61E49708-B041-11BC-76E0-D179020D95C3}"/>
              </a:ext>
            </a:extLst>
          </p:cNvPr>
          <p:cNvSpPr/>
          <p:nvPr userDrawn="1"/>
        </p:nvSpPr>
        <p:spPr>
          <a:xfrm>
            <a:off x="748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FA3B249C-7C1B-D20A-263B-C3434B54D43F}"/>
              </a:ext>
            </a:extLst>
          </p:cNvPr>
          <p:cNvSpPr/>
          <p:nvPr userDrawn="1"/>
        </p:nvSpPr>
        <p:spPr>
          <a:xfrm>
            <a:off x="767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89E663FF-C67F-4997-98A4-A2A15FC17D44}"/>
              </a:ext>
            </a:extLst>
          </p:cNvPr>
          <p:cNvSpPr/>
          <p:nvPr userDrawn="1"/>
        </p:nvSpPr>
        <p:spPr>
          <a:xfrm>
            <a:off x="786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CDAABD6E-9D1C-ADF9-DDC6-2353AED68BDE}"/>
              </a:ext>
            </a:extLst>
          </p:cNvPr>
          <p:cNvSpPr/>
          <p:nvPr userDrawn="1"/>
        </p:nvSpPr>
        <p:spPr>
          <a:xfrm>
            <a:off x="805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2B94E060-DABD-F7C9-F530-737085807A0B}"/>
              </a:ext>
            </a:extLst>
          </p:cNvPr>
          <p:cNvSpPr/>
          <p:nvPr userDrawn="1"/>
        </p:nvSpPr>
        <p:spPr>
          <a:xfrm>
            <a:off x="824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C33C49E1-FD44-786D-639A-44FE18D71B52}"/>
              </a:ext>
            </a:extLst>
          </p:cNvPr>
          <p:cNvSpPr/>
          <p:nvPr userDrawn="1"/>
        </p:nvSpPr>
        <p:spPr>
          <a:xfrm>
            <a:off x="843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35866A0E-351B-FD39-9656-84B6B7F67A9F}"/>
              </a:ext>
            </a:extLst>
          </p:cNvPr>
          <p:cNvSpPr/>
          <p:nvPr userDrawn="1"/>
        </p:nvSpPr>
        <p:spPr>
          <a:xfrm>
            <a:off x="8629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18426171-3D03-D53E-044F-BDF03230C2DC}"/>
              </a:ext>
            </a:extLst>
          </p:cNvPr>
          <p:cNvSpPr/>
          <p:nvPr userDrawn="1"/>
        </p:nvSpPr>
        <p:spPr>
          <a:xfrm>
            <a:off x="8820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7F1B28CF-220C-9F70-6D19-6210DE8B268E}"/>
              </a:ext>
            </a:extLst>
          </p:cNvPr>
          <p:cNvSpPr/>
          <p:nvPr userDrawn="1"/>
        </p:nvSpPr>
        <p:spPr>
          <a:xfrm>
            <a:off x="9010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8D910F49-F3AC-64B1-86D5-9AB02E000D97}"/>
              </a:ext>
            </a:extLst>
          </p:cNvPr>
          <p:cNvSpPr/>
          <p:nvPr userDrawn="1"/>
        </p:nvSpPr>
        <p:spPr>
          <a:xfrm>
            <a:off x="9201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BA1D3E1B-2AFF-91DC-D469-8419BDF7E5EE}"/>
              </a:ext>
            </a:extLst>
          </p:cNvPr>
          <p:cNvSpPr/>
          <p:nvPr userDrawn="1"/>
        </p:nvSpPr>
        <p:spPr>
          <a:xfrm>
            <a:off x="9391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526CAC01-A2AF-A868-E5ED-473E0C9AF6C4}"/>
              </a:ext>
            </a:extLst>
          </p:cNvPr>
          <p:cNvSpPr/>
          <p:nvPr userDrawn="1"/>
        </p:nvSpPr>
        <p:spPr>
          <a:xfrm>
            <a:off x="9582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F5366AEB-0F32-1E08-F5D3-338ACC980EEB}"/>
              </a:ext>
            </a:extLst>
          </p:cNvPr>
          <p:cNvSpPr/>
          <p:nvPr userDrawn="1"/>
        </p:nvSpPr>
        <p:spPr>
          <a:xfrm>
            <a:off x="9772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6DAC31D0-7429-22F1-1F8B-4F5F2AE2D0D2}"/>
              </a:ext>
            </a:extLst>
          </p:cNvPr>
          <p:cNvSpPr/>
          <p:nvPr userDrawn="1"/>
        </p:nvSpPr>
        <p:spPr>
          <a:xfrm>
            <a:off x="9963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4EBDACCD-63EE-FA91-F42F-658E15262222}"/>
              </a:ext>
            </a:extLst>
          </p:cNvPr>
          <p:cNvSpPr/>
          <p:nvPr userDrawn="1"/>
        </p:nvSpPr>
        <p:spPr>
          <a:xfrm>
            <a:off x="10153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A08874D6-0396-08D9-6D6F-B8E5841ADD66}"/>
              </a:ext>
            </a:extLst>
          </p:cNvPr>
          <p:cNvSpPr/>
          <p:nvPr userDrawn="1"/>
        </p:nvSpPr>
        <p:spPr>
          <a:xfrm>
            <a:off x="10344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E342D059-3FC7-28E1-B320-65B04551042C}"/>
              </a:ext>
            </a:extLst>
          </p:cNvPr>
          <p:cNvSpPr/>
          <p:nvPr userDrawn="1"/>
        </p:nvSpPr>
        <p:spPr>
          <a:xfrm>
            <a:off x="10534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D8427A18-A92E-3539-CD63-1371303BF530}"/>
              </a:ext>
            </a:extLst>
          </p:cNvPr>
          <p:cNvSpPr/>
          <p:nvPr userDrawn="1"/>
        </p:nvSpPr>
        <p:spPr>
          <a:xfrm>
            <a:off x="10725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D06056EF-EE25-6F87-39B0-F73A16DCEC48}"/>
              </a:ext>
            </a:extLst>
          </p:cNvPr>
          <p:cNvSpPr/>
          <p:nvPr userDrawn="1"/>
        </p:nvSpPr>
        <p:spPr>
          <a:xfrm>
            <a:off x="10915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963FFE80-5473-435A-0FC7-0B1FEFB74D00}"/>
              </a:ext>
            </a:extLst>
          </p:cNvPr>
          <p:cNvSpPr/>
          <p:nvPr userDrawn="1"/>
        </p:nvSpPr>
        <p:spPr>
          <a:xfrm>
            <a:off x="11106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A52421BA-F706-F338-5E18-901DE52C23C5}"/>
              </a:ext>
            </a:extLst>
          </p:cNvPr>
          <p:cNvSpPr/>
          <p:nvPr userDrawn="1"/>
        </p:nvSpPr>
        <p:spPr>
          <a:xfrm>
            <a:off x="11296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2B7F4C8F-DBAA-9BD2-2668-2A2EEF44F4E0}"/>
              </a:ext>
            </a:extLst>
          </p:cNvPr>
          <p:cNvSpPr/>
          <p:nvPr userDrawn="1"/>
        </p:nvSpPr>
        <p:spPr>
          <a:xfrm>
            <a:off x="11487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8BBC7EF6-DF61-13D5-8C24-A2157F8458FE}"/>
              </a:ext>
            </a:extLst>
          </p:cNvPr>
          <p:cNvSpPr/>
          <p:nvPr userDrawn="1"/>
        </p:nvSpPr>
        <p:spPr>
          <a:xfrm>
            <a:off x="11677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76A60B51-8190-D244-696A-1BFE690258A0}"/>
              </a:ext>
            </a:extLst>
          </p:cNvPr>
          <p:cNvSpPr/>
          <p:nvPr userDrawn="1"/>
        </p:nvSpPr>
        <p:spPr>
          <a:xfrm>
            <a:off x="11868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61542D96-BF5F-C75C-A9AF-6CD68D7EEF47}"/>
              </a:ext>
            </a:extLst>
          </p:cNvPr>
          <p:cNvSpPr/>
          <p:nvPr userDrawn="1"/>
        </p:nvSpPr>
        <p:spPr>
          <a:xfrm>
            <a:off x="120586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767AAB90-70E4-6DFE-D9DF-35198ECA29D9}"/>
              </a:ext>
            </a:extLst>
          </p:cNvPr>
          <p:cNvSpPr/>
          <p:nvPr userDrawn="1"/>
        </p:nvSpPr>
        <p:spPr>
          <a:xfrm>
            <a:off x="12249150" y="6451600"/>
            <a:ext cx="101600" cy="101600"/>
          </a:xfrm>
          <a:prstGeom prst="diamond">
            <a:avLst/>
          </a:prstGeom>
          <a:noFill/>
          <a:ln w="15875" cap="flat" cmpd="sng" algn="ctr">
            <a:solidFill>
              <a:srgbClr val="E1A51B">
                <a:alpha val="22000"/>
              </a:srgb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0855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A045D69-A5F0-F78A-D723-A638E604072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097435F-DE93-9FAA-CA4F-C92103AA924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2534764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63FB453-0376-86AE-C99F-7BBAB982739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07517" y="241902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BF7B1470-5E94-F31A-DAE3-E1B1D78BF4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4" y="335016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B3BFCD7-F178-B111-0E5E-657CF42B7E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07517" y="335016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AE82B101-026C-6D0A-A5B6-1AECD8C8F69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4" y="4281312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E769FA0-DF3B-FB65-8AC7-DDE07915745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7517" y="4281312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71BF3B9-6994-3CBB-D65F-6AB475E8C5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4" y="5212457"/>
            <a:ext cx="253476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EA5BC195-16E9-E9F9-1079-A8C5374A934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7517" y="5212457"/>
            <a:ext cx="5825510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261FC9B-27F4-2571-A372-6C59655A3A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3602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D7FCA7F-6CD6-71A8-1852-0B5934AA70F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48066B7-FF4F-72AE-1D4A-914262B854E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2286000"/>
            <a:ext cx="8671561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4F342BE8-3B67-88BD-25BD-9ED0581F32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71527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93DD144-6FA3-E54D-610B-E57BAA5E8F9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F1FDF57-0315-2F19-13D6-14773DDA8A5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03D740C-9DF0-62E2-70DF-0FF73D58F2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F52D1F8-3DD0-8A4F-0413-B67E4B1EBF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10C8924E-F266-95A8-2832-C841D1464E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A880569-6BE8-1CE1-FAC5-6BD19FB1EC9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2A38B2A-D93E-8C4F-421A-2D866AAD91D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7533A330-293B-E769-CDDD-E515E78223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F150D3E-6037-5B2A-1DB6-2D241B5BBA2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2720B9B8-6389-BF9B-BA42-60D926FA90B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642903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04AADC75-BF25-788D-2930-272B3E57C25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C5FC308-AFA0-E9F0-CE9B-CDB5BD60C40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622439" y="2824734"/>
            <a:ext cx="3121762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5073FBC0-84FB-4862-6D2F-D1237457355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072641" y="2286000"/>
            <a:ext cx="5202937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6565D6FA-2298-E264-90AF-325F267C76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072641" y="4594860"/>
            <a:ext cx="5202937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B3981F1B-6F15-F42E-0089-E8F7AD8591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049148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C565C34-BEE4-3679-D41F-19045544248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83A40B39-D3EB-882F-C0F5-3B7F830F00C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7C75A59E-D8BA-DDE2-0298-69419C7D7FB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2472230"/>
            <a:ext cx="4024494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B99CEE4-CC57-7F1B-7BC8-188B69EBF33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4033703"/>
            <a:ext cx="4024494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2A52CD9-7B87-9D54-A336-A1B4F33E21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41942" y="2472230"/>
            <a:ext cx="384661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5D9E8C56-906F-1E48-11CF-18B94A16769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41942" y="3064836"/>
            <a:ext cx="384661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AE7CCA1F-823D-BFCD-FF0A-357F15437E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41943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C9DFF84F-35EC-04B3-3C14-B08FE6B39C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41943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F9EE4732-D3FE-58F1-2F14-307C4C3027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09834" y="3979355"/>
            <a:ext cx="1678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9CAE4029-5504-7912-7CA6-F56D8DDB36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09834" y="4571961"/>
            <a:ext cx="1678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D5729FF8-0613-BA25-C08F-CF90D37B900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479744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7868D07-24DA-B7E6-FF01-7097D2FE2DD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7FF98F8-9979-1555-B72A-99EC15DEA2C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3AE11725-CF94-531A-01C1-DAD14471D1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68C49D7-2A73-9CE5-A011-D3D83B0369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E90D001-312D-7F5A-A577-3DDBE73CD9A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472229"/>
            <a:ext cx="3935555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BD12A555-CA78-E1E2-4696-5F9817B14C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3653886"/>
            <a:ext cx="3935555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5D1C0880-6D44-0650-D496-17A87B0E3F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441975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84F5568-61CF-FCB0-5C8F-4433DD84877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69E95C15-7758-C296-30C8-22D18735092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072640" y="5231080"/>
            <a:ext cx="8671561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B597E66-65C8-407D-23DA-E358D5693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183814" y="2419022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C074A08-0BDC-A021-4686-62B55A44A31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69550" y="2419022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38F416D8-EF85-5B71-797D-8D8715F69E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183814" y="315263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0379C4C8-1008-A52A-41A5-39B6C5677C3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69550" y="315263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2BB823B4-C80A-188B-98C7-2654B5678E0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183814" y="3886241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EBA893CE-F894-7AFF-AF8D-3C8BD60F822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69550" y="3886241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1BC79AB4-7422-4BAB-6F6D-6AC60895A8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183814" y="4619850"/>
            <a:ext cx="2196796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41FC9EE7-3AB1-6C9A-34A0-AF88B55D73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9550" y="4619850"/>
            <a:ext cx="616347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21F28981-75F5-DC11-A016-015F240E0B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566183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F0E0E5E-4B82-3105-FB91-7A29C8EB02B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B4B8F14D-CB08-98F0-ECE0-497BCA62C8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75132FC2-3993-7A76-0A43-3518BF653D0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B7D6AC7E-BA7B-E746-5306-7FAAEE816DA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1FAD5476-575C-2FD5-6CB7-8A5DD6040BE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A70B9678-8D17-5DA4-43D0-2A214DADB4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DB837B94-4D8A-6A6C-E726-4D898CA091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E634AE9-C255-BA7E-6067-7796C84D48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7724729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65B60EB-D496-4100-1339-8B74D7B1ECC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606890E-6F7E-7ADC-583F-F394711D75A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3935555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ABA1FFA-67C9-778A-9C25-F8F6D40C00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99819B48-9E27-86BE-D1A3-6085C969B0A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53004" y="2472230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C20DEE1-1CC4-9A6B-E740-3EE91EB4ED8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53004" y="2859554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7DB1A73-E145-D196-1465-039CF89CB8C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22828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BBDBED0-03AF-3206-B85D-84839D18A7F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22828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ADBDF868-8ECC-0692-29C6-E2375C24498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53004" y="4374427"/>
            <a:ext cx="3935555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AC5DF92F-F879-C937-7B01-06EE4255C5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53004" y="4761750"/>
            <a:ext cx="3935555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C4ECF43-9BCC-FE0C-E193-189A57A21EC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392298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6D16182-1521-8DA4-2EF9-CC562C74E50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D304003-CBB2-EC5A-4486-FD3E255BEB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811082"/>
            <a:ext cx="1723195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1C6A2519-BA11-7A53-576B-E453860134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BD45133-F63B-D306-69C1-26DDD5A7B8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4064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DF5ECF5-EEAA-8584-A062-47DE1C233E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44064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D24CAD9-89D7-5E24-C764-02FDE37E9F5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5300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7208888-59E2-DD10-4F6A-91C6A79801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5300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EB1C6F7-8EA2-C830-F2D8-B82C8CF2025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65364" y="2811082"/>
            <a:ext cx="1723195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00DBEA05-2158-5783-9532-A7D944989A6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65364" y="3658215"/>
            <a:ext cx="1723195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406C010-4F27-2F0E-5E25-1A553FE459B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27157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E0C081B-A90A-C801-6C38-01DD739256B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CB77B2C9-9479-736D-149B-2CCA3C15C72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05BE147D-4C8A-B0ED-51B1-411BA72336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764EB69D-3915-72E7-3F2A-C619C985E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A1529C32-8357-9039-F017-06E621C93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F90F637D-0684-1680-5A28-9FD5B8E5CA1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136EDCB0-ACDC-A800-B034-CB89AD8E213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182793D-03B0-808C-1355-7D13D3BE326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776232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C1F8195-C4CE-0228-8BCC-A762F322469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E1986508-EE45-5155-DF78-3F1276AE7FE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246064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295881D7-DAF9-39F4-FB0A-15D305F467C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3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484604C-5B50-35E8-D5E5-8A0AAEF5ED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178097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5DE6D12-7B02-8369-D379-3E4384D39D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78097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1747E4D6-7937-2CC2-275C-DEB6B802828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7910" y="2472230"/>
            <a:ext cx="246064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E7F5031-F435-6123-5561-1BC882E1E9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27910" y="3419025"/>
            <a:ext cx="246064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1FF80C7-2947-C30E-0961-068D4009ED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9819158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B21ACCD4-770C-D3F3-0BF8-745BED38B69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49CBD5F4-3367-7D00-F50B-C62CED49498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44E11F1B-53FD-36AF-0D13-45BD09DFB2A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806388" y="2472230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13049A69-FF66-B5D7-D3C4-0B7A87E05E4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06388" y="2859554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B5920BA4-E76C-81C7-770E-D0924916C1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437442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42AFA3A2-5281-6A4A-57DD-A76583DB73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06388" y="4374427"/>
            <a:ext cx="7782171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76DD944-525A-0E09-9F00-9E13E186F0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806388" y="4761750"/>
            <a:ext cx="7782171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73D97CB-1502-1271-ACF7-4F3A9F46BF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636443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8E39F7C-E6BF-3486-2377-D327E901A59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82BF1548-EA41-421E-F391-8900626AF23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2472230"/>
            <a:ext cx="4197925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1D47BCD6-1193-3E7C-E187-2F6B3B61D19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228284" y="4532455"/>
            <a:ext cx="4197925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DE06D7DB-03C4-99A2-3E68-3BB8ACA5B5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4" y="2472230"/>
            <a:ext cx="4197925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594AB0EC-8340-31E9-593F-320A6AECB0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4" y="5047511"/>
            <a:ext cx="4197925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64DC1073-E343-32B1-503C-E181DD48D9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28715" y="2286001"/>
            <a:ext cx="3815487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2EF5B381-5B3A-2632-A364-06FBCFC733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28715" y="3342342"/>
            <a:ext cx="3815487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B26FF15-44C2-FA64-35F2-AA6382AA35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33492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D69E0AA-5832-DCB0-6926-B3DEF1C20B8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2DBF9584-EA1F-5A0C-2226-991AFFB3EA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183814" y="241902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DD53CFF-78EB-CB11-CE6A-FB923B926F6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61919" y="241902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157F3447-16CE-D7FE-61BB-5F09A3651A9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183815" y="335016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F955441-B60F-DCAA-31EE-F12716ED08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61919" y="335016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96C37D8E-ED01-2A08-469F-38C88A3524B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183815" y="4281312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E99FB25-E282-A733-3D32-A66AEE80D52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61919" y="4281312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27BDB3AC-D21E-AFAF-3C95-9AC7145144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83815" y="5212457"/>
            <a:ext cx="489165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A4ACD789-E400-8375-583D-FEF4E44FAF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761919" y="5212457"/>
            <a:ext cx="7871109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BA1564C5-A0CD-79B0-4A32-D6EE4B7941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303177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2FEED973-27C1-BF89-D314-46CF5866EE3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072640" y="585216"/>
            <a:ext cx="8674100" cy="1499616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072640" y="6470704"/>
            <a:ext cx="1104900" cy="274320"/>
          </a:xfrm>
        </p:spPr>
        <p:txBody>
          <a:bodyPr/>
          <a:lstStyle/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705A56D4-2D7C-9BD6-591C-AC13C9F0DC4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228283" y="4842659"/>
            <a:ext cx="2098963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8E87C3C9-5AC4-B189-3290-5C57ADB2DEB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13962" y="4842659"/>
            <a:ext cx="6174596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D90E2903-290A-0A0F-EDED-C3592E74C79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228283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1FF83F5E-D3C6-69B1-7AFC-C0237259252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228283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60153090-1F99-6BBB-DFCE-5BDF4D3066E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78097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104C98C7-FA31-AECE-EF3E-1BA35BEA0C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78097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A571F9E3-E461-C6D0-65DF-6A01F4D89B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7910" y="2472229"/>
            <a:ext cx="2460648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98979F55-CED5-6D2E-51A3-423F56E7A6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7910" y="2996487"/>
            <a:ext cx="2460648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2B257A8-50D5-ACAA-92A5-83C5B2A655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072640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68174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EA396213-0D21-E7D4-CD66-4C3C312CE030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F163761A-A4E5-4C7D-9728-6F0BC80FAE16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DDE2B9A-5AB6-497C-A8BC-8EC14D6B6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71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026C6C"/>
      </a:dk1>
      <a:lt1>
        <a:srgbClr val="F6F5F3"/>
      </a:lt1>
      <a:dk2>
        <a:srgbClr val="455353"/>
      </a:dk2>
      <a:lt2>
        <a:srgbClr val="E8E8E6"/>
      </a:lt2>
      <a:accent1>
        <a:srgbClr val="026C6C"/>
      </a:accent1>
      <a:accent2>
        <a:srgbClr val="B58623"/>
      </a:accent2>
      <a:accent3>
        <a:srgbClr val="455353"/>
      </a:accent3>
      <a:accent4>
        <a:srgbClr val="026C6C"/>
      </a:accent4>
      <a:accent5>
        <a:srgbClr val="026C6C"/>
      </a:accent5>
      <a:accent6>
        <a:srgbClr val="455353"/>
      </a:accent6>
      <a:hlink>
        <a:srgbClr val="026C6C"/>
      </a:hlink>
      <a:folHlink>
        <a:srgbClr val="455353"/>
      </a:folHlink>
    </a:clrScheme>
    <a:fontScheme name="Integral">
      <a:majorFont>
        <a:latin typeface="Bahnschrift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2026-10-03T19:59:39Z</dcterms:created>
  <dcterms:modified xsi:type="dcterms:W3CDTF">2026-10-03T19:59:54Z</dcterms:modified>
</cp:coreProperties>
</file>