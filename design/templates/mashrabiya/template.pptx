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8BFCFE09-30A1-BF4A-BB73-D6DF788CB31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2072640" y="4960137"/>
            <a:ext cx="61595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>
            <a:lvl1pPr algn="l">
              <a:defRPr/>
            </a:lvl1pPr>
          </a:lstStyle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74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8C521D4-F15C-147D-079B-150C6A0E918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BDADFD07-404C-603B-D663-1282E567DEC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83814" y="2419022"/>
            <a:ext cx="2534764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76B0CC61-354F-5ECC-B7B2-5CC2914FAD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07517" y="2419022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6D41A795-73AC-B365-38DF-B897ADF895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83814" y="3350167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5001D8F-424D-BDD4-AB0A-187F8A06228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07517" y="3350167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98C2785E-D253-AB32-BE8F-739D9F666A5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83814" y="4281312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6F484D6-87F6-D453-C734-B3B5D4A4593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7517" y="4281312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B519889E-8EE9-4410-53E8-4B162193D5E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83814" y="5212457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CDC86B4E-8197-634A-321D-EEC48FD56C3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7517" y="5212457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4CFA28FC-456D-9E31-4DB8-DD0A6F63DF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6168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6FA2EB7-C6D7-777C-E7BE-9C222D5F797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DFA2B534-7AF8-8669-5109-123C13147AB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5159248"/>
            <a:ext cx="8671561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099080B9-6E16-021E-27DE-A7860ABE5C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472229"/>
            <a:ext cx="393555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3691D475-F87C-70A4-B944-CCFB4DFE4B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4" y="3987526"/>
            <a:ext cx="393555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31F0CAFE-4AA4-E13C-68F8-F2FFCFDBDAE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2472229"/>
            <a:ext cx="393555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EE63DB8F-66B3-F561-45C4-3466F1675B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3004" y="3987526"/>
            <a:ext cx="393555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7772DFFD-B28E-5490-B185-A2C7136D50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52902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DBCB1F3-E4DE-4BEE-8430-D89B0DD09DC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4FE180E2-FF5D-CED9-E549-DF20F005781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5159248"/>
            <a:ext cx="8671561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BF4BE9A7-30E4-E63E-D66A-515E615CA1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472229"/>
            <a:ext cx="172319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C0BFE33C-4F5E-9554-EAB5-9C1A6C5F5E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4" y="3987526"/>
            <a:ext cx="172319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0DA9803F-1BE7-887C-845E-44CB645410D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40644" y="2472229"/>
            <a:ext cx="172319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D5B9D354-85F1-2BAA-09C1-2A1634517B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40644" y="3987526"/>
            <a:ext cx="172319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60D14075-2E71-FFD8-F972-759C667D61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53004" y="2472229"/>
            <a:ext cx="172319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BBC11B70-C1DF-5FF6-6350-ED31B071256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53004" y="3987526"/>
            <a:ext cx="172319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CD790D8A-D341-DDED-A82B-3C3BC467B2B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65364" y="2472229"/>
            <a:ext cx="172319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4CA4EEF5-F2EF-4070-3966-66F39F8411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65364" y="3987526"/>
            <a:ext cx="172319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D7C039F1-7015-4AD4-AF3C-20F6C2C6781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08355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EA18F5A-0392-A668-3413-E7CC53A8341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12D01E9B-AC7A-173A-D151-B558A849664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2286000"/>
            <a:ext cx="4856075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6C880B9F-0AF6-B084-30A2-EEED0CF50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31220" y="2472230"/>
            <a:ext cx="3157338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5FBB0269-0E0C-F4E6-29C6-BA364F0DFA2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31220" y="5159249"/>
            <a:ext cx="3157338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A7FB5A14-C0DE-D984-4E54-05962CC8A46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87466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09A29CF-AA74-4C85-5E3B-484E4BAD9CF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BC66ECD7-0F52-9F8B-7102-D887B4CFAFF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246064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8B4D7D59-948A-6C97-FA23-B63E1380F6C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3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E53E9D07-089A-3624-26A2-7D4A8F09B8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78097" y="2472230"/>
            <a:ext cx="246064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74AD1406-7475-FC80-81BB-2B3518F6281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78097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5F663267-2D6F-EE85-2EEE-750DE8EBA6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7910" y="2472230"/>
            <a:ext cx="246064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33B70971-FED0-8E74-F2B8-701838CE997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27910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36303CBF-F558-2B2D-D0AC-348D4C448D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082601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3ACA330-7CF0-59B1-1742-985D4B2C9B7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02151AD7-B049-27B7-8FA8-6FD66301150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393555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ABBC9A8-AD07-F772-CDF2-72DDDE6D71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3419025"/>
            <a:ext cx="393555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DF7C53B5-AB33-014C-92C1-55B3E100D6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53004" y="2472230"/>
            <a:ext cx="393555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B89D90FE-49DD-B7B4-1E3B-1FC7F4C356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3419025"/>
            <a:ext cx="393555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9EA7B12C-A959-15ED-62D2-B64DD85BEB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3494041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3827D2D-408A-E521-6E32-CD56423CAC2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84A0DADF-F6C0-CDA9-370D-BD9FC0BD99AF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2072640" y="2286000"/>
            <a:ext cx="6070093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DC6FC344-CA10-998A-2FA8-5A1C71C95F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89596" y="2429663"/>
            <a:ext cx="2254606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72D2060F-5F7B-0699-54BA-1FE55E2595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5154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07DDE7C-0BB8-E6E5-4DDE-0D374FE9139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113EF2D8-B4B4-7DB7-0FB3-DADA76FD410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3935555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8AB76ACE-EABC-C722-3911-691419532F1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05125609-39B8-7631-68B8-AD91164DB5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53004" y="2472230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082DAB8F-4BBC-0098-44CB-6E652F11F6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70240F67-FCAD-0F74-ED83-5F8643751E1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22828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97934ED9-6E6B-1272-FDDA-28D02E53FA0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22828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DCDA70AD-E375-3D55-15D2-F52F08546FB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5300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0E7FF0C9-1B62-1BF5-4AB7-181AFD702D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5300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91AD8845-329E-B07D-4776-AB0B521A021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316398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017E30C-70E3-BB1A-E198-976687BEB3B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DFC96935-B2A2-C3EF-3FFC-60266A6873A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2286000"/>
            <a:ext cx="867156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68CA7475-79DC-53D4-E776-718E5C42AD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57410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0DBB76C-4072-FD9D-B849-6C07C86292F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003F2D4-EDC9-1ABE-D399-1540342777B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2286000"/>
            <a:ext cx="8671561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7571808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00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E1A51B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7FA53C9A-C9EC-EC3D-B903-226ED8C222F4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E1A51B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938A48E3-493F-CA56-D2FA-6DB679B1969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E1A51B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pattern">
            <a:extLst>
              <a:ext uri="{FF2B5EF4-FFF2-40B4-BE49-F238E27FC236}">
                <a16:creationId xmlns:a16="http://schemas.microsoft.com/office/drawing/2014/main" id="{9E1E8C5D-D310-EE08-586B-FE0685B289F8}"/>
              </a:ext>
            </a:extLst>
          </p:cNvPr>
          <p:cNvSpPr/>
          <p:nvPr userDrawn="1"/>
        </p:nvSpPr>
        <p:spPr>
          <a:xfrm>
            <a:off x="15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ttern">
            <a:extLst>
              <a:ext uri="{FF2B5EF4-FFF2-40B4-BE49-F238E27FC236}">
                <a16:creationId xmlns:a16="http://schemas.microsoft.com/office/drawing/2014/main" id="{D678D7A7-82C1-F323-40BE-9D588A08BED1}"/>
              </a:ext>
            </a:extLst>
          </p:cNvPr>
          <p:cNvSpPr/>
          <p:nvPr userDrawn="1"/>
        </p:nvSpPr>
        <p:spPr>
          <a:xfrm>
            <a:off x="34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ttern">
            <a:extLst>
              <a:ext uri="{FF2B5EF4-FFF2-40B4-BE49-F238E27FC236}">
                <a16:creationId xmlns:a16="http://schemas.microsoft.com/office/drawing/2014/main" id="{1A6345CE-6E54-BBD6-C752-84719009DCF9}"/>
              </a:ext>
            </a:extLst>
          </p:cNvPr>
          <p:cNvSpPr/>
          <p:nvPr userDrawn="1"/>
        </p:nvSpPr>
        <p:spPr>
          <a:xfrm>
            <a:off x="53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ttern">
            <a:extLst>
              <a:ext uri="{FF2B5EF4-FFF2-40B4-BE49-F238E27FC236}">
                <a16:creationId xmlns:a16="http://schemas.microsoft.com/office/drawing/2014/main" id="{CFD06208-B67E-215B-A767-6622227547EA}"/>
              </a:ext>
            </a:extLst>
          </p:cNvPr>
          <p:cNvSpPr/>
          <p:nvPr userDrawn="1"/>
        </p:nvSpPr>
        <p:spPr>
          <a:xfrm>
            <a:off x="72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ttern">
            <a:extLst>
              <a:ext uri="{FF2B5EF4-FFF2-40B4-BE49-F238E27FC236}">
                <a16:creationId xmlns:a16="http://schemas.microsoft.com/office/drawing/2014/main" id="{6FA9A3AA-1B62-DBFB-8B5E-DA667AE7CC11}"/>
              </a:ext>
            </a:extLst>
          </p:cNvPr>
          <p:cNvSpPr/>
          <p:nvPr userDrawn="1"/>
        </p:nvSpPr>
        <p:spPr>
          <a:xfrm>
            <a:off x="91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ttern">
            <a:extLst>
              <a:ext uri="{FF2B5EF4-FFF2-40B4-BE49-F238E27FC236}">
                <a16:creationId xmlns:a16="http://schemas.microsoft.com/office/drawing/2014/main" id="{16506C9A-1C9C-FC58-A690-7213D8D5298A}"/>
              </a:ext>
            </a:extLst>
          </p:cNvPr>
          <p:cNvSpPr/>
          <p:nvPr userDrawn="1"/>
        </p:nvSpPr>
        <p:spPr>
          <a:xfrm>
            <a:off x="110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ttern">
            <a:extLst>
              <a:ext uri="{FF2B5EF4-FFF2-40B4-BE49-F238E27FC236}">
                <a16:creationId xmlns:a16="http://schemas.microsoft.com/office/drawing/2014/main" id="{2C86E469-ECE0-F635-64ED-CCCA72F104A5}"/>
              </a:ext>
            </a:extLst>
          </p:cNvPr>
          <p:cNvSpPr/>
          <p:nvPr userDrawn="1"/>
        </p:nvSpPr>
        <p:spPr>
          <a:xfrm>
            <a:off x="129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ttern">
            <a:extLst>
              <a:ext uri="{FF2B5EF4-FFF2-40B4-BE49-F238E27FC236}">
                <a16:creationId xmlns:a16="http://schemas.microsoft.com/office/drawing/2014/main" id="{A520C85B-2315-9B4A-EC9E-B753957406DF}"/>
              </a:ext>
            </a:extLst>
          </p:cNvPr>
          <p:cNvSpPr/>
          <p:nvPr userDrawn="1"/>
        </p:nvSpPr>
        <p:spPr>
          <a:xfrm>
            <a:off x="148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ttern">
            <a:extLst>
              <a:ext uri="{FF2B5EF4-FFF2-40B4-BE49-F238E27FC236}">
                <a16:creationId xmlns:a16="http://schemas.microsoft.com/office/drawing/2014/main" id="{47563278-FCCE-3089-EE87-D25E820F8462}"/>
              </a:ext>
            </a:extLst>
          </p:cNvPr>
          <p:cNvSpPr/>
          <p:nvPr userDrawn="1"/>
        </p:nvSpPr>
        <p:spPr>
          <a:xfrm>
            <a:off x="167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ttern">
            <a:extLst>
              <a:ext uri="{FF2B5EF4-FFF2-40B4-BE49-F238E27FC236}">
                <a16:creationId xmlns:a16="http://schemas.microsoft.com/office/drawing/2014/main" id="{06E13DFA-CCA8-2609-36E3-7163CA2D5F12}"/>
              </a:ext>
            </a:extLst>
          </p:cNvPr>
          <p:cNvSpPr/>
          <p:nvPr userDrawn="1"/>
        </p:nvSpPr>
        <p:spPr>
          <a:xfrm>
            <a:off x="186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ttern">
            <a:extLst>
              <a:ext uri="{FF2B5EF4-FFF2-40B4-BE49-F238E27FC236}">
                <a16:creationId xmlns:a16="http://schemas.microsoft.com/office/drawing/2014/main" id="{C4D3D717-F6FA-762F-5181-815C50827865}"/>
              </a:ext>
            </a:extLst>
          </p:cNvPr>
          <p:cNvSpPr/>
          <p:nvPr userDrawn="1"/>
        </p:nvSpPr>
        <p:spPr>
          <a:xfrm>
            <a:off x="205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ttern">
            <a:extLst>
              <a:ext uri="{FF2B5EF4-FFF2-40B4-BE49-F238E27FC236}">
                <a16:creationId xmlns:a16="http://schemas.microsoft.com/office/drawing/2014/main" id="{D8C21400-1BAF-0A26-8661-8215E09F202C}"/>
              </a:ext>
            </a:extLst>
          </p:cNvPr>
          <p:cNvSpPr/>
          <p:nvPr userDrawn="1"/>
        </p:nvSpPr>
        <p:spPr>
          <a:xfrm>
            <a:off x="224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attern">
            <a:extLst>
              <a:ext uri="{FF2B5EF4-FFF2-40B4-BE49-F238E27FC236}">
                <a16:creationId xmlns:a16="http://schemas.microsoft.com/office/drawing/2014/main" id="{C406B251-E946-93A4-165B-268C1D002AB2}"/>
              </a:ext>
            </a:extLst>
          </p:cNvPr>
          <p:cNvSpPr/>
          <p:nvPr userDrawn="1"/>
        </p:nvSpPr>
        <p:spPr>
          <a:xfrm>
            <a:off x="243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ttern">
            <a:extLst>
              <a:ext uri="{FF2B5EF4-FFF2-40B4-BE49-F238E27FC236}">
                <a16:creationId xmlns:a16="http://schemas.microsoft.com/office/drawing/2014/main" id="{F521278B-7B35-6F96-2D87-723E3BB4CE1C}"/>
              </a:ext>
            </a:extLst>
          </p:cNvPr>
          <p:cNvSpPr/>
          <p:nvPr userDrawn="1"/>
        </p:nvSpPr>
        <p:spPr>
          <a:xfrm>
            <a:off x="262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ttern">
            <a:extLst>
              <a:ext uri="{FF2B5EF4-FFF2-40B4-BE49-F238E27FC236}">
                <a16:creationId xmlns:a16="http://schemas.microsoft.com/office/drawing/2014/main" id="{FEB16ACC-CE15-C4C1-797E-01CBD30A19B3}"/>
              </a:ext>
            </a:extLst>
          </p:cNvPr>
          <p:cNvSpPr/>
          <p:nvPr userDrawn="1"/>
        </p:nvSpPr>
        <p:spPr>
          <a:xfrm>
            <a:off x="281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pattern">
            <a:extLst>
              <a:ext uri="{FF2B5EF4-FFF2-40B4-BE49-F238E27FC236}">
                <a16:creationId xmlns:a16="http://schemas.microsoft.com/office/drawing/2014/main" id="{7C4D906F-BB1D-CFA4-D81A-2620C7C93ED2}"/>
              </a:ext>
            </a:extLst>
          </p:cNvPr>
          <p:cNvSpPr/>
          <p:nvPr userDrawn="1"/>
        </p:nvSpPr>
        <p:spPr>
          <a:xfrm>
            <a:off x="300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attern">
            <a:extLst>
              <a:ext uri="{FF2B5EF4-FFF2-40B4-BE49-F238E27FC236}">
                <a16:creationId xmlns:a16="http://schemas.microsoft.com/office/drawing/2014/main" id="{90C3AA39-6537-2CF7-9DA1-7B9ED3D962D7}"/>
              </a:ext>
            </a:extLst>
          </p:cNvPr>
          <p:cNvSpPr/>
          <p:nvPr userDrawn="1"/>
        </p:nvSpPr>
        <p:spPr>
          <a:xfrm>
            <a:off x="320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ttern">
            <a:extLst>
              <a:ext uri="{FF2B5EF4-FFF2-40B4-BE49-F238E27FC236}">
                <a16:creationId xmlns:a16="http://schemas.microsoft.com/office/drawing/2014/main" id="{8B1A5925-F649-585B-6800-38D8E7795023}"/>
              </a:ext>
            </a:extLst>
          </p:cNvPr>
          <p:cNvSpPr/>
          <p:nvPr userDrawn="1"/>
        </p:nvSpPr>
        <p:spPr>
          <a:xfrm>
            <a:off x="339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attern">
            <a:extLst>
              <a:ext uri="{FF2B5EF4-FFF2-40B4-BE49-F238E27FC236}">
                <a16:creationId xmlns:a16="http://schemas.microsoft.com/office/drawing/2014/main" id="{7B71466A-FCE2-6EC5-9990-1861B1D248D0}"/>
              </a:ext>
            </a:extLst>
          </p:cNvPr>
          <p:cNvSpPr/>
          <p:nvPr userDrawn="1"/>
        </p:nvSpPr>
        <p:spPr>
          <a:xfrm>
            <a:off x="358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ttern">
            <a:extLst>
              <a:ext uri="{FF2B5EF4-FFF2-40B4-BE49-F238E27FC236}">
                <a16:creationId xmlns:a16="http://schemas.microsoft.com/office/drawing/2014/main" id="{214F0E73-739B-B27E-5EF8-46E5701E4581}"/>
              </a:ext>
            </a:extLst>
          </p:cNvPr>
          <p:cNvSpPr/>
          <p:nvPr userDrawn="1"/>
        </p:nvSpPr>
        <p:spPr>
          <a:xfrm>
            <a:off x="377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attern">
            <a:extLst>
              <a:ext uri="{FF2B5EF4-FFF2-40B4-BE49-F238E27FC236}">
                <a16:creationId xmlns:a16="http://schemas.microsoft.com/office/drawing/2014/main" id="{952E5266-0963-8441-C80B-A0177B4A6865}"/>
              </a:ext>
            </a:extLst>
          </p:cNvPr>
          <p:cNvSpPr/>
          <p:nvPr userDrawn="1"/>
        </p:nvSpPr>
        <p:spPr>
          <a:xfrm>
            <a:off x="396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ttern">
            <a:extLst>
              <a:ext uri="{FF2B5EF4-FFF2-40B4-BE49-F238E27FC236}">
                <a16:creationId xmlns:a16="http://schemas.microsoft.com/office/drawing/2014/main" id="{4A2870FC-4546-8E48-D92D-BBBAED118504}"/>
              </a:ext>
            </a:extLst>
          </p:cNvPr>
          <p:cNvSpPr/>
          <p:nvPr userDrawn="1"/>
        </p:nvSpPr>
        <p:spPr>
          <a:xfrm>
            <a:off x="415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ttern">
            <a:extLst>
              <a:ext uri="{FF2B5EF4-FFF2-40B4-BE49-F238E27FC236}">
                <a16:creationId xmlns:a16="http://schemas.microsoft.com/office/drawing/2014/main" id="{B13766B5-ABDA-F962-7190-F87D9DC7147C}"/>
              </a:ext>
            </a:extLst>
          </p:cNvPr>
          <p:cNvSpPr/>
          <p:nvPr userDrawn="1"/>
        </p:nvSpPr>
        <p:spPr>
          <a:xfrm>
            <a:off x="434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pattern">
            <a:extLst>
              <a:ext uri="{FF2B5EF4-FFF2-40B4-BE49-F238E27FC236}">
                <a16:creationId xmlns:a16="http://schemas.microsoft.com/office/drawing/2014/main" id="{CF36934B-37AA-212D-8B2C-897FEA5672FC}"/>
              </a:ext>
            </a:extLst>
          </p:cNvPr>
          <p:cNvSpPr/>
          <p:nvPr userDrawn="1"/>
        </p:nvSpPr>
        <p:spPr>
          <a:xfrm>
            <a:off x="453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ttern">
            <a:extLst>
              <a:ext uri="{FF2B5EF4-FFF2-40B4-BE49-F238E27FC236}">
                <a16:creationId xmlns:a16="http://schemas.microsoft.com/office/drawing/2014/main" id="{31521F71-5FCB-A5F0-FC43-43618CEA8CDC}"/>
              </a:ext>
            </a:extLst>
          </p:cNvPr>
          <p:cNvSpPr/>
          <p:nvPr userDrawn="1"/>
        </p:nvSpPr>
        <p:spPr>
          <a:xfrm>
            <a:off x="472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ttern">
            <a:extLst>
              <a:ext uri="{FF2B5EF4-FFF2-40B4-BE49-F238E27FC236}">
                <a16:creationId xmlns:a16="http://schemas.microsoft.com/office/drawing/2014/main" id="{00E061FB-FD72-3D9B-E160-E74DAB5D1369}"/>
              </a:ext>
            </a:extLst>
          </p:cNvPr>
          <p:cNvSpPr/>
          <p:nvPr userDrawn="1"/>
        </p:nvSpPr>
        <p:spPr>
          <a:xfrm>
            <a:off x="491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pattern">
            <a:extLst>
              <a:ext uri="{FF2B5EF4-FFF2-40B4-BE49-F238E27FC236}">
                <a16:creationId xmlns:a16="http://schemas.microsoft.com/office/drawing/2014/main" id="{D07FA476-D426-EE25-1D98-8E142BC36EF4}"/>
              </a:ext>
            </a:extLst>
          </p:cNvPr>
          <p:cNvSpPr/>
          <p:nvPr userDrawn="1"/>
        </p:nvSpPr>
        <p:spPr>
          <a:xfrm>
            <a:off x="510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pattern">
            <a:extLst>
              <a:ext uri="{FF2B5EF4-FFF2-40B4-BE49-F238E27FC236}">
                <a16:creationId xmlns:a16="http://schemas.microsoft.com/office/drawing/2014/main" id="{A69D027C-DD13-4B75-F274-E2E9730A2240}"/>
              </a:ext>
            </a:extLst>
          </p:cNvPr>
          <p:cNvSpPr/>
          <p:nvPr userDrawn="1"/>
        </p:nvSpPr>
        <p:spPr>
          <a:xfrm>
            <a:off x="529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attern">
            <a:extLst>
              <a:ext uri="{FF2B5EF4-FFF2-40B4-BE49-F238E27FC236}">
                <a16:creationId xmlns:a16="http://schemas.microsoft.com/office/drawing/2014/main" id="{DCF9D2FC-017C-A82A-5BF4-7D8F5B582D57}"/>
              </a:ext>
            </a:extLst>
          </p:cNvPr>
          <p:cNvSpPr/>
          <p:nvPr userDrawn="1"/>
        </p:nvSpPr>
        <p:spPr>
          <a:xfrm>
            <a:off x="548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pattern">
            <a:extLst>
              <a:ext uri="{FF2B5EF4-FFF2-40B4-BE49-F238E27FC236}">
                <a16:creationId xmlns:a16="http://schemas.microsoft.com/office/drawing/2014/main" id="{1787FCA8-D329-5003-9C39-17EF54E1BBF4}"/>
              </a:ext>
            </a:extLst>
          </p:cNvPr>
          <p:cNvSpPr/>
          <p:nvPr userDrawn="1"/>
        </p:nvSpPr>
        <p:spPr>
          <a:xfrm>
            <a:off x="567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ttern">
            <a:extLst>
              <a:ext uri="{FF2B5EF4-FFF2-40B4-BE49-F238E27FC236}">
                <a16:creationId xmlns:a16="http://schemas.microsoft.com/office/drawing/2014/main" id="{6FCC787F-E82A-82A5-ED8F-AF72BE52A4AE}"/>
              </a:ext>
            </a:extLst>
          </p:cNvPr>
          <p:cNvSpPr/>
          <p:nvPr userDrawn="1"/>
        </p:nvSpPr>
        <p:spPr>
          <a:xfrm>
            <a:off x="586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ttern">
            <a:extLst>
              <a:ext uri="{FF2B5EF4-FFF2-40B4-BE49-F238E27FC236}">
                <a16:creationId xmlns:a16="http://schemas.microsoft.com/office/drawing/2014/main" id="{29035A61-10EB-8BB9-155A-791C4045146A}"/>
              </a:ext>
            </a:extLst>
          </p:cNvPr>
          <p:cNvSpPr/>
          <p:nvPr userDrawn="1"/>
        </p:nvSpPr>
        <p:spPr>
          <a:xfrm>
            <a:off x="605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ttern">
            <a:extLst>
              <a:ext uri="{FF2B5EF4-FFF2-40B4-BE49-F238E27FC236}">
                <a16:creationId xmlns:a16="http://schemas.microsoft.com/office/drawing/2014/main" id="{53F7EC0D-9238-5C67-BD29-9FF6DEA3D260}"/>
              </a:ext>
            </a:extLst>
          </p:cNvPr>
          <p:cNvSpPr/>
          <p:nvPr userDrawn="1"/>
        </p:nvSpPr>
        <p:spPr>
          <a:xfrm>
            <a:off x="624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ttern">
            <a:extLst>
              <a:ext uri="{FF2B5EF4-FFF2-40B4-BE49-F238E27FC236}">
                <a16:creationId xmlns:a16="http://schemas.microsoft.com/office/drawing/2014/main" id="{29527009-0503-2128-BC84-0FBF4D0B1527}"/>
              </a:ext>
            </a:extLst>
          </p:cNvPr>
          <p:cNvSpPr/>
          <p:nvPr userDrawn="1"/>
        </p:nvSpPr>
        <p:spPr>
          <a:xfrm>
            <a:off x="643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pattern">
            <a:extLst>
              <a:ext uri="{FF2B5EF4-FFF2-40B4-BE49-F238E27FC236}">
                <a16:creationId xmlns:a16="http://schemas.microsoft.com/office/drawing/2014/main" id="{69FEB053-06C2-676C-84F7-3D10AA261DDB}"/>
              </a:ext>
            </a:extLst>
          </p:cNvPr>
          <p:cNvSpPr/>
          <p:nvPr userDrawn="1"/>
        </p:nvSpPr>
        <p:spPr>
          <a:xfrm>
            <a:off x="662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pattern">
            <a:extLst>
              <a:ext uri="{FF2B5EF4-FFF2-40B4-BE49-F238E27FC236}">
                <a16:creationId xmlns:a16="http://schemas.microsoft.com/office/drawing/2014/main" id="{C5F14EC1-EBD6-A946-258B-F9640E43F736}"/>
              </a:ext>
            </a:extLst>
          </p:cNvPr>
          <p:cNvSpPr/>
          <p:nvPr userDrawn="1"/>
        </p:nvSpPr>
        <p:spPr>
          <a:xfrm>
            <a:off x="681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attern">
            <a:extLst>
              <a:ext uri="{FF2B5EF4-FFF2-40B4-BE49-F238E27FC236}">
                <a16:creationId xmlns:a16="http://schemas.microsoft.com/office/drawing/2014/main" id="{2E43F9AF-E184-27F4-6CEC-379B18885BF4}"/>
              </a:ext>
            </a:extLst>
          </p:cNvPr>
          <p:cNvSpPr/>
          <p:nvPr userDrawn="1"/>
        </p:nvSpPr>
        <p:spPr>
          <a:xfrm>
            <a:off x="701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pattern">
            <a:extLst>
              <a:ext uri="{FF2B5EF4-FFF2-40B4-BE49-F238E27FC236}">
                <a16:creationId xmlns:a16="http://schemas.microsoft.com/office/drawing/2014/main" id="{172DDC6D-0E22-83F8-F85D-62BDCF842DBC}"/>
              </a:ext>
            </a:extLst>
          </p:cNvPr>
          <p:cNvSpPr/>
          <p:nvPr userDrawn="1"/>
        </p:nvSpPr>
        <p:spPr>
          <a:xfrm>
            <a:off x="720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pattern">
            <a:extLst>
              <a:ext uri="{FF2B5EF4-FFF2-40B4-BE49-F238E27FC236}">
                <a16:creationId xmlns:a16="http://schemas.microsoft.com/office/drawing/2014/main" id="{D0A782D0-E123-A883-F9B2-9A71BAAA71FE}"/>
              </a:ext>
            </a:extLst>
          </p:cNvPr>
          <p:cNvSpPr/>
          <p:nvPr userDrawn="1"/>
        </p:nvSpPr>
        <p:spPr>
          <a:xfrm>
            <a:off x="739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pattern">
            <a:extLst>
              <a:ext uri="{FF2B5EF4-FFF2-40B4-BE49-F238E27FC236}">
                <a16:creationId xmlns:a16="http://schemas.microsoft.com/office/drawing/2014/main" id="{1E8324D1-083B-879C-545C-9E6098EDD9C3}"/>
              </a:ext>
            </a:extLst>
          </p:cNvPr>
          <p:cNvSpPr/>
          <p:nvPr userDrawn="1"/>
        </p:nvSpPr>
        <p:spPr>
          <a:xfrm>
            <a:off x="758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pattern">
            <a:extLst>
              <a:ext uri="{FF2B5EF4-FFF2-40B4-BE49-F238E27FC236}">
                <a16:creationId xmlns:a16="http://schemas.microsoft.com/office/drawing/2014/main" id="{A7168E7F-CE55-F80F-5B41-C17D99BE3BB8}"/>
              </a:ext>
            </a:extLst>
          </p:cNvPr>
          <p:cNvSpPr/>
          <p:nvPr userDrawn="1"/>
        </p:nvSpPr>
        <p:spPr>
          <a:xfrm>
            <a:off x="777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pattern">
            <a:extLst>
              <a:ext uri="{FF2B5EF4-FFF2-40B4-BE49-F238E27FC236}">
                <a16:creationId xmlns:a16="http://schemas.microsoft.com/office/drawing/2014/main" id="{9184AA48-8708-2302-320F-74DC5389BADF}"/>
              </a:ext>
            </a:extLst>
          </p:cNvPr>
          <p:cNvSpPr/>
          <p:nvPr userDrawn="1"/>
        </p:nvSpPr>
        <p:spPr>
          <a:xfrm>
            <a:off x="796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pattern">
            <a:extLst>
              <a:ext uri="{FF2B5EF4-FFF2-40B4-BE49-F238E27FC236}">
                <a16:creationId xmlns:a16="http://schemas.microsoft.com/office/drawing/2014/main" id="{DE38544D-00F8-1EE4-6019-179E97DA75A4}"/>
              </a:ext>
            </a:extLst>
          </p:cNvPr>
          <p:cNvSpPr/>
          <p:nvPr userDrawn="1"/>
        </p:nvSpPr>
        <p:spPr>
          <a:xfrm>
            <a:off x="815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attern">
            <a:extLst>
              <a:ext uri="{FF2B5EF4-FFF2-40B4-BE49-F238E27FC236}">
                <a16:creationId xmlns:a16="http://schemas.microsoft.com/office/drawing/2014/main" id="{36DF1EF5-E95A-7042-F1D0-CC62782BFF95}"/>
              </a:ext>
            </a:extLst>
          </p:cNvPr>
          <p:cNvSpPr/>
          <p:nvPr userDrawn="1"/>
        </p:nvSpPr>
        <p:spPr>
          <a:xfrm>
            <a:off x="834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pattern">
            <a:extLst>
              <a:ext uri="{FF2B5EF4-FFF2-40B4-BE49-F238E27FC236}">
                <a16:creationId xmlns:a16="http://schemas.microsoft.com/office/drawing/2014/main" id="{901C4543-5C0F-DB99-AC1F-0FE38BAA0D26}"/>
              </a:ext>
            </a:extLst>
          </p:cNvPr>
          <p:cNvSpPr/>
          <p:nvPr userDrawn="1"/>
        </p:nvSpPr>
        <p:spPr>
          <a:xfrm>
            <a:off x="853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attern">
            <a:extLst>
              <a:ext uri="{FF2B5EF4-FFF2-40B4-BE49-F238E27FC236}">
                <a16:creationId xmlns:a16="http://schemas.microsoft.com/office/drawing/2014/main" id="{DB454829-5182-6045-3595-83282DD00273}"/>
              </a:ext>
            </a:extLst>
          </p:cNvPr>
          <p:cNvSpPr/>
          <p:nvPr userDrawn="1"/>
        </p:nvSpPr>
        <p:spPr>
          <a:xfrm>
            <a:off x="872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pattern">
            <a:extLst>
              <a:ext uri="{FF2B5EF4-FFF2-40B4-BE49-F238E27FC236}">
                <a16:creationId xmlns:a16="http://schemas.microsoft.com/office/drawing/2014/main" id="{9D21E128-9BBF-535D-2A52-E84D53B1BB46}"/>
              </a:ext>
            </a:extLst>
          </p:cNvPr>
          <p:cNvSpPr/>
          <p:nvPr userDrawn="1"/>
        </p:nvSpPr>
        <p:spPr>
          <a:xfrm>
            <a:off x="891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pattern">
            <a:extLst>
              <a:ext uri="{FF2B5EF4-FFF2-40B4-BE49-F238E27FC236}">
                <a16:creationId xmlns:a16="http://schemas.microsoft.com/office/drawing/2014/main" id="{D1C06724-41FD-501B-3BED-C7DF87DC2295}"/>
              </a:ext>
            </a:extLst>
          </p:cNvPr>
          <p:cNvSpPr/>
          <p:nvPr userDrawn="1"/>
        </p:nvSpPr>
        <p:spPr>
          <a:xfrm>
            <a:off x="910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pattern">
            <a:extLst>
              <a:ext uri="{FF2B5EF4-FFF2-40B4-BE49-F238E27FC236}">
                <a16:creationId xmlns:a16="http://schemas.microsoft.com/office/drawing/2014/main" id="{AD889762-B6A5-F846-A19D-5CE1AFA1485B}"/>
              </a:ext>
            </a:extLst>
          </p:cNvPr>
          <p:cNvSpPr/>
          <p:nvPr userDrawn="1"/>
        </p:nvSpPr>
        <p:spPr>
          <a:xfrm>
            <a:off x="929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pattern">
            <a:extLst>
              <a:ext uri="{FF2B5EF4-FFF2-40B4-BE49-F238E27FC236}">
                <a16:creationId xmlns:a16="http://schemas.microsoft.com/office/drawing/2014/main" id="{FE1A16F5-DF14-BA76-5855-CE739EBAEB88}"/>
              </a:ext>
            </a:extLst>
          </p:cNvPr>
          <p:cNvSpPr/>
          <p:nvPr userDrawn="1"/>
        </p:nvSpPr>
        <p:spPr>
          <a:xfrm>
            <a:off x="948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pattern">
            <a:extLst>
              <a:ext uri="{FF2B5EF4-FFF2-40B4-BE49-F238E27FC236}">
                <a16:creationId xmlns:a16="http://schemas.microsoft.com/office/drawing/2014/main" id="{62E2B475-6AD2-141B-1B0E-2098A7DD9C76}"/>
              </a:ext>
            </a:extLst>
          </p:cNvPr>
          <p:cNvSpPr/>
          <p:nvPr userDrawn="1"/>
        </p:nvSpPr>
        <p:spPr>
          <a:xfrm>
            <a:off x="967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pattern">
            <a:extLst>
              <a:ext uri="{FF2B5EF4-FFF2-40B4-BE49-F238E27FC236}">
                <a16:creationId xmlns:a16="http://schemas.microsoft.com/office/drawing/2014/main" id="{B632082D-F487-9248-84D8-1265BA483997}"/>
              </a:ext>
            </a:extLst>
          </p:cNvPr>
          <p:cNvSpPr/>
          <p:nvPr userDrawn="1"/>
        </p:nvSpPr>
        <p:spPr>
          <a:xfrm>
            <a:off x="986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pattern">
            <a:extLst>
              <a:ext uri="{FF2B5EF4-FFF2-40B4-BE49-F238E27FC236}">
                <a16:creationId xmlns:a16="http://schemas.microsoft.com/office/drawing/2014/main" id="{416316A1-3CF7-7762-9080-002636528C2A}"/>
              </a:ext>
            </a:extLst>
          </p:cNvPr>
          <p:cNvSpPr/>
          <p:nvPr userDrawn="1"/>
        </p:nvSpPr>
        <p:spPr>
          <a:xfrm>
            <a:off x="1005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pattern">
            <a:extLst>
              <a:ext uri="{FF2B5EF4-FFF2-40B4-BE49-F238E27FC236}">
                <a16:creationId xmlns:a16="http://schemas.microsoft.com/office/drawing/2014/main" id="{2FE183D0-28BA-836E-046D-F0C626BB88BC}"/>
              </a:ext>
            </a:extLst>
          </p:cNvPr>
          <p:cNvSpPr/>
          <p:nvPr userDrawn="1"/>
        </p:nvSpPr>
        <p:spPr>
          <a:xfrm>
            <a:off x="1024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pattern">
            <a:extLst>
              <a:ext uri="{FF2B5EF4-FFF2-40B4-BE49-F238E27FC236}">
                <a16:creationId xmlns:a16="http://schemas.microsoft.com/office/drawing/2014/main" id="{DF149061-3357-2DBD-6C95-1DF9CEE77BF8}"/>
              </a:ext>
            </a:extLst>
          </p:cNvPr>
          <p:cNvSpPr/>
          <p:nvPr userDrawn="1"/>
        </p:nvSpPr>
        <p:spPr>
          <a:xfrm>
            <a:off x="1043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attern">
            <a:extLst>
              <a:ext uri="{FF2B5EF4-FFF2-40B4-BE49-F238E27FC236}">
                <a16:creationId xmlns:a16="http://schemas.microsoft.com/office/drawing/2014/main" id="{C15D6153-ED1E-73E9-0970-4B55C481010F}"/>
              </a:ext>
            </a:extLst>
          </p:cNvPr>
          <p:cNvSpPr/>
          <p:nvPr userDrawn="1"/>
        </p:nvSpPr>
        <p:spPr>
          <a:xfrm>
            <a:off x="1062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pattern">
            <a:extLst>
              <a:ext uri="{FF2B5EF4-FFF2-40B4-BE49-F238E27FC236}">
                <a16:creationId xmlns:a16="http://schemas.microsoft.com/office/drawing/2014/main" id="{54B388BD-1153-7A94-0F5D-F92A23D1EB9F}"/>
              </a:ext>
            </a:extLst>
          </p:cNvPr>
          <p:cNvSpPr/>
          <p:nvPr userDrawn="1"/>
        </p:nvSpPr>
        <p:spPr>
          <a:xfrm>
            <a:off x="1082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pattern">
            <a:extLst>
              <a:ext uri="{FF2B5EF4-FFF2-40B4-BE49-F238E27FC236}">
                <a16:creationId xmlns:a16="http://schemas.microsoft.com/office/drawing/2014/main" id="{A9FA18AF-6761-C098-9B4B-19B8C7E636D3}"/>
              </a:ext>
            </a:extLst>
          </p:cNvPr>
          <p:cNvSpPr/>
          <p:nvPr userDrawn="1"/>
        </p:nvSpPr>
        <p:spPr>
          <a:xfrm>
            <a:off x="1101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pattern">
            <a:extLst>
              <a:ext uri="{FF2B5EF4-FFF2-40B4-BE49-F238E27FC236}">
                <a16:creationId xmlns:a16="http://schemas.microsoft.com/office/drawing/2014/main" id="{F11A8157-3F44-7804-17EC-5652E6C99036}"/>
              </a:ext>
            </a:extLst>
          </p:cNvPr>
          <p:cNvSpPr/>
          <p:nvPr userDrawn="1"/>
        </p:nvSpPr>
        <p:spPr>
          <a:xfrm>
            <a:off x="1120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pattern">
            <a:extLst>
              <a:ext uri="{FF2B5EF4-FFF2-40B4-BE49-F238E27FC236}">
                <a16:creationId xmlns:a16="http://schemas.microsoft.com/office/drawing/2014/main" id="{5EC5B41C-A1DC-1E25-3F46-90F450354F21}"/>
              </a:ext>
            </a:extLst>
          </p:cNvPr>
          <p:cNvSpPr/>
          <p:nvPr userDrawn="1"/>
        </p:nvSpPr>
        <p:spPr>
          <a:xfrm>
            <a:off x="1139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pattern">
            <a:extLst>
              <a:ext uri="{FF2B5EF4-FFF2-40B4-BE49-F238E27FC236}">
                <a16:creationId xmlns:a16="http://schemas.microsoft.com/office/drawing/2014/main" id="{E2156432-558B-B360-74F1-BF7AA847E568}"/>
              </a:ext>
            </a:extLst>
          </p:cNvPr>
          <p:cNvSpPr/>
          <p:nvPr userDrawn="1"/>
        </p:nvSpPr>
        <p:spPr>
          <a:xfrm>
            <a:off x="1158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attern">
            <a:extLst>
              <a:ext uri="{FF2B5EF4-FFF2-40B4-BE49-F238E27FC236}">
                <a16:creationId xmlns:a16="http://schemas.microsoft.com/office/drawing/2014/main" id="{8E146B8D-2A36-8098-D03A-01A43C9D3179}"/>
              </a:ext>
            </a:extLst>
          </p:cNvPr>
          <p:cNvSpPr/>
          <p:nvPr userDrawn="1"/>
        </p:nvSpPr>
        <p:spPr>
          <a:xfrm>
            <a:off x="1177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attern">
            <a:extLst>
              <a:ext uri="{FF2B5EF4-FFF2-40B4-BE49-F238E27FC236}">
                <a16:creationId xmlns:a16="http://schemas.microsoft.com/office/drawing/2014/main" id="{3BA0F6B4-BB75-EBFF-24DF-846ECCC8D4FF}"/>
              </a:ext>
            </a:extLst>
          </p:cNvPr>
          <p:cNvSpPr/>
          <p:nvPr userDrawn="1"/>
        </p:nvSpPr>
        <p:spPr>
          <a:xfrm>
            <a:off x="1196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pattern">
            <a:extLst>
              <a:ext uri="{FF2B5EF4-FFF2-40B4-BE49-F238E27FC236}">
                <a16:creationId xmlns:a16="http://schemas.microsoft.com/office/drawing/2014/main" id="{0B3ACEE1-C38F-259E-27DF-CF02607BC6AD}"/>
              </a:ext>
            </a:extLst>
          </p:cNvPr>
          <p:cNvSpPr/>
          <p:nvPr userDrawn="1"/>
        </p:nvSpPr>
        <p:spPr>
          <a:xfrm>
            <a:off x="1215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pattern">
            <a:extLst>
              <a:ext uri="{FF2B5EF4-FFF2-40B4-BE49-F238E27FC236}">
                <a16:creationId xmlns:a16="http://schemas.microsoft.com/office/drawing/2014/main" id="{869356EF-2F5E-2F41-11D9-4FC4588FBB5B}"/>
              </a:ext>
            </a:extLst>
          </p:cNvPr>
          <p:cNvSpPr/>
          <p:nvPr userDrawn="1"/>
        </p:nvSpPr>
        <p:spPr>
          <a:xfrm>
            <a:off x="24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pattern">
            <a:extLst>
              <a:ext uri="{FF2B5EF4-FFF2-40B4-BE49-F238E27FC236}">
                <a16:creationId xmlns:a16="http://schemas.microsoft.com/office/drawing/2014/main" id="{0FDCDF73-6137-2CAA-D3F0-FF9050D9D0B9}"/>
              </a:ext>
            </a:extLst>
          </p:cNvPr>
          <p:cNvSpPr/>
          <p:nvPr userDrawn="1"/>
        </p:nvSpPr>
        <p:spPr>
          <a:xfrm>
            <a:off x="43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pattern">
            <a:extLst>
              <a:ext uri="{FF2B5EF4-FFF2-40B4-BE49-F238E27FC236}">
                <a16:creationId xmlns:a16="http://schemas.microsoft.com/office/drawing/2014/main" id="{9A83511C-8AF9-8896-D8DE-1162C217D1D3}"/>
              </a:ext>
            </a:extLst>
          </p:cNvPr>
          <p:cNvSpPr/>
          <p:nvPr userDrawn="1"/>
        </p:nvSpPr>
        <p:spPr>
          <a:xfrm>
            <a:off x="62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pattern">
            <a:extLst>
              <a:ext uri="{FF2B5EF4-FFF2-40B4-BE49-F238E27FC236}">
                <a16:creationId xmlns:a16="http://schemas.microsoft.com/office/drawing/2014/main" id="{6DB887DD-CEDC-8549-65BF-D5C87C5D9F84}"/>
              </a:ext>
            </a:extLst>
          </p:cNvPr>
          <p:cNvSpPr/>
          <p:nvPr userDrawn="1"/>
        </p:nvSpPr>
        <p:spPr>
          <a:xfrm>
            <a:off x="81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pattern">
            <a:extLst>
              <a:ext uri="{FF2B5EF4-FFF2-40B4-BE49-F238E27FC236}">
                <a16:creationId xmlns:a16="http://schemas.microsoft.com/office/drawing/2014/main" id="{D5F5FDFB-2D25-802F-3BCA-C01078967291}"/>
              </a:ext>
            </a:extLst>
          </p:cNvPr>
          <p:cNvSpPr/>
          <p:nvPr userDrawn="1"/>
        </p:nvSpPr>
        <p:spPr>
          <a:xfrm>
            <a:off x="100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pattern">
            <a:extLst>
              <a:ext uri="{FF2B5EF4-FFF2-40B4-BE49-F238E27FC236}">
                <a16:creationId xmlns:a16="http://schemas.microsoft.com/office/drawing/2014/main" id="{0FA9287C-5266-1F5D-57C5-9C9C52DC8D86}"/>
              </a:ext>
            </a:extLst>
          </p:cNvPr>
          <p:cNvSpPr/>
          <p:nvPr userDrawn="1"/>
        </p:nvSpPr>
        <p:spPr>
          <a:xfrm>
            <a:off x="120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pattern">
            <a:extLst>
              <a:ext uri="{FF2B5EF4-FFF2-40B4-BE49-F238E27FC236}">
                <a16:creationId xmlns:a16="http://schemas.microsoft.com/office/drawing/2014/main" id="{DE378940-13F8-F1A8-08AE-598943505FFA}"/>
              </a:ext>
            </a:extLst>
          </p:cNvPr>
          <p:cNvSpPr/>
          <p:nvPr userDrawn="1"/>
        </p:nvSpPr>
        <p:spPr>
          <a:xfrm>
            <a:off x="139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pattern">
            <a:extLst>
              <a:ext uri="{FF2B5EF4-FFF2-40B4-BE49-F238E27FC236}">
                <a16:creationId xmlns:a16="http://schemas.microsoft.com/office/drawing/2014/main" id="{2A2DCB0E-2902-FCDB-52F9-A58EADFE741B}"/>
              </a:ext>
            </a:extLst>
          </p:cNvPr>
          <p:cNvSpPr/>
          <p:nvPr userDrawn="1"/>
        </p:nvSpPr>
        <p:spPr>
          <a:xfrm>
            <a:off x="158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pattern">
            <a:extLst>
              <a:ext uri="{FF2B5EF4-FFF2-40B4-BE49-F238E27FC236}">
                <a16:creationId xmlns:a16="http://schemas.microsoft.com/office/drawing/2014/main" id="{6177B0DC-8D2A-6841-F3F1-D8B13BCF2D1F}"/>
              </a:ext>
            </a:extLst>
          </p:cNvPr>
          <p:cNvSpPr/>
          <p:nvPr userDrawn="1"/>
        </p:nvSpPr>
        <p:spPr>
          <a:xfrm>
            <a:off x="177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pattern">
            <a:extLst>
              <a:ext uri="{FF2B5EF4-FFF2-40B4-BE49-F238E27FC236}">
                <a16:creationId xmlns:a16="http://schemas.microsoft.com/office/drawing/2014/main" id="{DB2974CB-6312-23CC-05CE-1E9B87A891C4}"/>
              </a:ext>
            </a:extLst>
          </p:cNvPr>
          <p:cNvSpPr/>
          <p:nvPr userDrawn="1"/>
        </p:nvSpPr>
        <p:spPr>
          <a:xfrm>
            <a:off x="196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pattern">
            <a:extLst>
              <a:ext uri="{FF2B5EF4-FFF2-40B4-BE49-F238E27FC236}">
                <a16:creationId xmlns:a16="http://schemas.microsoft.com/office/drawing/2014/main" id="{182EA187-1D24-FF68-2388-993D719AFA3D}"/>
              </a:ext>
            </a:extLst>
          </p:cNvPr>
          <p:cNvSpPr/>
          <p:nvPr userDrawn="1"/>
        </p:nvSpPr>
        <p:spPr>
          <a:xfrm>
            <a:off x="215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pattern">
            <a:extLst>
              <a:ext uri="{FF2B5EF4-FFF2-40B4-BE49-F238E27FC236}">
                <a16:creationId xmlns:a16="http://schemas.microsoft.com/office/drawing/2014/main" id="{05D57F48-E2F4-A287-48E8-6DFEC9C77F5F}"/>
              </a:ext>
            </a:extLst>
          </p:cNvPr>
          <p:cNvSpPr/>
          <p:nvPr userDrawn="1"/>
        </p:nvSpPr>
        <p:spPr>
          <a:xfrm>
            <a:off x="234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pattern">
            <a:extLst>
              <a:ext uri="{FF2B5EF4-FFF2-40B4-BE49-F238E27FC236}">
                <a16:creationId xmlns:a16="http://schemas.microsoft.com/office/drawing/2014/main" id="{3150F550-E80F-E899-8593-C30C8AE9BCDD}"/>
              </a:ext>
            </a:extLst>
          </p:cNvPr>
          <p:cNvSpPr/>
          <p:nvPr userDrawn="1"/>
        </p:nvSpPr>
        <p:spPr>
          <a:xfrm>
            <a:off x="253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pattern">
            <a:extLst>
              <a:ext uri="{FF2B5EF4-FFF2-40B4-BE49-F238E27FC236}">
                <a16:creationId xmlns:a16="http://schemas.microsoft.com/office/drawing/2014/main" id="{93D0CDCB-9DEF-DB19-5558-4AA72E6DD899}"/>
              </a:ext>
            </a:extLst>
          </p:cNvPr>
          <p:cNvSpPr/>
          <p:nvPr userDrawn="1"/>
        </p:nvSpPr>
        <p:spPr>
          <a:xfrm>
            <a:off x="272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pattern">
            <a:extLst>
              <a:ext uri="{FF2B5EF4-FFF2-40B4-BE49-F238E27FC236}">
                <a16:creationId xmlns:a16="http://schemas.microsoft.com/office/drawing/2014/main" id="{4BF56A10-3928-3DBC-18FD-F30A37006E88}"/>
              </a:ext>
            </a:extLst>
          </p:cNvPr>
          <p:cNvSpPr/>
          <p:nvPr userDrawn="1"/>
        </p:nvSpPr>
        <p:spPr>
          <a:xfrm>
            <a:off x="291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pattern">
            <a:extLst>
              <a:ext uri="{FF2B5EF4-FFF2-40B4-BE49-F238E27FC236}">
                <a16:creationId xmlns:a16="http://schemas.microsoft.com/office/drawing/2014/main" id="{DD0F84AA-7DDA-7897-A715-0B1E8D06C48D}"/>
              </a:ext>
            </a:extLst>
          </p:cNvPr>
          <p:cNvSpPr/>
          <p:nvPr userDrawn="1"/>
        </p:nvSpPr>
        <p:spPr>
          <a:xfrm>
            <a:off x="310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pattern">
            <a:extLst>
              <a:ext uri="{FF2B5EF4-FFF2-40B4-BE49-F238E27FC236}">
                <a16:creationId xmlns:a16="http://schemas.microsoft.com/office/drawing/2014/main" id="{865CB1E6-2AFF-8071-55F3-3797C2447631}"/>
              </a:ext>
            </a:extLst>
          </p:cNvPr>
          <p:cNvSpPr/>
          <p:nvPr userDrawn="1"/>
        </p:nvSpPr>
        <p:spPr>
          <a:xfrm>
            <a:off x="329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attern">
            <a:extLst>
              <a:ext uri="{FF2B5EF4-FFF2-40B4-BE49-F238E27FC236}">
                <a16:creationId xmlns:a16="http://schemas.microsoft.com/office/drawing/2014/main" id="{4F9848AE-9474-5FB0-A3E7-C5A2298084B0}"/>
              </a:ext>
            </a:extLst>
          </p:cNvPr>
          <p:cNvSpPr/>
          <p:nvPr userDrawn="1"/>
        </p:nvSpPr>
        <p:spPr>
          <a:xfrm>
            <a:off x="348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pattern">
            <a:extLst>
              <a:ext uri="{FF2B5EF4-FFF2-40B4-BE49-F238E27FC236}">
                <a16:creationId xmlns:a16="http://schemas.microsoft.com/office/drawing/2014/main" id="{4AED3B0F-92B6-46E5-69CB-1CDFC606CB04}"/>
              </a:ext>
            </a:extLst>
          </p:cNvPr>
          <p:cNvSpPr/>
          <p:nvPr userDrawn="1"/>
        </p:nvSpPr>
        <p:spPr>
          <a:xfrm>
            <a:off x="367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pattern">
            <a:extLst>
              <a:ext uri="{FF2B5EF4-FFF2-40B4-BE49-F238E27FC236}">
                <a16:creationId xmlns:a16="http://schemas.microsoft.com/office/drawing/2014/main" id="{2E188E8C-463F-420F-BCA2-66F26C53A1FD}"/>
              </a:ext>
            </a:extLst>
          </p:cNvPr>
          <p:cNvSpPr/>
          <p:nvPr userDrawn="1"/>
        </p:nvSpPr>
        <p:spPr>
          <a:xfrm>
            <a:off x="386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pattern">
            <a:extLst>
              <a:ext uri="{FF2B5EF4-FFF2-40B4-BE49-F238E27FC236}">
                <a16:creationId xmlns:a16="http://schemas.microsoft.com/office/drawing/2014/main" id="{0D821147-98A6-9F8E-44B0-C039112FFD17}"/>
              </a:ext>
            </a:extLst>
          </p:cNvPr>
          <p:cNvSpPr/>
          <p:nvPr userDrawn="1"/>
        </p:nvSpPr>
        <p:spPr>
          <a:xfrm>
            <a:off x="405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pattern">
            <a:extLst>
              <a:ext uri="{FF2B5EF4-FFF2-40B4-BE49-F238E27FC236}">
                <a16:creationId xmlns:a16="http://schemas.microsoft.com/office/drawing/2014/main" id="{BC9B61D2-1648-5307-A6E3-86451428C350}"/>
              </a:ext>
            </a:extLst>
          </p:cNvPr>
          <p:cNvSpPr/>
          <p:nvPr userDrawn="1"/>
        </p:nvSpPr>
        <p:spPr>
          <a:xfrm>
            <a:off x="424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ttern">
            <a:extLst>
              <a:ext uri="{FF2B5EF4-FFF2-40B4-BE49-F238E27FC236}">
                <a16:creationId xmlns:a16="http://schemas.microsoft.com/office/drawing/2014/main" id="{0490E5E5-102A-CEF8-A9A2-42279B5E8E9D}"/>
              </a:ext>
            </a:extLst>
          </p:cNvPr>
          <p:cNvSpPr/>
          <p:nvPr userDrawn="1"/>
        </p:nvSpPr>
        <p:spPr>
          <a:xfrm>
            <a:off x="443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pattern">
            <a:extLst>
              <a:ext uri="{FF2B5EF4-FFF2-40B4-BE49-F238E27FC236}">
                <a16:creationId xmlns:a16="http://schemas.microsoft.com/office/drawing/2014/main" id="{57386D8C-6628-3194-6F14-4C03EC52533F}"/>
              </a:ext>
            </a:extLst>
          </p:cNvPr>
          <p:cNvSpPr/>
          <p:nvPr userDrawn="1"/>
        </p:nvSpPr>
        <p:spPr>
          <a:xfrm>
            <a:off x="462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pattern">
            <a:extLst>
              <a:ext uri="{FF2B5EF4-FFF2-40B4-BE49-F238E27FC236}">
                <a16:creationId xmlns:a16="http://schemas.microsoft.com/office/drawing/2014/main" id="{7FC8433A-4049-0B8F-92A8-970811D19A2A}"/>
              </a:ext>
            </a:extLst>
          </p:cNvPr>
          <p:cNvSpPr/>
          <p:nvPr userDrawn="1"/>
        </p:nvSpPr>
        <p:spPr>
          <a:xfrm>
            <a:off x="481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pattern">
            <a:extLst>
              <a:ext uri="{FF2B5EF4-FFF2-40B4-BE49-F238E27FC236}">
                <a16:creationId xmlns:a16="http://schemas.microsoft.com/office/drawing/2014/main" id="{AB9B67E0-2EE2-BEB6-2AED-0BDE2B17DE60}"/>
              </a:ext>
            </a:extLst>
          </p:cNvPr>
          <p:cNvSpPr/>
          <p:nvPr userDrawn="1"/>
        </p:nvSpPr>
        <p:spPr>
          <a:xfrm>
            <a:off x="501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pattern">
            <a:extLst>
              <a:ext uri="{FF2B5EF4-FFF2-40B4-BE49-F238E27FC236}">
                <a16:creationId xmlns:a16="http://schemas.microsoft.com/office/drawing/2014/main" id="{6DBFA7BD-DBD1-BD06-A1A8-796D3BF3B9AE}"/>
              </a:ext>
            </a:extLst>
          </p:cNvPr>
          <p:cNvSpPr/>
          <p:nvPr userDrawn="1"/>
        </p:nvSpPr>
        <p:spPr>
          <a:xfrm>
            <a:off x="520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pattern">
            <a:extLst>
              <a:ext uri="{FF2B5EF4-FFF2-40B4-BE49-F238E27FC236}">
                <a16:creationId xmlns:a16="http://schemas.microsoft.com/office/drawing/2014/main" id="{B8E935A5-4623-7134-0272-8C97C93C50FB}"/>
              </a:ext>
            </a:extLst>
          </p:cNvPr>
          <p:cNvSpPr/>
          <p:nvPr userDrawn="1"/>
        </p:nvSpPr>
        <p:spPr>
          <a:xfrm>
            <a:off x="539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pattern">
            <a:extLst>
              <a:ext uri="{FF2B5EF4-FFF2-40B4-BE49-F238E27FC236}">
                <a16:creationId xmlns:a16="http://schemas.microsoft.com/office/drawing/2014/main" id="{646ABEAE-56C4-F829-39A7-5494578E8625}"/>
              </a:ext>
            </a:extLst>
          </p:cNvPr>
          <p:cNvSpPr/>
          <p:nvPr userDrawn="1"/>
        </p:nvSpPr>
        <p:spPr>
          <a:xfrm>
            <a:off x="558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pattern">
            <a:extLst>
              <a:ext uri="{FF2B5EF4-FFF2-40B4-BE49-F238E27FC236}">
                <a16:creationId xmlns:a16="http://schemas.microsoft.com/office/drawing/2014/main" id="{5252CBD9-3168-A31F-2011-C97C7CB4A0CE}"/>
              </a:ext>
            </a:extLst>
          </p:cNvPr>
          <p:cNvSpPr/>
          <p:nvPr userDrawn="1"/>
        </p:nvSpPr>
        <p:spPr>
          <a:xfrm>
            <a:off x="577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pattern">
            <a:extLst>
              <a:ext uri="{FF2B5EF4-FFF2-40B4-BE49-F238E27FC236}">
                <a16:creationId xmlns:a16="http://schemas.microsoft.com/office/drawing/2014/main" id="{F3FBF98F-A7D7-8515-7962-C5FDA69B2065}"/>
              </a:ext>
            </a:extLst>
          </p:cNvPr>
          <p:cNvSpPr/>
          <p:nvPr userDrawn="1"/>
        </p:nvSpPr>
        <p:spPr>
          <a:xfrm>
            <a:off x="596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pattern">
            <a:extLst>
              <a:ext uri="{FF2B5EF4-FFF2-40B4-BE49-F238E27FC236}">
                <a16:creationId xmlns:a16="http://schemas.microsoft.com/office/drawing/2014/main" id="{25397595-4BB8-0A65-763D-B2CFF05A8079}"/>
              </a:ext>
            </a:extLst>
          </p:cNvPr>
          <p:cNvSpPr/>
          <p:nvPr userDrawn="1"/>
        </p:nvSpPr>
        <p:spPr>
          <a:xfrm>
            <a:off x="615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pattern">
            <a:extLst>
              <a:ext uri="{FF2B5EF4-FFF2-40B4-BE49-F238E27FC236}">
                <a16:creationId xmlns:a16="http://schemas.microsoft.com/office/drawing/2014/main" id="{1B50DF7F-C235-9A2C-04C1-EA9F91116AA3}"/>
              </a:ext>
            </a:extLst>
          </p:cNvPr>
          <p:cNvSpPr/>
          <p:nvPr userDrawn="1"/>
        </p:nvSpPr>
        <p:spPr>
          <a:xfrm>
            <a:off x="634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pattern">
            <a:extLst>
              <a:ext uri="{FF2B5EF4-FFF2-40B4-BE49-F238E27FC236}">
                <a16:creationId xmlns:a16="http://schemas.microsoft.com/office/drawing/2014/main" id="{1AF6B10F-87C4-5EE2-6944-4583C55D4E15}"/>
              </a:ext>
            </a:extLst>
          </p:cNvPr>
          <p:cNvSpPr/>
          <p:nvPr userDrawn="1"/>
        </p:nvSpPr>
        <p:spPr>
          <a:xfrm>
            <a:off x="653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pattern">
            <a:extLst>
              <a:ext uri="{FF2B5EF4-FFF2-40B4-BE49-F238E27FC236}">
                <a16:creationId xmlns:a16="http://schemas.microsoft.com/office/drawing/2014/main" id="{96559556-5D5A-E310-6E86-D69C96C9B3F4}"/>
              </a:ext>
            </a:extLst>
          </p:cNvPr>
          <p:cNvSpPr/>
          <p:nvPr userDrawn="1"/>
        </p:nvSpPr>
        <p:spPr>
          <a:xfrm>
            <a:off x="672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pattern">
            <a:extLst>
              <a:ext uri="{FF2B5EF4-FFF2-40B4-BE49-F238E27FC236}">
                <a16:creationId xmlns:a16="http://schemas.microsoft.com/office/drawing/2014/main" id="{3D00D908-C37B-E8FC-516C-EC73811360E5}"/>
              </a:ext>
            </a:extLst>
          </p:cNvPr>
          <p:cNvSpPr/>
          <p:nvPr userDrawn="1"/>
        </p:nvSpPr>
        <p:spPr>
          <a:xfrm>
            <a:off x="691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pattern">
            <a:extLst>
              <a:ext uri="{FF2B5EF4-FFF2-40B4-BE49-F238E27FC236}">
                <a16:creationId xmlns:a16="http://schemas.microsoft.com/office/drawing/2014/main" id="{EBC992B7-90BB-9D17-063E-2FF338F07711}"/>
              </a:ext>
            </a:extLst>
          </p:cNvPr>
          <p:cNvSpPr/>
          <p:nvPr userDrawn="1"/>
        </p:nvSpPr>
        <p:spPr>
          <a:xfrm>
            <a:off x="710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pattern">
            <a:extLst>
              <a:ext uri="{FF2B5EF4-FFF2-40B4-BE49-F238E27FC236}">
                <a16:creationId xmlns:a16="http://schemas.microsoft.com/office/drawing/2014/main" id="{C7224394-F773-549B-D0CE-E00D9EE1CDC8}"/>
              </a:ext>
            </a:extLst>
          </p:cNvPr>
          <p:cNvSpPr/>
          <p:nvPr userDrawn="1"/>
        </p:nvSpPr>
        <p:spPr>
          <a:xfrm>
            <a:off x="729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pattern">
            <a:extLst>
              <a:ext uri="{FF2B5EF4-FFF2-40B4-BE49-F238E27FC236}">
                <a16:creationId xmlns:a16="http://schemas.microsoft.com/office/drawing/2014/main" id="{5339B7C3-DEE4-2D75-12C8-E088D0B59AE6}"/>
              </a:ext>
            </a:extLst>
          </p:cNvPr>
          <p:cNvSpPr/>
          <p:nvPr userDrawn="1"/>
        </p:nvSpPr>
        <p:spPr>
          <a:xfrm>
            <a:off x="748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pattern">
            <a:extLst>
              <a:ext uri="{FF2B5EF4-FFF2-40B4-BE49-F238E27FC236}">
                <a16:creationId xmlns:a16="http://schemas.microsoft.com/office/drawing/2014/main" id="{0CADA204-F050-E85A-EE94-25EA56FC9727}"/>
              </a:ext>
            </a:extLst>
          </p:cNvPr>
          <p:cNvSpPr/>
          <p:nvPr userDrawn="1"/>
        </p:nvSpPr>
        <p:spPr>
          <a:xfrm>
            <a:off x="767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pattern">
            <a:extLst>
              <a:ext uri="{FF2B5EF4-FFF2-40B4-BE49-F238E27FC236}">
                <a16:creationId xmlns:a16="http://schemas.microsoft.com/office/drawing/2014/main" id="{F2FC513E-14F6-B9E1-3282-C6DBE323FCA9}"/>
              </a:ext>
            </a:extLst>
          </p:cNvPr>
          <p:cNvSpPr/>
          <p:nvPr userDrawn="1"/>
        </p:nvSpPr>
        <p:spPr>
          <a:xfrm>
            <a:off x="786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pattern">
            <a:extLst>
              <a:ext uri="{FF2B5EF4-FFF2-40B4-BE49-F238E27FC236}">
                <a16:creationId xmlns:a16="http://schemas.microsoft.com/office/drawing/2014/main" id="{83EB8617-38F3-588D-2406-02F2609F5133}"/>
              </a:ext>
            </a:extLst>
          </p:cNvPr>
          <p:cNvSpPr/>
          <p:nvPr userDrawn="1"/>
        </p:nvSpPr>
        <p:spPr>
          <a:xfrm>
            <a:off x="805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pattern">
            <a:extLst>
              <a:ext uri="{FF2B5EF4-FFF2-40B4-BE49-F238E27FC236}">
                <a16:creationId xmlns:a16="http://schemas.microsoft.com/office/drawing/2014/main" id="{971A753E-C417-D183-64EB-3560FB1D98A8}"/>
              </a:ext>
            </a:extLst>
          </p:cNvPr>
          <p:cNvSpPr/>
          <p:nvPr userDrawn="1"/>
        </p:nvSpPr>
        <p:spPr>
          <a:xfrm>
            <a:off x="824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pattern">
            <a:extLst>
              <a:ext uri="{FF2B5EF4-FFF2-40B4-BE49-F238E27FC236}">
                <a16:creationId xmlns:a16="http://schemas.microsoft.com/office/drawing/2014/main" id="{D2CF8AD0-E6C0-3E82-6CC8-EA3085A1C269}"/>
              </a:ext>
            </a:extLst>
          </p:cNvPr>
          <p:cNvSpPr/>
          <p:nvPr userDrawn="1"/>
        </p:nvSpPr>
        <p:spPr>
          <a:xfrm>
            <a:off x="843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pattern">
            <a:extLst>
              <a:ext uri="{FF2B5EF4-FFF2-40B4-BE49-F238E27FC236}">
                <a16:creationId xmlns:a16="http://schemas.microsoft.com/office/drawing/2014/main" id="{82D68FFF-6AA0-84CE-D6C0-E34F7F96DD65}"/>
              </a:ext>
            </a:extLst>
          </p:cNvPr>
          <p:cNvSpPr/>
          <p:nvPr userDrawn="1"/>
        </p:nvSpPr>
        <p:spPr>
          <a:xfrm>
            <a:off x="862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pattern">
            <a:extLst>
              <a:ext uri="{FF2B5EF4-FFF2-40B4-BE49-F238E27FC236}">
                <a16:creationId xmlns:a16="http://schemas.microsoft.com/office/drawing/2014/main" id="{4ADA4917-FA88-0843-2D60-DC81E50569C7}"/>
              </a:ext>
            </a:extLst>
          </p:cNvPr>
          <p:cNvSpPr/>
          <p:nvPr userDrawn="1"/>
        </p:nvSpPr>
        <p:spPr>
          <a:xfrm>
            <a:off x="882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pattern">
            <a:extLst>
              <a:ext uri="{FF2B5EF4-FFF2-40B4-BE49-F238E27FC236}">
                <a16:creationId xmlns:a16="http://schemas.microsoft.com/office/drawing/2014/main" id="{F1DAB11F-C461-2A84-B4D9-C2CCE9764651}"/>
              </a:ext>
            </a:extLst>
          </p:cNvPr>
          <p:cNvSpPr/>
          <p:nvPr userDrawn="1"/>
        </p:nvSpPr>
        <p:spPr>
          <a:xfrm>
            <a:off x="901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pattern">
            <a:extLst>
              <a:ext uri="{FF2B5EF4-FFF2-40B4-BE49-F238E27FC236}">
                <a16:creationId xmlns:a16="http://schemas.microsoft.com/office/drawing/2014/main" id="{43953E70-D1AA-B6F6-0EAD-DEEBC368D0A2}"/>
              </a:ext>
            </a:extLst>
          </p:cNvPr>
          <p:cNvSpPr/>
          <p:nvPr userDrawn="1"/>
        </p:nvSpPr>
        <p:spPr>
          <a:xfrm>
            <a:off x="920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pattern">
            <a:extLst>
              <a:ext uri="{FF2B5EF4-FFF2-40B4-BE49-F238E27FC236}">
                <a16:creationId xmlns:a16="http://schemas.microsoft.com/office/drawing/2014/main" id="{32239E3B-8F7F-DC97-C94B-700C44790D0D}"/>
              </a:ext>
            </a:extLst>
          </p:cNvPr>
          <p:cNvSpPr/>
          <p:nvPr userDrawn="1"/>
        </p:nvSpPr>
        <p:spPr>
          <a:xfrm>
            <a:off x="939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attern">
            <a:extLst>
              <a:ext uri="{FF2B5EF4-FFF2-40B4-BE49-F238E27FC236}">
                <a16:creationId xmlns:a16="http://schemas.microsoft.com/office/drawing/2014/main" id="{B55A6B05-43AC-1029-75FA-F318235BB712}"/>
              </a:ext>
            </a:extLst>
          </p:cNvPr>
          <p:cNvSpPr/>
          <p:nvPr userDrawn="1"/>
        </p:nvSpPr>
        <p:spPr>
          <a:xfrm>
            <a:off x="958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pattern">
            <a:extLst>
              <a:ext uri="{FF2B5EF4-FFF2-40B4-BE49-F238E27FC236}">
                <a16:creationId xmlns:a16="http://schemas.microsoft.com/office/drawing/2014/main" id="{7B7500E2-9A60-CB28-E284-4F028FBFA65E}"/>
              </a:ext>
            </a:extLst>
          </p:cNvPr>
          <p:cNvSpPr/>
          <p:nvPr userDrawn="1"/>
        </p:nvSpPr>
        <p:spPr>
          <a:xfrm>
            <a:off x="977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pattern">
            <a:extLst>
              <a:ext uri="{FF2B5EF4-FFF2-40B4-BE49-F238E27FC236}">
                <a16:creationId xmlns:a16="http://schemas.microsoft.com/office/drawing/2014/main" id="{8058EBA4-5679-0B86-35E2-0BD542672E2D}"/>
              </a:ext>
            </a:extLst>
          </p:cNvPr>
          <p:cNvSpPr/>
          <p:nvPr userDrawn="1"/>
        </p:nvSpPr>
        <p:spPr>
          <a:xfrm>
            <a:off x="996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pattern">
            <a:extLst>
              <a:ext uri="{FF2B5EF4-FFF2-40B4-BE49-F238E27FC236}">
                <a16:creationId xmlns:a16="http://schemas.microsoft.com/office/drawing/2014/main" id="{F76F6DB8-DB03-D5E6-8FFC-9A40B38C2A67}"/>
              </a:ext>
            </a:extLst>
          </p:cNvPr>
          <p:cNvSpPr/>
          <p:nvPr userDrawn="1"/>
        </p:nvSpPr>
        <p:spPr>
          <a:xfrm>
            <a:off x="1015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pattern">
            <a:extLst>
              <a:ext uri="{FF2B5EF4-FFF2-40B4-BE49-F238E27FC236}">
                <a16:creationId xmlns:a16="http://schemas.microsoft.com/office/drawing/2014/main" id="{5ECDF89E-D1F7-7FC5-EDD5-63732CC60239}"/>
              </a:ext>
            </a:extLst>
          </p:cNvPr>
          <p:cNvSpPr/>
          <p:nvPr userDrawn="1"/>
        </p:nvSpPr>
        <p:spPr>
          <a:xfrm>
            <a:off x="1034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pattern">
            <a:extLst>
              <a:ext uri="{FF2B5EF4-FFF2-40B4-BE49-F238E27FC236}">
                <a16:creationId xmlns:a16="http://schemas.microsoft.com/office/drawing/2014/main" id="{E212DB33-E029-AE8D-1EE3-1CEEA7A53969}"/>
              </a:ext>
            </a:extLst>
          </p:cNvPr>
          <p:cNvSpPr/>
          <p:nvPr userDrawn="1"/>
        </p:nvSpPr>
        <p:spPr>
          <a:xfrm>
            <a:off x="1053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pattern">
            <a:extLst>
              <a:ext uri="{FF2B5EF4-FFF2-40B4-BE49-F238E27FC236}">
                <a16:creationId xmlns:a16="http://schemas.microsoft.com/office/drawing/2014/main" id="{423A5F89-23D0-CB0A-507D-2B17018D6A31}"/>
              </a:ext>
            </a:extLst>
          </p:cNvPr>
          <p:cNvSpPr/>
          <p:nvPr userDrawn="1"/>
        </p:nvSpPr>
        <p:spPr>
          <a:xfrm>
            <a:off x="1072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pattern">
            <a:extLst>
              <a:ext uri="{FF2B5EF4-FFF2-40B4-BE49-F238E27FC236}">
                <a16:creationId xmlns:a16="http://schemas.microsoft.com/office/drawing/2014/main" id="{0951BF51-A3F8-513C-A3A6-E9EB35BB5B02}"/>
              </a:ext>
            </a:extLst>
          </p:cNvPr>
          <p:cNvSpPr/>
          <p:nvPr userDrawn="1"/>
        </p:nvSpPr>
        <p:spPr>
          <a:xfrm>
            <a:off x="1091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pattern">
            <a:extLst>
              <a:ext uri="{FF2B5EF4-FFF2-40B4-BE49-F238E27FC236}">
                <a16:creationId xmlns:a16="http://schemas.microsoft.com/office/drawing/2014/main" id="{025C6CCB-2270-7067-B52B-D604AAA34437}"/>
              </a:ext>
            </a:extLst>
          </p:cNvPr>
          <p:cNvSpPr/>
          <p:nvPr userDrawn="1"/>
        </p:nvSpPr>
        <p:spPr>
          <a:xfrm>
            <a:off x="1110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pattern">
            <a:extLst>
              <a:ext uri="{FF2B5EF4-FFF2-40B4-BE49-F238E27FC236}">
                <a16:creationId xmlns:a16="http://schemas.microsoft.com/office/drawing/2014/main" id="{A572C860-E52A-5CA6-A5DA-31C1A442953A}"/>
              </a:ext>
            </a:extLst>
          </p:cNvPr>
          <p:cNvSpPr/>
          <p:nvPr userDrawn="1"/>
        </p:nvSpPr>
        <p:spPr>
          <a:xfrm>
            <a:off x="1129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pattern">
            <a:extLst>
              <a:ext uri="{FF2B5EF4-FFF2-40B4-BE49-F238E27FC236}">
                <a16:creationId xmlns:a16="http://schemas.microsoft.com/office/drawing/2014/main" id="{F1CB2BF7-00F4-4351-1E5B-7341FE402D0E}"/>
              </a:ext>
            </a:extLst>
          </p:cNvPr>
          <p:cNvSpPr/>
          <p:nvPr userDrawn="1"/>
        </p:nvSpPr>
        <p:spPr>
          <a:xfrm>
            <a:off x="1148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pattern">
            <a:extLst>
              <a:ext uri="{FF2B5EF4-FFF2-40B4-BE49-F238E27FC236}">
                <a16:creationId xmlns:a16="http://schemas.microsoft.com/office/drawing/2014/main" id="{5C24B4A4-4E29-2D1C-3ED5-067665F15925}"/>
              </a:ext>
            </a:extLst>
          </p:cNvPr>
          <p:cNvSpPr/>
          <p:nvPr userDrawn="1"/>
        </p:nvSpPr>
        <p:spPr>
          <a:xfrm>
            <a:off x="1167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pattern">
            <a:extLst>
              <a:ext uri="{FF2B5EF4-FFF2-40B4-BE49-F238E27FC236}">
                <a16:creationId xmlns:a16="http://schemas.microsoft.com/office/drawing/2014/main" id="{A715B63E-EE9F-721B-2527-8F2375F2A4A1}"/>
              </a:ext>
            </a:extLst>
          </p:cNvPr>
          <p:cNvSpPr/>
          <p:nvPr userDrawn="1"/>
        </p:nvSpPr>
        <p:spPr>
          <a:xfrm>
            <a:off x="1186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pattern">
            <a:extLst>
              <a:ext uri="{FF2B5EF4-FFF2-40B4-BE49-F238E27FC236}">
                <a16:creationId xmlns:a16="http://schemas.microsoft.com/office/drawing/2014/main" id="{1C313DC7-06A0-2E4C-73F7-343123655A29}"/>
              </a:ext>
            </a:extLst>
          </p:cNvPr>
          <p:cNvSpPr/>
          <p:nvPr userDrawn="1"/>
        </p:nvSpPr>
        <p:spPr>
          <a:xfrm>
            <a:off x="1205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pattern">
            <a:extLst>
              <a:ext uri="{FF2B5EF4-FFF2-40B4-BE49-F238E27FC236}">
                <a16:creationId xmlns:a16="http://schemas.microsoft.com/office/drawing/2014/main" id="{ED28EB13-E271-DFA4-F38D-AE4E16DDE7AB}"/>
              </a:ext>
            </a:extLst>
          </p:cNvPr>
          <p:cNvSpPr/>
          <p:nvPr userDrawn="1"/>
        </p:nvSpPr>
        <p:spPr>
          <a:xfrm>
            <a:off x="1224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9489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47126EF-3DA7-7EC0-6FCA-C75A9509DA5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95E6CD4B-1837-7131-3174-CA37853EF44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83814" y="2419022"/>
            <a:ext cx="2534764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61D6F189-328D-7E92-A367-C4F36B55DD4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07517" y="2419022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69F6170-3147-412A-CC75-86D559F9E8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83814" y="3350167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95EF0271-5B38-1468-61D8-A11935BEA6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07517" y="3350167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942972F9-0C5A-2619-8727-A437A552B6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83814" y="4281312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0819904B-AB33-FD27-CDA1-09CD3E75C72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7517" y="4281312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2DDFC0D3-8C31-2B67-33B2-B68A0089BC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83814" y="5212457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6A9FB38C-B2C1-2D11-E70D-55DEC5D9FBD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7517" y="5212457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18691EF8-9A6F-2011-B73D-E1400EB650D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5278089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3521276-27D9-1782-893E-73B315A2025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AFC1E066-D60B-6354-1BBB-0B234032ACA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2286000"/>
            <a:ext cx="8671561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327036B1-3F30-6E2B-736D-67E08CB930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324748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161DC10-C69D-0F41-3304-0C63E786F21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2B21A928-780B-B9AD-BC6D-5150E5FA237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3935555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68597350-7C1D-2944-3A1F-BE4DFCE8EE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0B78DD35-3257-CEBD-AAAB-479F3A984E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53004" y="2472230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F4A72022-AE92-83C9-1C88-06B75365FC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1E0AAD5C-20C7-9F1A-2114-2888E6E25BB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22828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998F913D-4073-D90D-C558-B88930852A7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22828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A7834AA0-25F9-57F7-F56C-4293A2FB7A1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5300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C013440E-5399-8F9E-6BEB-B298116CCEE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5300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9B4AB375-73F0-246C-A6F7-EE7DCE9A0EA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2867755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D8592D8-7912-7D2F-88A8-9751A404B2C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1ECD3117-1517-AD36-4D9C-0C376A4B71D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22439" y="2824734"/>
            <a:ext cx="3121762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F83AB4B6-A23B-E9F7-81D0-0A4FB6A468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72641" y="2286000"/>
            <a:ext cx="5202937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EE5BAE71-4E99-4A02-3304-345AF39DE1B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72641" y="4594860"/>
            <a:ext cx="5202937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45ECCFEB-5545-F5C1-5DB4-63D64BB342D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27562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D261FDC-8678-BA66-1C1F-273EE5B7879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E3B476D-0FBE-E1AE-B2A5-764ED7D195B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5231080"/>
            <a:ext cx="8671561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C116AD01-E6C5-EFEF-ED88-3D7B25D3BE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3" y="2472230"/>
            <a:ext cx="4024494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BB2606A4-6687-7229-7A91-679D468BE94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3" y="4033703"/>
            <a:ext cx="4024494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453DF984-49D9-1E0B-9090-6353487366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41942" y="2472230"/>
            <a:ext cx="384661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817BF4CA-C0A3-9F8F-CC9F-253D02994F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41942" y="3064836"/>
            <a:ext cx="384661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6FD170BF-9502-EA6B-15EF-F87250DD2F9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41943" y="3979355"/>
            <a:ext cx="1678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09F73F1C-A890-BD7F-B547-54F10DDADE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1943" y="4571961"/>
            <a:ext cx="1678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B4AD3AE1-F91A-E14B-D606-6123665FE36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09834" y="3979355"/>
            <a:ext cx="1678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53F2D50E-EC79-0B0E-8667-6F43C62FCDF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09834" y="4571961"/>
            <a:ext cx="1678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B53DC784-7E1A-CDAB-440C-D346BAC5B88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9906434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ECCDEFC-A5B3-6642-D0C0-B4A81DBFBBF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D8B5B0F7-EBAE-2EE9-DC40-1AADDD1BDBC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5231080"/>
            <a:ext cx="8671561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A9E92958-D50B-5106-EB3A-59008AB20FB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472229"/>
            <a:ext cx="3935555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97502C12-9AFF-C0D6-00F9-CE24F92F1C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4" y="3653886"/>
            <a:ext cx="3935555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9BE7FB0A-EEA9-2D10-1ACD-3A9F7F0845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2472229"/>
            <a:ext cx="3935555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6F995F18-3632-9D71-2BE5-F64D14BFED9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3004" y="3653886"/>
            <a:ext cx="3935555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85EBCA5B-59FA-6B94-0357-A01307F08B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86865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88A5D5D-92AB-DB9C-32DA-D24897CA67C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3263986-CE6E-78A8-3574-CD00016C35E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5231080"/>
            <a:ext cx="8671561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1A928E20-45FC-80DF-CCDE-6CDE32A3A7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183814" y="2419022"/>
            <a:ext cx="2196796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B71E6BA4-AD73-0A6E-A91B-B77BC2CD15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69550" y="2419022"/>
            <a:ext cx="616347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D096E889-ED14-F913-C67E-34CF47D9CD3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183814" y="3152631"/>
            <a:ext cx="2196796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BD0D5973-286A-54BE-80A5-77C8B68C6D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69550" y="3152631"/>
            <a:ext cx="616347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1CDA1EE8-D8ED-9D9F-A63E-3136A2A646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183814" y="3886241"/>
            <a:ext cx="2196796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6F220111-9195-1EFA-3179-FDCC0EED20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69550" y="3886241"/>
            <a:ext cx="616347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DADA2259-F770-BE87-1679-ECA73F99C0D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183814" y="4619850"/>
            <a:ext cx="2196796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B5A014FF-E9F7-942F-13E0-C45443F8B2C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69550" y="4619850"/>
            <a:ext cx="616347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33DCC033-A1E2-1BA3-DBC7-31427D8AFAF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3157373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270CBA9-874D-16FA-3A4C-83FB47FB12D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E2DE909E-1223-64A7-0FAA-39D0EE45AB1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D8944413-9C64-6435-E050-987368FB68C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806388" y="2472230"/>
            <a:ext cx="7782171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F2835E8F-A7AF-C80F-7C76-193B80C5CD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806388" y="2859554"/>
            <a:ext cx="7782171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836794F1-6D86-0AEB-F5C3-E6FDAE9C521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28284" y="4374427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CAFD811F-E11F-7CBC-2217-2CDF97978F5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06388" y="4374427"/>
            <a:ext cx="7782171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386637BB-5477-8730-26BE-42E5FB7C738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06388" y="4761750"/>
            <a:ext cx="7782171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D03EC15-7238-BF1B-596B-EF14E62F636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163104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AEDDC71-7796-954D-B2B6-C5A621C872D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486931D9-2D5B-5047-C2B1-320C57A14D0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3935555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E9CC20D5-D0BE-125D-0F7B-654267D1D7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E31EAB4A-4D24-BA3D-39E5-5D305A43BD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53004" y="2472230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FEB648DD-F443-8068-E89F-618353AB4E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78E16252-1464-6DE8-DB82-C5031BA9544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22828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572007A2-B531-506D-F278-E30B627C267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22828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B0EC0174-0CE8-8159-1C72-7F2F4EE1FA2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5300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8E843174-38E9-6AF1-F739-B3D09986C9B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5300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7D5F7892-9093-CE38-31C7-BC147314DFB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594666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66A4D6D-1A16-06D9-EF6B-F8497370B83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017EA3A5-008E-44BC-2C5F-3C6154D3818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811082"/>
            <a:ext cx="1723195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8F4F6490-4D52-6AD2-FE69-62C8B665D6E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3658215"/>
            <a:ext cx="1723195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9E99EBCC-AA24-7CFA-AEC0-3064211E8B1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40644" y="2811082"/>
            <a:ext cx="1723195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EAAFD4D-72B2-2A52-5B56-36106642EA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40644" y="3658215"/>
            <a:ext cx="1723195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33E080FE-1CC3-83A6-E7D6-EE75D77A6ED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3004" y="2811082"/>
            <a:ext cx="1723195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FCE13595-5F86-52F4-F69C-A7ED8ABC13D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53004" y="3658215"/>
            <a:ext cx="1723195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544B4849-FE02-1B2D-C21A-5673E60ED31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65364" y="2811082"/>
            <a:ext cx="1723195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01A2A4D7-C694-B4FD-173E-184A102B67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65364" y="3658215"/>
            <a:ext cx="1723195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E082824B-2A22-958B-FFFA-F3C4A5179B7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791316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568444D-E041-3D59-AF7B-3F45A4DB02A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5C6FE9DD-A5E7-31EB-3BF3-2CB46EA19D2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4197925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12E6D4E8-01ED-B849-68F8-36D7C94CAB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4532455"/>
            <a:ext cx="4197925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0C414006-11B7-20FD-1070-09B5F0C166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4" y="2472230"/>
            <a:ext cx="4197925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9BDE4159-3C58-993E-EFD5-C07765EB1F9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28284" y="5047511"/>
            <a:ext cx="4197925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53D84DBB-E1EC-93DD-7541-A8EA8C8D03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28715" y="2286001"/>
            <a:ext cx="3815487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AF183AAE-41F8-1EED-158A-0902062E1A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28715" y="3342342"/>
            <a:ext cx="3815487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2D8120FB-D5CA-8AD9-53B3-257251C461C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470978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8F3D9FB-43E4-AF35-BC65-2552FD92960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0617B98C-868E-1170-1D25-0733FA09579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246064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BDEA730-61E8-09DC-D798-FD03B3BF69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3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C1E8A36-8776-D34A-A7B9-C5CCF9E6742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78097" y="2472230"/>
            <a:ext cx="246064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2A7C1E97-FE8A-A012-FBC9-7FF29C691E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78097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579821B5-9B32-8AF8-74B1-A3ED96CC59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7910" y="2472230"/>
            <a:ext cx="246064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60BF71CD-44BD-9730-8837-17CF256B59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27910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C0B8C22-C50C-00F2-A8B4-EEADA44B7C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4534936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C01A485-9D4E-5F6A-813F-D9BD368D981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EA026064-F670-A542-FA51-4E7A45ED890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7785A3C7-01DC-50FA-AACA-E25EDDFD0D0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806388" y="2472230"/>
            <a:ext cx="7782171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90AD3CF1-AD8C-591F-7197-11D01A4301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806388" y="2859554"/>
            <a:ext cx="7782171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AC362AC8-CFA6-C1C8-239B-276666374E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28284" y="4374427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14409400-E9D9-BFF2-BE6E-3CB6D6F880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06388" y="4374427"/>
            <a:ext cx="7782171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24C30CCA-7D2C-65EF-FD01-2BEC873C501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06388" y="4761750"/>
            <a:ext cx="7782171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59D0EC0F-EC99-93A5-A329-EA4D52BCD6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3245281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5E397C6-0E42-870F-C650-80D659BAB0F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10607720-8972-8D9E-9032-055229443E5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4197925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E1F5ECE1-609D-E2C3-0C4A-320CA944D9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4532455"/>
            <a:ext cx="4197925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4B6A8EFB-F3D7-E90C-E318-CC0686DA5D5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4" y="2472230"/>
            <a:ext cx="4197925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94D01C82-3363-2643-01E0-341CF36E4D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28284" y="5047511"/>
            <a:ext cx="4197925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056753AD-769A-BBC5-A4E1-5F6D4932C1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28715" y="2286001"/>
            <a:ext cx="3815487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5E022459-8DF2-AA57-E878-9A864E9A646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28715" y="3342342"/>
            <a:ext cx="3815487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52F8DB1A-33A4-34D0-65F1-DA4B58E3A3D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0151313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9999713-8BB1-237D-E99D-76013A3E9E2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E7233ECF-510A-EE66-DDDF-C2F775D7C14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83814" y="2419022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4A053442-9FA1-32CD-4F81-3A0CA785CB6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61919" y="2419022"/>
            <a:ext cx="7871109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23E10511-6F74-434B-8F60-0646A2A16F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83815" y="3350167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15A1D420-4555-883A-A883-555F3E90F8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761919" y="3350167"/>
            <a:ext cx="7871109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9372501B-9256-204F-DA5A-F77CFF7D32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83815" y="4281312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AB8B2E4A-F13E-99ED-FD1D-E81FCC4A01B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61919" y="4281312"/>
            <a:ext cx="7871109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B94F7E77-B61A-7375-2401-0AFD30EBB58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83815" y="5212457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B3986B57-A7DF-3013-AEB7-B07CAF670BF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761919" y="5212457"/>
            <a:ext cx="7871109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A6157132-19B5-5153-3AF5-B4605933B54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8222174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4EA9461-98D2-27CD-ED70-33EEC6DDFCE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C88394F5-E99A-17A9-8F6F-957429ED561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4842659"/>
            <a:ext cx="2098963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9E1A50C8-05FD-B834-EA84-CDAF2F26C9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13962" y="4842659"/>
            <a:ext cx="6174596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7CD9A69E-8876-D51D-5370-2AA7B8A5078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3" y="2472229"/>
            <a:ext cx="2460648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CA1FA897-B23A-899F-03E7-3DBA04903F9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28283" y="2996487"/>
            <a:ext cx="2460648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36F597B3-FBCD-DCA2-846B-DC39E07ACD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78097" y="2472229"/>
            <a:ext cx="2460648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7347CFBF-5304-EECA-D663-85893C405E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78097" y="2996487"/>
            <a:ext cx="2460648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AA482410-AC72-6E8E-AF0E-69EBDB768B4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27910" y="2472229"/>
            <a:ext cx="2460648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59BDC99A-9581-4D36-1BF2-0AB6D4ED5AC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27910" y="2996487"/>
            <a:ext cx="2460648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087C2F28-80DA-1FBE-2B1D-D8662DD00A6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38968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993EA523-DD14-9367-4B81-21C8C4206016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5B34ED4-2611-4754-BC8B-367044EB0C5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1A1093C2-1C68-42EE-B693-25A933F6CF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835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026C6C"/>
      </a:dk1>
      <a:lt1>
        <a:srgbClr val="F6F5F3"/>
      </a:lt1>
      <a:dk2>
        <a:srgbClr val="455353"/>
      </a:dk2>
      <a:lt2>
        <a:srgbClr val="E8E8E6"/>
      </a:lt2>
      <a:accent1>
        <a:srgbClr val="026C6C"/>
      </a:accent1>
      <a:accent2>
        <a:srgbClr val="B58623"/>
      </a:accent2>
      <a:accent3>
        <a:srgbClr val="455353"/>
      </a:accent3>
      <a:accent4>
        <a:srgbClr val="026C6C"/>
      </a:accent4>
      <a:accent5>
        <a:srgbClr val="026C6C"/>
      </a:accent5>
      <a:accent6>
        <a:srgbClr val="455353"/>
      </a:accent6>
      <a:hlink>
        <a:srgbClr val="026C6C"/>
      </a:hlink>
      <a:folHlink>
        <a:srgbClr val="455353"/>
      </a:folHlink>
    </a:clrScheme>
    <a:fontScheme name="Integral">
      <a:majorFont>
        <a:latin typeface="Bahnschrift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2026-10-03T23:10:49Z</dcterms:created>
  <dcterms:modified xsi:type="dcterms:W3CDTF">2026-10-03T23:11:01Z</dcterms:modified>
</cp:coreProperties>
</file>