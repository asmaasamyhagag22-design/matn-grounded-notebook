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tn:title:defaul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7005" y="1016955"/>
            <a:ext cx="9140954" cy="33465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cap="all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2963" y="4869030"/>
            <a:ext cx="7152030" cy="9872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82023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77000"/>
            <a:ext cx="188595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1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31FF2A-9DA0-DC5C-0C53-91FDE15093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A4208E-B529-0934-86E0-24278D43C68A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6816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C56A0FC5-C1D8-0013-32A9-D8DCE274E50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6029" y="2372339"/>
            <a:ext cx="3251982" cy="56505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07E7B4DB-62FB-85C8-5265-DFC52701DD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42116" y="2372339"/>
            <a:ext cx="7473854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1154B787-2F99-1018-732C-0BD20D9D39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6029" y="3361186"/>
            <a:ext cx="3251982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81604651-C12B-E508-FA1D-C09DB407EA6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2116" y="3361186"/>
            <a:ext cx="7473854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0E624A19-8437-6890-0224-3AC838CAF89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6029" y="4350033"/>
            <a:ext cx="3251982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7201E941-DD82-BF22-87C0-4F082903A3F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2116" y="4350033"/>
            <a:ext cx="7473854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0FB47588-AD79-402F-FF42-4E5792BF6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6029" y="5338880"/>
            <a:ext cx="3251982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CCECBA97-F052-3C8E-5451-67F9E6EAA6B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42116" y="5338880"/>
            <a:ext cx="7473854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70378907-591F-EE03-181F-60BFA451274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59420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99907ED-B816-BD11-F7F0-7DC61010F49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5282374"/>
            <a:ext cx="11125202" cy="76282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661F95F1-A35A-4046-2E6C-E299FF6718B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33082" y="2428844"/>
            <a:ext cx="5049131" cy="16091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348E3FAD-C735-8F59-57F0-B3EF59674D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3082" y="4038040"/>
            <a:ext cx="5049131" cy="89399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F504F54F-BC62-EAD1-86DD-AC59D5F5485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09788" y="2428844"/>
            <a:ext cx="5049131" cy="16091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8CCD5861-525B-9378-0B7E-2CA30E9CA0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09788" y="4038040"/>
            <a:ext cx="5049131" cy="89399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6C94E663-080E-D9A6-D2FA-4073554FA3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00997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78B5D885-518C-7C4E-7BEA-F4AFDDB70F1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5282374"/>
            <a:ext cx="11125202" cy="76282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1F63810D-84D3-7EA6-8BBB-8B67803357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33082" y="2428844"/>
            <a:ext cx="2210777" cy="16091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1B6FB93C-CD22-4EEE-DE4C-8C30B0E06A9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3082" y="4038040"/>
            <a:ext cx="2210777" cy="89399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B00CE5BE-6F82-33D3-CC4B-C43A13A7481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71435" y="2428844"/>
            <a:ext cx="2210777" cy="16091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25F762D7-87D3-8C9A-C007-D6ED975B30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71435" y="4038040"/>
            <a:ext cx="2210777" cy="89399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01E6E47F-FCCD-18BA-3F03-15797FA16EB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09788" y="2428844"/>
            <a:ext cx="2210777" cy="16091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0A77A2DE-F2DE-558A-BF02-F1CFD3E1CD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09788" y="4038040"/>
            <a:ext cx="2210777" cy="89399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4EDF186E-6F87-3DDF-ED30-731199820E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248141" y="2428844"/>
            <a:ext cx="2210777" cy="16091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5A60885E-52BA-7DFD-66A8-53067C0A983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248141" y="4038040"/>
            <a:ext cx="2210777" cy="89399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ADDC0CCE-B2F8-9B68-31F6-ECC0EAB09DC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84059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C94221ED-B370-B539-61AB-36A8D554976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2231074"/>
            <a:ext cx="6230114" cy="3814124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5D658E76-EA3F-AF29-3ECE-B8F9DD88E1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08204" y="2428843"/>
            <a:ext cx="4050715" cy="28535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66F3286A-5229-0661-78E8-2E388B9AD2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08204" y="5282374"/>
            <a:ext cx="4050715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923993F2-11A7-4877-F3FD-0F00E01B7B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935436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6551CC7A-CA9B-0E14-007C-EAB1C394FAE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33082" y="2428843"/>
            <a:ext cx="3156895" cy="1005466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56970D3-FF66-58F0-4CD4-E2AE6A80EC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33082" y="3434310"/>
            <a:ext cx="3156895" cy="2413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DE80496C-C789-F552-1076-46DD84A8609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17553" y="2428843"/>
            <a:ext cx="3156895" cy="100546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413CD5AC-FE05-8138-C36D-D71EF729F3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17553" y="3434310"/>
            <a:ext cx="3156895" cy="2413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9BFC28F0-9FE7-0D33-2EE0-66FCFF56C04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02023" y="2428843"/>
            <a:ext cx="3156895" cy="100546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2D6E6D2-EDA4-7858-A449-61B95103712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02023" y="3434310"/>
            <a:ext cx="3156895" cy="2413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5A088D18-60C3-BB04-0CEC-452F5E86215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372825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E345F748-397C-B4C1-D25A-F44804C5EA4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33082" y="2428843"/>
            <a:ext cx="5049131" cy="1005466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38BC5E5-ACB0-CFA1-30E7-9E95E68288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33082" y="3434310"/>
            <a:ext cx="5049131" cy="2413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8BA6DD3B-B6EE-1DAE-8033-6243DC0401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09788" y="2428843"/>
            <a:ext cx="5049131" cy="100546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ADF6A01D-3F31-895B-2392-040D8D825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09788" y="3434310"/>
            <a:ext cx="5049131" cy="2413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1BE7FD71-A349-49AA-433B-4DF249E9B29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32650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DF5453D0-1241-1E3E-BDEC-84B8EB262496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533398" y="2231074"/>
            <a:ext cx="7787642" cy="3814124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0BD62B22-7B14-1A84-8CEA-1319065B71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766049" y="2383639"/>
            <a:ext cx="2892553" cy="350899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89F8ECF3-0DF0-348E-0F91-148FAA3AB6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68304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02636107-3127-28A4-35A7-FABA316CCDC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33082" y="2428844"/>
            <a:ext cx="5049131" cy="411327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2B805EF-7484-55CD-C2A7-2EA329ABD1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33082" y="2840171"/>
            <a:ext cx="5049131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4D9C0957-362F-17AD-E7AE-4423006ACB9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09788" y="2428844"/>
            <a:ext cx="5049131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6DD54B37-2D22-D30B-F992-A5D31EB918E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09788" y="2840171"/>
            <a:ext cx="5049131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8D1D780F-05FA-7F30-F79E-F3EADFBEAD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3082" y="4448917"/>
            <a:ext cx="5049131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02877D39-AAB7-4C04-90F5-AF8FB7D5F46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33082" y="4860245"/>
            <a:ext cx="5049131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D6B00120-1F32-DC98-1C2C-3E1A75E4565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09788" y="4448917"/>
            <a:ext cx="5049131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44323E82-158B-C796-4007-E9FE37B0848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09788" y="4860245"/>
            <a:ext cx="5049131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A3493431-24F6-AAFA-5000-6A2A537E070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68703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02E64055-1583-12CC-2009-AD180AB086B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2231074"/>
            <a:ext cx="11125202" cy="3814124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4BC19463-BA3C-969C-D041-6924382E0ED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41121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2E79E62-D748-F83F-F1D6-E04B645C5C4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2231074"/>
            <a:ext cx="11125202" cy="3814124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12592212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matn:section_divider:default">
    <p:bg>
      <p:bgPr>
        <a:solidFill>
          <a:srgbClr val="AF5E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360" y="3538727"/>
            <a:ext cx="10241280" cy="1536192"/>
          </a:xfrm>
          <a:prstGeom prst="rect">
            <a:avLst/>
          </a:prstGeom>
        </p:spPr>
        <p:txBody>
          <a:bodyPr lIns="0" anchor="t"/>
          <a:lstStyle>
            <a:lvl1pPr>
              <a:defRPr sz="3600" cap="all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ection_number">
            <a:extLst>
              <a:ext uri="{FF2B5EF4-FFF2-40B4-BE49-F238E27FC236}">
                <a16:creationId xmlns:a16="http://schemas.microsoft.com/office/drawing/2014/main" id="{9C351877-B7DE-5FE6-E513-88FBC3ECA59E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1A576F68-2FAD-749D-1932-331AAFB0DBD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10" name="pattern">
            <a:extLst>
              <a:ext uri="{FF2B5EF4-FFF2-40B4-BE49-F238E27FC236}">
                <a16:creationId xmlns:a16="http://schemas.microsoft.com/office/drawing/2014/main" id="{7FBA572F-148C-9804-719D-6F1C77A83748}"/>
              </a:ext>
            </a:extLst>
          </p:cNvPr>
          <p:cNvSpPr/>
          <p:nvPr userDrawn="1"/>
        </p:nvSpPr>
        <p:spPr>
          <a:xfrm>
            <a:off x="15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ttern">
            <a:extLst>
              <a:ext uri="{FF2B5EF4-FFF2-40B4-BE49-F238E27FC236}">
                <a16:creationId xmlns:a16="http://schemas.microsoft.com/office/drawing/2014/main" id="{0E647454-7C98-C50D-9801-4F4E14D35B99}"/>
              </a:ext>
            </a:extLst>
          </p:cNvPr>
          <p:cNvSpPr/>
          <p:nvPr userDrawn="1"/>
        </p:nvSpPr>
        <p:spPr>
          <a:xfrm>
            <a:off x="34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ttern">
            <a:extLst>
              <a:ext uri="{FF2B5EF4-FFF2-40B4-BE49-F238E27FC236}">
                <a16:creationId xmlns:a16="http://schemas.microsoft.com/office/drawing/2014/main" id="{9FC3BBE6-FDB7-57A3-8E37-61D31F19B30D}"/>
              </a:ext>
            </a:extLst>
          </p:cNvPr>
          <p:cNvSpPr/>
          <p:nvPr userDrawn="1"/>
        </p:nvSpPr>
        <p:spPr>
          <a:xfrm>
            <a:off x="53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attern">
            <a:extLst>
              <a:ext uri="{FF2B5EF4-FFF2-40B4-BE49-F238E27FC236}">
                <a16:creationId xmlns:a16="http://schemas.microsoft.com/office/drawing/2014/main" id="{AC3902D3-1F87-5181-1FF1-72DA0B55A847}"/>
              </a:ext>
            </a:extLst>
          </p:cNvPr>
          <p:cNvSpPr/>
          <p:nvPr userDrawn="1"/>
        </p:nvSpPr>
        <p:spPr>
          <a:xfrm>
            <a:off x="72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ttern">
            <a:extLst>
              <a:ext uri="{FF2B5EF4-FFF2-40B4-BE49-F238E27FC236}">
                <a16:creationId xmlns:a16="http://schemas.microsoft.com/office/drawing/2014/main" id="{A4A0BC35-2CEA-F84C-BB25-10B3EB5DE983}"/>
              </a:ext>
            </a:extLst>
          </p:cNvPr>
          <p:cNvSpPr/>
          <p:nvPr userDrawn="1"/>
        </p:nvSpPr>
        <p:spPr>
          <a:xfrm>
            <a:off x="914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ttern">
            <a:extLst>
              <a:ext uri="{FF2B5EF4-FFF2-40B4-BE49-F238E27FC236}">
                <a16:creationId xmlns:a16="http://schemas.microsoft.com/office/drawing/2014/main" id="{FEF8DAD2-819F-4F35-7508-705EFF9DD6F1}"/>
              </a:ext>
            </a:extLst>
          </p:cNvPr>
          <p:cNvSpPr/>
          <p:nvPr userDrawn="1"/>
        </p:nvSpPr>
        <p:spPr>
          <a:xfrm>
            <a:off x="1104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ttern">
            <a:extLst>
              <a:ext uri="{FF2B5EF4-FFF2-40B4-BE49-F238E27FC236}">
                <a16:creationId xmlns:a16="http://schemas.microsoft.com/office/drawing/2014/main" id="{252E7667-DC2F-6000-A894-316702229319}"/>
              </a:ext>
            </a:extLst>
          </p:cNvPr>
          <p:cNvSpPr/>
          <p:nvPr userDrawn="1"/>
        </p:nvSpPr>
        <p:spPr>
          <a:xfrm>
            <a:off x="1295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ttern">
            <a:extLst>
              <a:ext uri="{FF2B5EF4-FFF2-40B4-BE49-F238E27FC236}">
                <a16:creationId xmlns:a16="http://schemas.microsoft.com/office/drawing/2014/main" id="{7DDE64AD-AE12-B688-251C-CB0087FFDA82}"/>
              </a:ext>
            </a:extLst>
          </p:cNvPr>
          <p:cNvSpPr/>
          <p:nvPr userDrawn="1"/>
        </p:nvSpPr>
        <p:spPr>
          <a:xfrm>
            <a:off x="1485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ttern">
            <a:extLst>
              <a:ext uri="{FF2B5EF4-FFF2-40B4-BE49-F238E27FC236}">
                <a16:creationId xmlns:a16="http://schemas.microsoft.com/office/drawing/2014/main" id="{923CF5ED-F549-CCDE-2E76-0A33D76275AC}"/>
              </a:ext>
            </a:extLst>
          </p:cNvPr>
          <p:cNvSpPr/>
          <p:nvPr userDrawn="1"/>
        </p:nvSpPr>
        <p:spPr>
          <a:xfrm>
            <a:off x="1676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ttern">
            <a:extLst>
              <a:ext uri="{FF2B5EF4-FFF2-40B4-BE49-F238E27FC236}">
                <a16:creationId xmlns:a16="http://schemas.microsoft.com/office/drawing/2014/main" id="{768978EF-2694-3035-9885-FBDEA3CBC752}"/>
              </a:ext>
            </a:extLst>
          </p:cNvPr>
          <p:cNvSpPr/>
          <p:nvPr userDrawn="1"/>
        </p:nvSpPr>
        <p:spPr>
          <a:xfrm>
            <a:off x="1866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attern">
            <a:extLst>
              <a:ext uri="{FF2B5EF4-FFF2-40B4-BE49-F238E27FC236}">
                <a16:creationId xmlns:a16="http://schemas.microsoft.com/office/drawing/2014/main" id="{84501BC4-F6C0-0FA4-FB2E-A259FC314284}"/>
              </a:ext>
            </a:extLst>
          </p:cNvPr>
          <p:cNvSpPr/>
          <p:nvPr userDrawn="1"/>
        </p:nvSpPr>
        <p:spPr>
          <a:xfrm>
            <a:off x="2057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ttern">
            <a:extLst>
              <a:ext uri="{FF2B5EF4-FFF2-40B4-BE49-F238E27FC236}">
                <a16:creationId xmlns:a16="http://schemas.microsoft.com/office/drawing/2014/main" id="{730CA8BA-CE1E-8033-6CAF-2BA61FF966CB}"/>
              </a:ext>
            </a:extLst>
          </p:cNvPr>
          <p:cNvSpPr/>
          <p:nvPr userDrawn="1"/>
        </p:nvSpPr>
        <p:spPr>
          <a:xfrm>
            <a:off x="2247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ttern">
            <a:extLst>
              <a:ext uri="{FF2B5EF4-FFF2-40B4-BE49-F238E27FC236}">
                <a16:creationId xmlns:a16="http://schemas.microsoft.com/office/drawing/2014/main" id="{0CABA232-1275-E5AF-A9BD-DEE3EF5575BB}"/>
              </a:ext>
            </a:extLst>
          </p:cNvPr>
          <p:cNvSpPr/>
          <p:nvPr userDrawn="1"/>
        </p:nvSpPr>
        <p:spPr>
          <a:xfrm>
            <a:off x="2438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pattern">
            <a:extLst>
              <a:ext uri="{FF2B5EF4-FFF2-40B4-BE49-F238E27FC236}">
                <a16:creationId xmlns:a16="http://schemas.microsoft.com/office/drawing/2014/main" id="{43481D2A-491F-FF56-B78D-C0644F95558E}"/>
              </a:ext>
            </a:extLst>
          </p:cNvPr>
          <p:cNvSpPr/>
          <p:nvPr userDrawn="1"/>
        </p:nvSpPr>
        <p:spPr>
          <a:xfrm>
            <a:off x="2628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attern">
            <a:extLst>
              <a:ext uri="{FF2B5EF4-FFF2-40B4-BE49-F238E27FC236}">
                <a16:creationId xmlns:a16="http://schemas.microsoft.com/office/drawing/2014/main" id="{D5D4EC0D-DBFD-3C88-9C71-CE1BE0B42F27}"/>
              </a:ext>
            </a:extLst>
          </p:cNvPr>
          <p:cNvSpPr/>
          <p:nvPr userDrawn="1"/>
        </p:nvSpPr>
        <p:spPr>
          <a:xfrm>
            <a:off x="2819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ttern">
            <a:extLst>
              <a:ext uri="{FF2B5EF4-FFF2-40B4-BE49-F238E27FC236}">
                <a16:creationId xmlns:a16="http://schemas.microsoft.com/office/drawing/2014/main" id="{D76EBD76-30E4-4F56-6920-4CD5D87C9DF5}"/>
              </a:ext>
            </a:extLst>
          </p:cNvPr>
          <p:cNvSpPr/>
          <p:nvPr userDrawn="1"/>
        </p:nvSpPr>
        <p:spPr>
          <a:xfrm>
            <a:off x="3009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attern">
            <a:extLst>
              <a:ext uri="{FF2B5EF4-FFF2-40B4-BE49-F238E27FC236}">
                <a16:creationId xmlns:a16="http://schemas.microsoft.com/office/drawing/2014/main" id="{D3A5D65A-A460-8EB2-AFEF-8DBC91F9DEC2}"/>
              </a:ext>
            </a:extLst>
          </p:cNvPr>
          <p:cNvSpPr/>
          <p:nvPr userDrawn="1"/>
        </p:nvSpPr>
        <p:spPr>
          <a:xfrm>
            <a:off x="3200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ttern">
            <a:extLst>
              <a:ext uri="{FF2B5EF4-FFF2-40B4-BE49-F238E27FC236}">
                <a16:creationId xmlns:a16="http://schemas.microsoft.com/office/drawing/2014/main" id="{E3AA09C1-B1BE-3481-C989-EBBDA9791627}"/>
              </a:ext>
            </a:extLst>
          </p:cNvPr>
          <p:cNvSpPr/>
          <p:nvPr userDrawn="1"/>
        </p:nvSpPr>
        <p:spPr>
          <a:xfrm>
            <a:off x="3390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attern">
            <a:extLst>
              <a:ext uri="{FF2B5EF4-FFF2-40B4-BE49-F238E27FC236}">
                <a16:creationId xmlns:a16="http://schemas.microsoft.com/office/drawing/2014/main" id="{E2CD535C-A7FD-C551-1360-83A95991EDFF}"/>
              </a:ext>
            </a:extLst>
          </p:cNvPr>
          <p:cNvSpPr/>
          <p:nvPr userDrawn="1"/>
        </p:nvSpPr>
        <p:spPr>
          <a:xfrm>
            <a:off x="3581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attern">
            <a:extLst>
              <a:ext uri="{FF2B5EF4-FFF2-40B4-BE49-F238E27FC236}">
                <a16:creationId xmlns:a16="http://schemas.microsoft.com/office/drawing/2014/main" id="{51071316-718C-F909-5C92-0946EF6F7652}"/>
              </a:ext>
            </a:extLst>
          </p:cNvPr>
          <p:cNvSpPr/>
          <p:nvPr userDrawn="1"/>
        </p:nvSpPr>
        <p:spPr>
          <a:xfrm>
            <a:off x="3771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ttern">
            <a:extLst>
              <a:ext uri="{FF2B5EF4-FFF2-40B4-BE49-F238E27FC236}">
                <a16:creationId xmlns:a16="http://schemas.microsoft.com/office/drawing/2014/main" id="{128EC606-5085-0198-D4BC-D867D928D078}"/>
              </a:ext>
            </a:extLst>
          </p:cNvPr>
          <p:cNvSpPr/>
          <p:nvPr userDrawn="1"/>
        </p:nvSpPr>
        <p:spPr>
          <a:xfrm>
            <a:off x="396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pattern">
            <a:extLst>
              <a:ext uri="{FF2B5EF4-FFF2-40B4-BE49-F238E27FC236}">
                <a16:creationId xmlns:a16="http://schemas.microsoft.com/office/drawing/2014/main" id="{956DD1B7-7103-3BBF-5170-60BE0188EFBA}"/>
              </a:ext>
            </a:extLst>
          </p:cNvPr>
          <p:cNvSpPr/>
          <p:nvPr userDrawn="1"/>
        </p:nvSpPr>
        <p:spPr>
          <a:xfrm>
            <a:off x="415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ttern">
            <a:extLst>
              <a:ext uri="{FF2B5EF4-FFF2-40B4-BE49-F238E27FC236}">
                <a16:creationId xmlns:a16="http://schemas.microsoft.com/office/drawing/2014/main" id="{C34B66E3-665E-5AC8-A8B6-FBF3F0E0F98F}"/>
              </a:ext>
            </a:extLst>
          </p:cNvPr>
          <p:cNvSpPr/>
          <p:nvPr userDrawn="1"/>
        </p:nvSpPr>
        <p:spPr>
          <a:xfrm>
            <a:off x="434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ttern">
            <a:extLst>
              <a:ext uri="{FF2B5EF4-FFF2-40B4-BE49-F238E27FC236}">
                <a16:creationId xmlns:a16="http://schemas.microsoft.com/office/drawing/2014/main" id="{2BEC6407-A704-B3B7-906E-D776407C88C2}"/>
              </a:ext>
            </a:extLst>
          </p:cNvPr>
          <p:cNvSpPr/>
          <p:nvPr userDrawn="1"/>
        </p:nvSpPr>
        <p:spPr>
          <a:xfrm>
            <a:off x="453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pattern">
            <a:extLst>
              <a:ext uri="{FF2B5EF4-FFF2-40B4-BE49-F238E27FC236}">
                <a16:creationId xmlns:a16="http://schemas.microsoft.com/office/drawing/2014/main" id="{60AEEC9F-A063-9043-E4E5-07DCAAFA66DA}"/>
              </a:ext>
            </a:extLst>
          </p:cNvPr>
          <p:cNvSpPr/>
          <p:nvPr userDrawn="1"/>
        </p:nvSpPr>
        <p:spPr>
          <a:xfrm>
            <a:off x="4724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pattern">
            <a:extLst>
              <a:ext uri="{FF2B5EF4-FFF2-40B4-BE49-F238E27FC236}">
                <a16:creationId xmlns:a16="http://schemas.microsoft.com/office/drawing/2014/main" id="{A8BA0256-0A35-AF95-7261-FF1C723D6741}"/>
              </a:ext>
            </a:extLst>
          </p:cNvPr>
          <p:cNvSpPr/>
          <p:nvPr userDrawn="1"/>
        </p:nvSpPr>
        <p:spPr>
          <a:xfrm>
            <a:off x="4914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attern">
            <a:extLst>
              <a:ext uri="{FF2B5EF4-FFF2-40B4-BE49-F238E27FC236}">
                <a16:creationId xmlns:a16="http://schemas.microsoft.com/office/drawing/2014/main" id="{9422C96A-90DD-3ECB-6A9F-F0A2B0DD9449}"/>
              </a:ext>
            </a:extLst>
          </p:cNvPr>
          <p:cNvSpPr/>
          <p:nvPr userDrawn="1"/>
        </p:nvSpPr>
        <p:spPr>
          <a:xfrm>
            <a:off x="5105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pattern">
            <a:extLst>
              <a:ext uri="{FF2B5EF4-FFF2-40B4-BE49-F238E27FC236}">
                <a16:creationId xmlns:a16="http://schemas.microsoft.com/office/drawing/2014/main" id="{33D23F28-0D49-6ED6-8D7B-1FCB069C0BBD}"/>
              </a:ext>
            </a:extLst>
          </p:cNvPr>
          <p:cNvSpPr/>
          <p:nvPr userDrawn="1"/>
        </p:nvSpPr>
        <p:spPr>
          <a:xfrm>
            <a:off x="5295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ttern">
            <a:extLst>
              <a:ext uri="{FF2B5EF4-FFF2-40B4-BE49-F238E27FC236}">
                <a16:creationId xmlns:a16="http://schemas.microsoft.com/office/drawing/2014/main" id="{FBE2637C-6148-EDD1-E70E-AE4C8E054E0D}"/>
              </a:ext>
            </a:extLst>
          </p:cNvPr>
          <p:cNvSpPr/>
          <p:nvPr userDrawn="1"/>
        </p:nvSpPr>
        <p:spPr>
          <a:xfrm>
            <a:off x="5486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ttern">
            <a:extLst>
              <a:ext uri="{FF2B5EF4-FFF2-40B4-BE49-F238E27FC236}">
                <a16:creationId xmlns:a16="http://schemas.microsoft.com/office/drawing/2014/main" id="{AD2F8F7C-97C6-F2D0-2E00-D4464FA208EB}"/>
              </a:ext>
            </a:extLst>
          </p:cNvPr>
          <p:cNvSpPr/>
          <p:nvPr userDrawn="1"/>
        </p:nvSpPr>
        <p:spPr>
          <a:xfrm>
            <a:off x="5676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ttern">
            <a:extLst>
              <a:ext uri="{FF2B5EF4-FFF2-40B4-BE49-F238E27FC236}">
                <a16:creationId xmlns:a16="http://schemas.microsoft.com/office/drawing/2014/main" id="{7E7F3628-0958-7CE8-DEA3-6577950532DD}"/>
              </a:ext>
            </a:extLst>
          </p:cNvPr>
          <p:cNvSpPr/>
          <p:nvPr userDrawn="1"/>
        </p:nvSpPr>
        <p:spPr>
          <a:xfrm>
            <a:off x="5867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ttern">
            <a:extLst>
              <a:ext uri="{FF2B5EF4-FFF2-40B4-BE49-F238E27FC236}">
                <a16:creationId xmlns:a16="http://schemas.microsoft.com/office/drawing/2014/main" id="{7F2DABDF-0EE1-369B-862C-3152EC9B7094}"/>
              </a:ext>
            </a:extLst>
          </p:cNvPr>
          <p:cNvSpPr/>
          <p:nvPr userDrawn="1"/>
        </p:nvSpPr>
        <p:spPr>
          <a:xfrm>
            <a:off x="6057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pattern">
            <a:extLst>
              <a:ext uri="{FF2B5EF4-FFF2-40B4-BE49-F238E27FC236}">
                <a16:creationId xmlns:a16="http://schemas.microsoft.com/office/drawing/2014/main" id="{E4631F8B-1249-F3EF-8008-10F818CFBD4E}"/>
              </a:ext>
            </a:extLst>
          </p:cNvPr>
          <p:cNvSpPr/>
          <p:nvPr userDrawn="1"/>
        </p:nvSpPr>
        <p:spPr>
          <a:xfrm>
            <a:off x="6248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pattern">
            <a:extLst>
              <a:ext uri="{FF2B5EF4-FFF2-40B4-BE49-F238E27FC236}">
                <a16:creationId xmlns:a16="http://schemas.microsoft.com/office/drawing/2014/main" id="{73EF6172-F6DF-4BF2-CAE5-E5EC42781C5E}"/>
              </a:ext>
            </a:extLst>
          </p:cNvPr>
          <p:cNvSpPr/>
          <p:nvPr userDrawn="1"/>
        </p:nvSpPr>
        <p:spPr>
          <a:xfrm>
            <a:off x="6438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attern">
            <a:extLst>
              <a:ext uri="{FF2B5EF4-FFF2-40B4-BE49-F238E27FC236}">
                <a16:creationId xmlns:a16="http://schemas.microsoft.com/office/drawing/2014/main" id="{4B319A41-8FA0-89CF-BD27-A664E1994EB3}"/>
              </a:ext>
            </a:extLst>
          </p:cNvPr>
          <p:cNvSpPr/>
          <p:nvPr userDrawn="1"/>
        </p:nvSpPr>
        <p:spPr>
          <a:xfrm>
            <a:off x="6629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pattern">
            <a:extLst>
              <a:ext uri="{FF2B5EF4-FFF2-40B4-BE49-F238E27FC236}">
                <a16:creationId xmlns:a16="http://schemas.microsoft.com/office/drawing/2014/main" id="{0F8D60B7-114D-5F4D-3AD1-7D856FF6C740}"/>
              </a:ext>
            </a:extLst>
          </p:cNvPr>
          <p:cNvSpPr/>
          <p:nvPr userDrawn="1"/>
        </p:nvSpPr>
        <p:spPr>
          <a:xfrm>
            <a:off x="6819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pattern">
            <a:extLst>
              <a:ext uri="{FF2B5EF4-FFF2-40B4-BE49-F238E27FC236}">
                <a16:creationId xmlns:a16="http://schemas.microsoft.com/office/drawing/2014/main" id="{C1C17510-44C4-2CB7-566E-84D027435A79}"/>
              </a:ext>
            </a:extLst>
          </p:cNvPr>
          <p:cNvSpPr/>
          <p:nvPr userDrawn="1"/>
        </p:nvSpPr>
        <p:spPr>
          <a:xfrm>
            <a:off x="7010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pattern">
            <a:extLst>
              <a:ext uri="{FF2B5EF4-FFF2-40B4-BE49-F238E27FC236}">
                <a16:creationId xmlns:a16="http://schemas.microsoft.com/office/drawing/2014/main" id="{B8C5E26C-E1FF-8991-7C5E-6D70ECDFF46C}"/>
              </a:ext>
            </a:extLst>
          </p:cNvPr>
          <p:cNvSpPr/>
          <p:nvPr userDrawn="1"/>
        </p:nvSpPr>
        <p:spPr>
          <a:xfrm>
            <a:off x="7200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pattern">
            <a:extLst>
              <a:ext uri="{FF2B5EF4-FFF2-40B4-BE49-F238E27FC236}">
                <a16:creationId xmlns:a16="http://schemas.microsoft.com/office/drawing/2014/main" id="{F4D245CB-2D13-D30A-968E-CD7626213BB5}"/>
              </a:ext>
            </a:extLst>
          </p:cNvPr>
          <p:cNvSpPr/>
          <p:nvPr userDrawn="1"/>
        </p:nvSpPr>
        <p:spPr>
          <a:xfrm>
            <a:off x="7391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pattern">
            <a:extLst>
              <a:ext uri="{FF2B5EF4-FFF2-40B4-BE49-F238E27FC236}">
                <a16:creationId xmlns:a16="http://schemas.microsoft.com/office/drawing/2014/main" id="{12EC89F8-821E-5339-249D-E0CE0835708D}"/>
              </a:ext>
            </a:extLst>
          </p:cNvPr>
          <p:cNvSpPr/>
          <p:nvPr userDrawn="1"/>
        </p:nvSpPr>
        <p:spPr>
          <a:xfrm>
            <a:off x="7581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pattern">
            <a:extLst>
              <a:ext uri="{FF2B5EF4-FFF2-40B4-BE49-F238E27FC236}">
                <a16:creationId xmlns:a16="http://schemas.microsoft.com/office/drawing/2014/main" id="{E8C8E51A-7C7F-F306-3F01-129324457C67}"/>
              </a:ext>
            </a:extLst>
          </p:cNvPr>
          <p:cNvSpPr/>
          <p:nvPr userDrawn="1"/>
        </p:nvSpPr>
        <p:spPr>
          <a:xfrm>
            <a:off x="777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attern">
            <a:extLst>
              <a:ext uri="{FF2B5EF4-FFF2-40B4-BE49-F238E27FC236}">
                <a16:creationId xmlns:a16="http://schemas.microsoft.com/office/drawing/2014/main" id="{99014ECA-7AAD-1FE1-AA8B-675F1C8BAE5E}"/>
              </a:ext>
            </a:extLst>
          </p:cNvPr>
          <p:cNvSpPr/>
          <p:nvPr userDrawn="1"/>
        </p:nvSpPr>
        <p:spPr>
          <a:xfrm>
            <a:off x="796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pattern">
            <a:extLst>
              <a:ext uri="{FF2B5EF4-FFF2-40B4-BE49-F238E27FC236}">
                <a16:creationId xmlns:a16="http://schemas.microsoft.com/office/drawing/2014/main" id="{9FED3CF9-23D4-4CD9-112C-7DB98E9446E0}"/>
              </a:ext>
            </a:extLst>
          </p:cNvPr>
          <p:cNvSpPr/>
          <p:nvPr userDrawn="1"/>
        </p:nvSpPr>
        <p:spPr>
          <a:xfrm>
            <a:off x="815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pattern">
            <a:extLst>
              <a:ext uri="{FF2B5EF4-FFF2-40B4-BE49-F238E27FC236}">
                <a16:creationId xmlns:a16="http://schemas.microsoft.com/office/drawing/2014/main" id="{8B2C5B23-A95F-24BD-4CB1-6AB4A0B52B61}"/>
              </a:ext>
            </a:extLst>
          </p:cNvPr>
          <p:cNvSpPr/>
          <p:nvPr userDrawn="1"/>
        </p:nvSpPr>
        <p:spPr>
          <a:xfrm>
            <a:off x="834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pattern">
            <a:extLst>
              <a:ext uri="{FF2B5EF4-FFF2-40B4-BE49-F238E27FC236}">
                <a16:creationId xmlns:a16="http://schemas.microsoft.com/office/drawing/2014/main" id="{4990F041-3348-F698-09DE-F54114ABF25D}"/>
              </a:ext>
            </a:extLst>
          </p:cNvPr>
          <p:cNvSpPr/>
          <p:nvPr userDrawn="1"/>
        </p:nvSpPr>
        <p:spPr>
          <a:xfrm>
            <a:off x="8534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pattern">
            <a:extLst>
              <a:ext uri="{FF2B5EF4-FFF2-40B4-BE49-F238E27FC236}">
                <a16:creationId xmlns:a16="http://schemas.microsoft.com/office/drawing/2014/main" id="{A5B9D29B-5391-E1EC-3BC6-640974B776EE}"/>
              </a:ext>
            </a:extLst>
          </p:cNvPr>
          <p:cNvSpPr/>
          <p:nvPr userDrawn="1"/>
        </p:nvSpPr>
        <p:spPr>
          <a:xfrm>
            <a:off x="8724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pattern">
            <a:extLst>
              <a:ext uri="{FF2B5EF4-FFF2-40B4-BE49-F238E27FC236}">
                <a16:creationId xmlns:a16="http://schemas.microsoft.com/office/drawing/2014/main" id="{2F059C82-20A4-40E3-D84C-2C136D06B38A}"/>
              </a:ext>
            </a:extLst>
          </p:cNvPr>
          <p:cNvSpPr/>
          <p:nvPr userDrawn="1"/>
        </p:nvSpPr>
        <p:spPr>
          <a:xfrm>
            <a:off x="8915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pattern">
            <a:extLst>
              <a:ext uri="{FF2B5EF4-FFF2-40B4-BE49-F238E27FC236}">
                <a16:creationId xmlns:a16="http://schemas.microsoft.com/office/drawing/2014/main" id="{4CD8C9F5-D8AC-3EB4-82C3-3821F0BA8BE4}"/>
              </a:ext>
            </a:extLst>
          </p:cNvPr>
          <p:cNvSpPr/>
          <p:nvPr userDrawn="1"/>
        </p:nvSpPr>
        <p:spPr>
          <a:xfrm>
            <a:off x="9105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pattern">
            <a:extLst>
              <a:ext uri="{FF2B5EF4-FFF2-40B4-BE49-F238E27FC236}">
                <a16:creationId xmlns:a16="http://schemas.microsoft.com/office/drawing/2014/main" id="{E733DACD-C385-263C-4F26-A7B8306FCEF5}"/>
              </a:ext>
            </a:extLst>
          </p:cNvPr>
          <p:cNvSpPr/>
          <p:nvPr userDrawn="1"/>
        </p:nvSpPr>
        <p:spPr>
          <a:xfrm>
            <a:off x="9296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pattern">
            <a:extLst>
              <a:ext uri="{FF2B5EF4-FFF2-40B4-BE49-F238E27FC236}">
                <a16:creationId xmlns:a16="http://schemas.microsoft.com/office/drawing/2014/main" id="{0E510EA8-0BA4-A0D3-8D9A-490513C8FA2A}"/>
              </a:ext>
            </a:extLst>
          </p:cNvPr>
          <p:cNvSpPr/>
          <p:nvPr userDrawn="1"/>
        </p:nvSpPr>
        <p:spPr>
          <a:xfrm>
            <a:off x="9486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pattern">
            <a:extLst>
              <a:ext uri="{FF2B5EF4-FFF2-40B4-BE49-F238E27FC236}">
                <a16:creationId xmlns:a16="http://schemas.microsoft.com/office/drawing/2014/main" id="{770249AA-EDE7-E845-E5BD-E25FF5C98D85}"/>
              </a:ext>
            </a:extLst>
          </p:cNvPr>
          <p:cNvSpPr/>
          <p:nvPr userDrawn="1"/>
        </p:nvSpPr>
        <p:spPr>
          <a:xfrm>
            <a:off x="9677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pattern">
            <a:extLst>
              <a:ext uri="{FF2B5EF4-FFF2-40B4-BE49-F238E27FC236}">
                <a16:creationId xmlns:a16="http://schemas.microsoft.com/office/drawing/2014/main" id="{AF509F25-AC9F-41DB-26E3-61805839D535}"/>
              </a:ext>
            </a:extLst>
          </p:cNvPr>
          <p:cNvSpPr/>
          <p:nvPr userDrawn="1"/>
        </p:nvSpPr>
        <p:spPr>
          <a:xfrm>
            <a:off x="9867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pattern">
            <a:extLst>
              <a:ext uri="{FF2B5EF4-FFF2-40B4-BE49-F238E27FC236}">
                <a16:creationId xmlns:a16="http://schemas.microsoft.com/office/drawing/2014/main" id="{6315A2AF-D1F6-5476-8BA2-527391254D35}"/>
              </a:ext>
            </a:extLst>
          </p:cNvPr>
          <p:cNvSpPr/>
          <p:nvPr userDrawn="1"/>
        </p:nvSpPr>
        <p:spPr>
          <a:xfrm>
            <a:off x="10058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attern">
            <a:extLst>
              <a:ext uri="{FF2B5EF4-FFF2-40B4-BE49-F238E27FC236}">
                <a16:creationId xmlns:a16="http://schemas.microsoft.com/office/drawing/2014/main" id="{D0025DF1-2704-F031-F4C1-0112EE623D4A}"/>
              </a:ext>
            </a:extLst>
          </p:cNvPr>
          <p:cNvSpPr/>
          <p:nvPr userDrawn="1"/>
        </p:nvSpPr>
        <p:spPr>
          <a:xfrm>
            <a:off x="10248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pattern">
            <a:extLst>
              <a:ext uri="{FF2B5EF4-FFF2-40B4-BE49-F238E27FC236}">
                <a16:creationId xmlns:a16="http://schemas.microsoft.com/office/drawing/2014/main" id="{A55405C6-46B1-79C4-FA0D-FEB5838DB4A4}"/>
              </a:ext>
            </a:extLst>
          </p:cNvPr>
          <p:cNvSpPr/>
          <p:nvPr userDrawn="1"/>
        </p:nvSpPr>
        <p:spPr>
          <a:xfrm>
            <a:off x="10439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pattern">
            <a:extLst>
              <a:ext uri="{FF2B5EF4-FFF2-40B4-BE49-F238E27FC236}">
                <a16:creationId xmlns:a16="http://schemas.microsoft.com/office/drawing/2014/main" id="{E9A1A620-8AA4-4E21-B7A5-1C7C22B70D84}"/>
              </a:ext>
            </a:extLst>
          </p:cNvPr>
          <p:cNvSpPr/>
          <p:nvPr userDrawn="1"/>
        </p:nvSpPr>
        <p:spPr>
          <a:xfrm>
            <a:off x="10629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pattern">
            <a:extLst>
              <a:ext uri="{FF2B5EF4-FFF2-40B4-BE49-F238E27FC236}">
                <a16:creationId xmlns:a16="http://schemas.microsoft.com/office/drawing/2014/main" id="{C4C2141B-B5A0-0285-812E-892810F68493}"/>
              </a:ext>
            </a:extLst>
          </p:cNvPr>
          <p:cNvSpPr/>
          <p:nvPr userDrawn="1"/>
        </p:nvSpPr>
        <p:spPr>
          <a:xfrm>
            <a:off x="10820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pattern">
            <a:extLst>
              <a:ext uri="{FF2B5EF4-FFF2-40B4-BE49-F238E27FC236}">
                <a16:creationId xmlns:a16="http://schemas.microsoft.com/office/drawing/2014/main" id="{33D8B061-831D-931B-5119-A019FCE53A2C}"/>
              </a:ext>
            </a:extLst>
          </p:cNvPr>
          <p:cNvSpPr/>
          <p:nvPr userDrawn="1"/>
        </p:nvSpPr>
        <p:spPr>
          <a:xfrm>
            <a:off x="11010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pattern">
            <a:extLst>
              <a:ext uri="{FF2B5EF4-FFF2-40B4-BE49-F238E27FC236}">
                <a16:creationId xmlns:a16="http://schemas.microsoft.com/office/drawing/2014/main" id="{ADD2116A-C068-4860-622C-80E80D103327}"/>
              </a:ext>
            </a:extLst>
          </p:cNvPr>
          <p:cNvSpPr/>
          <p:nvPr userDrawn="1"/>
        </p:nvSpPr>
        <p:spPr>
          <a:xfrm>
            <a:off x="11201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pattern">
            <a:extLst>
              <a:ext uri="{FF2B5EF4-FFF2-40B4-BE49-F238E27FC236}">
                <a16:creationId xmlns:a16="http://schemas.microsoft.com/office/drawing/2014/main" id="{296D57E2-9903-94C1-BD37-06CF50E29F07}"/>
              </a:ext>
            </a:extLst>
          </p:cNvPr>
          <p:cNvSpPr/>
          <p:nvPr userDrawn="1"/>
        </p:nvSpPr>
        <p:spPr>
          <a:xfrm>
            <a:off x="11391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attern">
            <a:extLst>
              <a:ext uri="{FF2B5EF4-FFF2-40B4-BE49-F238E27FC236}">
                <a16:creationId xmlns:a16="http://schemas.microsoft.com/office/drawing/2014/main" id="{5F31F98F-E4C2-FBEE-AB71-E09E706DAC41}"/>
              </a:ext>
            </a:extLst>
          </p:cNvPr>
          <p:cNvSpPr/>
          <p:nvPr userDrawn="1"/>
        </p:nvSpPr>
        <p:spPr>
          <a:xfrm>
            <a:off x="1158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pattern">
            <a:extLst>
              <a:ext uri="{FF2B5EF4-FFF2-40B4-BE49-F238E27FC236}">
                <a16:creationId xmlns:a16="http://schemas.microsoft.com/office/drawing/2014/main" id="{3AA215BD-22EA-DCB0-69A1-2CF16E08CA3D}"/>
              </a:ext>
            </a:extLst>
          </p:cNvPr>
          <p:cNvSpPr/>
          <p:nvPr userDrawn="1"/>
        </p:nvSpPr>
        <p:spPr>
          <a:xfrm>
            <a:off x="1177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pattern">
            <a:extLst>
              <a:ext uri="{FF2B5EF4-FFF2-40B4-BE49-F238E27FC236}">
                <a16:creationId xmlns:a16="http://schemas.microsoft.com/office/drawing/2014/main" id="{181EA99A-5433-53B3-EF3C-9F88C291A4F1}"/>
              </a:ext>
            </a:extLst>
          </p:cNvPr>
          <p:cNvSpPr/>
          <p:nvPr userDrawn="1"/>
        </p:nvSpPr>
        <p:spPr>
          <a:xfrm>
            <a:off x="1196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pattern">
            <a:extLst>
              <a:ext uri="{FF2B5EF4-FFF2-40B4-BE49-F238E27FC236}">
                <a16:creationId xmlns:a16="http://schemas.microsoft.com/office/drawing/2014/main" id="{2435ACE5-2779-FDFC-C0C2-205E517EFA08}"/>
              </a:ext>
            </a:extLst>
          </p:cNvPr>
          <p:cNvSpPr/>
          <p:nvPr userDrawn="1"/>
        </p:nvSpPr>
        <p:spPr>
          <a:xfrm>
            <a:off x="1215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pattern">
            <a:extLst>
              <a:ext uri="{FF2B5EF4-FFF2-40B4-BE49-F238E27FC236}">
                <a16:creationId xmlns:a16="http://schemas.microsoft.com/office/drawing/2014/main" id="{71A065BC-96F0-C799-A255-44E61F9E26C0}"/>
              </a:ext>
            </a:extLst>
          </p:cNvPr>
          <p:cNvSpPr/>
          <p:nvPr userDrawn="1"/>
        </p:nvSpPr>
        <p:spPr>
          <a:xfrm>
            <a:off x="24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pattern">
            <a:extLst>
              <a:ext uri="{FF2B5EF4-FFF2-40B4-BE49-F238E27FC236}">
                <a16:creationId xmlns:a16="http://schemas.microsoft.com/office/drawing/2014/main" id="{05EB03A2-4D83-2F71-39C0-F4F85069BA2A}"/>
              </a:ext>
            </a:extLst>
          </p:cNvPr>
          <p:cNvSpPr/>
          <p:nvPr userDrawn="1"/>
        </p:nvSpPr>
        <p:spPr>
          <a:xfrm>
            <a:off x="43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pattern">
            <a:extLst>
              <a:ext uri="{FF2B5EF4-FFF2-40B4-BE49-F238E27FC236}">
                <a16:creationId xmlns:a16="http://schemas.microsoft.com/office/drawing/2014/main" id="{FF5A3147-AD06-04B6-929F-EA205430C3BB}"/>
              </a:ext>
            </a:extLst>
          </p:cNvPr>
          <p:cNvSpPr/>
          <p:nvPr userDrawn="1"/>
        </p:nvSpPr>
        <p:spPr>
          <a:xfrm>
            <a:off x="62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pattern">
            <a:extLst>
              <a:ext uri="{FF2B5EF4-FFF2-40B4-BE49-F238E27FC236}">
                <a16:creationId xmlns:a16="http://schemas.microsoft.com/office/drawing/2014/main" id="{1B427107-7FBE-FCD9-C998-2473EFA620AB}"/>
              </a:ext>
            </a:extLst>
          </p:cNvPr>
          <p:cNvSpPr/>
          <p:nvPr userDrawn="1"/>
        </p:nvSpPr>
        <p:spPr>
          <a:xfrm>
            <a:off x="81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pattern">
            <a:extLst>
              <a:ext uri="{FF2B5EF4-FFF2-40B4-BE49-F238E27FC236}">
                <a16:creationId xmlns:a16="http://schemas.microsoft.com/office/drawing/2014/main" id="{5CFEF44E-488E-B7A8-FF81-3A24159AFECB}"/>
              </a:ext>
            </a:extLst>
          </p:cNvPr>
          <p:cNvSpPr/>
          <p:nvPr userDrawn="1"/>
        </p:nvSpPr>
        <p:spPr>
          <a:xfrm>
            <a:off x="1009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pattern">
            <a:extLst>
              <a:ext uri="{FF2B5EF4-FFF2-40B4-BE49-F238E27FC236}">
                <a16:creationId xmlns:a16="http://schemas.microsoft.com/office/drawing/2014/main" id="{9A7580BB-EFAF-A814-00F9-6A2D72E1388D}"/>
              </a:ext>
            </a:extLst>
          </p:cNvPr>
          <p:cNvSpPr/>
          <p:nvPr userDrawn="1"/>
        </p:nvSpPr>
        <p:spPr>
          <a:xfrm>
            <a:off x="1200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pattern">
            <a:extLst>
              <a:ext uri="{FF2B5EF4-FFF2-40B4-BE49-F238E27FC236}">
                <a16:creationId xmlns:a16="http://schemas.microsoft.com/office/drawing/2014/main" id="{38421D07-6746-7933-9428-D5A2D2607678}"/>
              </a:ext>
            </a:extLst>
          </p:cNvPr>
          <p:cNvSpPr/>
          <p:nvPr userDrawn="1"/>
        </p:nvSpPr>
        <p:spPr>
          <a:xfrm>
            <a:off x="1390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pattern">
            <a:extLst>
              <a:ext uri="{FF2B5EF4-FFF2-40B4-BE49-F238E27FC236}">
                <a16:creationId xmlns:a16="http://schemas.microsoft.com/office/drawing/2014/main" id="{408B3896-6A57-6C29-8FD9-864D883B9660}"/>
              </a:ext>
            </a:extLst>
          </p:cNvPr>
          <p:cNvSpPr/>
          <p:nvPr userDrawn="1"/>
        </p:nvSpPr>
        <p:spPr>
          <a:xfrm>
            <a:off x="1581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pattern">
            <a:extLst>
              <a:ext uri="{FF2B5EF4-FFF2-40B4-BE49-F238E27FC236}">
                <a16:creationId xmlns:a16="http://schemas.microsoft.com/office/drawing/2014/main" id="{74E2CF47-D90B-7CA4-14AE-32405DFA8C15}"/>
              </a:ext>
            </a:extLst>
          </p:cNvPr>
          <p:cNvSpPr/>
          <p:nvPr userDrawn="1"/>
        </p:nvSpPr>
        <p:spPr>
          <a:xfrm>
            <a:off x="1771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pattern">
            <a:extLst>
              <a:ext uri="{FF2B5EF4-FFF2-40B4-BE49-F238E27FC236}">
                <a16:creationId xmlns:a16="http://schemas.microsoft.com/office/drawing/2014/main" id="{67190304-1007-F401-9E8A-2AD8D8439F36}"/>
              </a:ext>
            </a:extLst>
          </p:cNvPr>
          <p:cNvSpPr/>
          <p:nvPr userDrawn="1"/>
        </p:nvSpPr>
        <p:spPr>
          <a:xfrm>
            <a:off x="1962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pattern">
            <a:extLst>
              <a:ext uri="{FF2B5EF4-FFF2-40B4-BE49-F238E27FC236}">
                <a16:creationId xmlns:a16="http://schemas.microsoft.com/office/drawing/2014/main" id="{BC30971A-DA6E-529C-6A82-37562B6E7EAD}"/>
              </a:ext>
            </a:extLst>
          </p:cNvPr>
          <p:cNvSpPr/>
          <p:nvPr userDrawn="1"/>
        </p:nvSpPr>
        <p:spPr>
          <a:xfrm>
            <a:off x="2152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pattern">
            <a:extLst>
              <a:ext uri="{FF2B5EF4-FFF2-40B4-BE49-F238E27FC236}">
                <a16:creationId xmlns:a16="http://schemas.microsoft.com/office/drawing/2014/main" id="{17F54F4D-2AD8-81D9-D14E-2676382FA42A}"/>
              </a:ext>
            </a:extLst>
          </p:cNvPr>
          <p:cNvSpPr/>
          <p:nvPr userDrawn="1"/>
        </p:nvSpPr>
        <p:spPr>
          <a:xfrm>
            <a:off x="2343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pattern">
            <a:extLst>
              <a:ext uri="{FF2B5EF4-FFF2-40B4-BE49-F238E27FC236}">
                <a16:creationId xmlns:a16="http://schemas.microsoft.com/office/drawing/2014/main" id="{49104EFC-012A-C71A-CF28-A9D13E78FBC6}"/>
              </a:ext>
            </a:extLst>
          </p:cNvPr>
          <p:cNvSpPr/>
          <p:nvPr userDrawn="1"/>
        </p:nvSpPr>
        <p:spPr>
          <a:xfrm>
            <a:off x="2533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pattern">
            <a:extLst>
              <a:ext uri="{FF2B5EF4-FFF2-40B4-BE49-F238E27FC236}">
                <a16:creationId xmlns:a16="http://schemas.microsoft.com/office/drawing/2014/main" id="{FFE398CC-B697-4105-FFBE-70DAF18908C4}"/>
              </a:ext>
            </a:extLst>
          </p:cNvPr>
          <p:cNvSpPr/>
          <p:nvPr userDrawn="1"/>
        </p:nvSpPr>
        <p:spPr>
          <a:xfrm>
            <a:off x="2724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pattern">
            <a:extLst>
              <a:ext uri="{FF2B5EF4-FFF2-40B4-BE49-F238E27FC236}">
                <a16:creationId xmlns:a16="http://schemas.microsoft.com/office/drawing/2014/main" id="{D2A4CEF3-A398-D56F-5583-B25FB65B3B52}"/>
              </a:ext>
            </a:extLst>
          </p:cNvPr>
          <p:cNvSpPr/>
          <p:nvPr userDrawn="1"/>
        </p:nvSpPr>
        <p:spPr>
          <a:xfrm>
            <a:off x="2914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pattern">
            <a:extLst>
              <a:ext uri="{FF2B5EF4-FFF2-40B4-BE49-F238E27FC236}">
                <a16:creationId xmlns:a16="http://schemas.microsoft.com/office/drawing/2014/main" id="{5A51D492-564A-751B-27C4-731F4328FC5F}"/>
              </a:ext>
            </a:extLst>
          </p:cNvPr>
          <p:cNvSpPr/>
          <p:nvPr userDrawn="1"/>
        </p:nvSpPr>
        <p:spPr>
          <a:xfrm>
            <a:off x="3105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pattern">
            <a:extLst>
              <a:ext uri="{FF2B5EF4-FFF2-40B4-BE49-F238E27FC236}">
                <a16:creationId xmlns:a16="http://schemas.microsoft.com/office/drawing/2014/main" id="{6EEDA703-9055-DC53-75CD-5F0C410CF0AB}"/>
              </a:ext>
            </a:extLst>
          </p:cNvPr>
          <p:cNvSpPr/>
          <p:nvPr userDrawn="1"/>
        </p:nvSpPr>
        <p:spPr>
          <a:xfrm>
            <a:off x="3295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pattern">
            <a:extLst>
              <a:ext uri="{FF2B5EF4-FFF2-40B4-BE49-F238E27FC236}">
                <a16:creationId xmlns:a16="http://schemas.microsoft.com/office/drawing/2014/main" id="{F23FFD5D-1623-DACE-4A86-EA2C6901687B}"/>
              </a:ext>
            </a:extLst>
          </p:cNvPr>
          <p:cNvSpPr/>
          <p:nvPr userDrawn="1"/>
        </p:nvSpPr>
        <p:spPr>
          <a:xfrm>
            <a:off x="3486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pattern">
            <a:extLst>
              <a:ext uri="{FF2B5EF4-FFF2-40B4-BE49-F238E27FC236}">
                <a16:creationId xmlns:a16="http://schemas.microsoft.com/office/drawing/2014/main" id="{AD82B250-179A-C81B-202F-1ECE29EF7D55}"/>
              </a:ext>
            </a:extLst>
          </p:cNvPr>
          <p:cNvSpPr/>
          <p:nvPr userDrawn="1"/>
        </p:nvSpPr>
        <p:spPr>
          <a:xfrm>
            <a:off x="3676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pattern">
            <a:extLst>
              <a:ext uri="{FF2B5EF4-FFF2-40B4-BE49-F238E27FC236}">
                <a16:creationId xmlns:a16="http://schemas.microsoft.com/office/drawing/2014/main" id="{998DA858-90D4-C993-901F-4B3C0C8A8404}"/>
              </a:ext>
            </a:extLst>
          </p:cNvPr>
          <p:cNvSpPr/>
          <p:nvPr userDrawn="1"/>
        </p:nvSpPr>
        <p:spPr>
          <a:xfrm>
            <a:off x="3867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ttern">
            <a:extLst>
              <a:ext uri="{FF2B5EF4-FFF2-40B4-BE49-F238E27FC236}">
                <a16:creationId xmlns:a16="http://schemas.microsoft.com/office/drawing/2014/main" id="{2F32B38F-DD44-D873-0346-D6A0A86E7888}"/>
              </a:ext>
            </a:extLst>
          </p:cNvPr>
          <p:cNvSpPr/>
          <p:nvPr userDrawn="1"/>
        </p:nvSpPr>
        <p:spPr>
          <a:xfrm>
            <a:off x="405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pattern">
            <a:extLst>
              <a:ext uri="{FF2B5EF4-FFF2-40B4-BE49-F238E27FC236}">
                <a16:creationId xmlns:a16="http://schemas.microsoft.com/office/drawing/2014/main" id="{07A282C8-72EB-B662-22D7-5589D7EAFBF4}"/>
              </a:ext>
            </a:extLst>
          </p:cNvPr>
          <p:cNvSpPr/>
          <p:nvPr userDrawn="1"/>
        </p:nvSpPr>
        <p:spPr>
          <a:xfrm>
            <a:off x="424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pattern">
            <a:extLst>
              <a:ext uri="{FF2B5EF4-FFF2-40B4-BE49-F238E27FC236}">
                <a16:creationId xmlns:a16="http://schemas.microsoft.com/office/drawing/2014/main" id="{FFAE0D38-0CF5-1457-70F0-F6319E953B34}"/>
              </a:ext>
            </a:extLst>
          </p:cNvPr>
          <p:cNvSpPr/>
          <p:nvPr userDrawn="1"/>
        </p:nvSpPr>
        <p:spPr>
          <a:xfrm>
            <a:off x="443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pattern">
            <a:extLst>
              <a:ext uri="{FF2B5EF4-FFF2-40B4-BE49-F238E27FC236}">
                <a16:creationId xmlns:a16="http://schemas.microsoft.com/office/drawing/2014/main" id="{01C27594-59E8-0A7F-3FED-889F3B572632}"/>
              </a:ext>
            </a:extLst>
          </p:cNvPr>
          <p:cNvSpPr/>
          <p:nvPr userDrawn="1"/>
        </p:nvSpPr>
        <p:spPr>
          <a:xfrm>
            <a:off x="462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pattern">
            <a:extLst>
              <a:ext uri="{FF2B5EF4-FFF2-40B4-BE49-F238E27FC236}">
                <a16:creationId xmlns:a16="http://schemas.microsoft.com/office/drawing/2014/main" id="{A5477413-662B-F613-1715-789F35B36492}"/>
              </a:ext>
            </a:extLst>
          </p:cNvPr>
          <p:cNvSpPr/>
          <p:nvPr userDrawn="1"/>
        </p:nvSpPr>
        <p:spPr>
          <a:xfrm>
            <a:off x="4819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pattern">
            <a:extLst>
              <a:ext uri="{FF2B5EF4-FFF2-40B4-BE49-F238E27FC236}">
                <a16:creationId xmlns:a16="http://schemas.microsoft.com/office/drawing/2014/main" id="{CE59EA9C-218D-49B4-4C80-366528105424}"/>
              </a:ext>
            </a:extLst>
          </p:cNvPr>
          <p:cNvSpPr/>
          <p:nvPr userDrawn="1"/>
        </p:nvSpPr>
        <p:spPr>
          <a:xfrm>
            <a:off x="5010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pattern">
            <a:extLst>
              <a:ext uri="{FF2B5EF4-FFF2-40B4-BE49-F238E27FC236}">
                <a16:creationId xmlns:a16="http://schemas.microsoft.com/office/drawing/2014/main" id="{90D728E5-5EF6-3F3F-2A9C-963CBDBE0994}"/>
              </a:ext>
            </a:extLst>
          </p:cNvPr>
          <p:cNvSpPr/>
          <p:nvPr userDrawn="1"/>
        </p:nvSpPr>
        <p:spPr>
          <a:xfrm>
            <a:off x="5200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pattern">
            <a:extLst>
              <a:ext uri="{FF2B5EF4-FFF2-40B4-BE49-F238E27FC236}">
                <a16:creationId xmlns:a16="http://schemas.microsoft.com/office/drawing/2014/main" id="{42829854-E07B-B4E9-5C31-091FF3F636EB}"/>
              </a:ext>
            </a:extLst>
          </p:cNvPr>
          <p:cNvSpPr/>
          <p:nvPr userDrawn="1"/>
        </p:nvSpPr>
        <p:spPr>
          <a:xfrm>
            <a:off x="5391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pattern">
            <a:extLst>
              <a:ext uri="{FF2B5EF4-FFF2-40B4-BE49-F238E27FC236}">
                <a16:creationId xmlns:a16="http://schemas.microsoft.com/office/drawing/2014/main" id="{48D41D87-3BC3-986D-BAA1-6FF2437CF7C4}"/>
              </a:ext>
            </a:extLst>
          </p:cNvPr>
          <p:cNvSpPr/>
          <p:nvPr userDrawn="1"/>
        </p:nvSpPr>
        <p:spPr>
          <a:xfrm>
            <a:off x="5581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pattern">
            <a:extLst>
              <a:ext uri="{FF2B5EF4-FFF2-40B4-BE49-F238E27FC236}">
                <a16:creationId xmlns:a16="http://schemas.microsoft.com/office/drawing/2014/main" id="{90F7D639-79BD-B42C-9BE6-CA434F5E2D72}"/>
              </a:ext>
            </a:extLst>
          </p:cNvPr>
          <p:cNvSpPr/>
          <p:nvPr userDrawn="1"/>
        </p:nvSpPr>
        <p:spPr>
          <a:xfrm>
            <a:off x="5772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pattern">
            <a:extLst>
              <a:ext uri="{FF2B5EF4-FFF2-40B4-BE49-F238E27FC236}">
                <a16:creationId xmlns:a16="http://schemas.microsoft.com/office/drawing/2014/main" id="{73917006-4856-B5A4-73FF-263742F4C232}"/>
              </a:ext>
            </a:extLst>
          </p:cNvPr>
          <p:cNvSpPr/>
          <p:nvPr userDrawn="1"/>
        </p:nvSpPr>
        <p:spPr>
          <a:xfrm>
            <a:off x="5962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pattern">
            <a:extLst>
              <a:ext uri="{FF2B5EF4-FFF2-40B4-BE49-F238E27FC236}">
                <a16:creationId xmlns:a16="http://schemas.microsoft.com/office/drawing/2014/main" id="{5CC89AD8-6921-2AF9-263A-CA69ACADD75A}"/>
              </a:ext>
            </a:extLst>
          </p:cNvPr>
          <p:cNvSpPr/>
          <p:nvPr userDrawn="1"/>
        </p:nvSpPr>
        <p:spPr>
          <a:xfrm>
            <a:off x="6153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pattern">
            <a:extLst>
              <a:ext uri="{FF2B5EF4-FFF2-40B4-BE49-F238E27FC236}">
                <a16:creationId xmlns:a16="http://schemas.microsoft.com/office/drawing/2014/main" id="{13835AE7-C052-1097-6B25-1FF58FE9A725}"/>
              </a:ext>
            </a:extLst>
          </p:cNvPr>
          <p:cNvSpPr/>
          <p:nvPr userDrawn="1"/>
        </p:nvSpPr>
        <p:spPr>
          <a:xfrm>
            <a:off x="6343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pattern">
            <a:extLst>
              <a:ext uri="{FF2B5EF4-FFF2-40B4-BE49-F238E27FC236}">
                <a16:creationId xmlns:a16="http://schemas.microsoft.com/office/drawing/2014/main" id="{702665CB-1C7B-EE88-FE65-9E7F9BAEA7F4}"/>
              </a:ext>
            </a:extLst>
          </p:cNvPr>
          <p:cNvSpPr/>
          <p:nvPr userDrawn="1"/>
        </p:nvSpPr>
        <p:spPr>
          <a:xfrm>
            <a:off x="6534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pattern">
            <a:extLst>
              <a:ext uri="{FF2B5EF4-FFF2-40B4-BE49-F238E27FC236}">
                <a16:creationId xmlns:a16="http://schemas.microsoft.com/office/drawing/2014/main" id="{C3060045-50F7-6A99-AB62-3C6BC504BA57}"/>
              </a:ext>
            </a:extLst>
          </p:cNvPr>
          <p:cNvSpPr/>
          <p:nvPr userDrawn="1"/>
        </p:nvSpPr>
        <p:spPr>
          <a:xfrm>
            <a:off x="6724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pattern">
            <a:extLst>
              <a:ext uri="{FF2B5EF4-FFF2-40B4-BE49-F238E27FC236}">
                <a16:creationId xmlns:a16="http://schemas.microsoft.com/office/drawing/2014/main" id="{84191751-F7B5-7F90-F72C-6B383BAEFC3B}"/>
              </a:ext>
            </a:extLst>
          </p:cNvPr>
          <p:cNvSpPr/>
          <p:nvPr userDrawn="1"/>
        </p:nvSpPr>
        <p:spPr>
          <a:xfrm>
            <a:off x="6915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pattern">
            <a:extLst>
              <a:ext uri="{FF2B5EF4-FFF2-40B4-BE49-F238E27FC236}">
                <a16:creationId xmlns:a16="http://schemas.microsoft.com/office/drawing/2014/main" id="{71A7AF35-936F-07B9-5F99-8396B4AF4D9F}"/>
              </a:ext>
            </a:extLst>
          </p:cNvPr>
          <p:cNvSpPr/>
          <p:nvPr userDrawn="1"/>
        </p:nvSpPr>
        <p:spPr>
          <a:xfrm>
            <a:off x="7105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pattern">
            <a:extLst>
              <a:ext uri="{FF2B5EF4-FFF2-40B4-BE49-F238E27FC236}">
                <a16:creationId xmlns:a16="http://schemas.microsoft.com/office/drawing/2014/main" id="{A5AA5D39-0ED0-23E8-D21D-6F9714D597DC}"/>
              </a:ext>
            </a:extLst>
          </p:cNvPr>
          <p:cNvSpPr/>
          <p:nvPr userDrawn="1"/>
        </p:nvSpPr>
        <p:spPr>
          <a:xfrm>
            <a:off x="7296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pattern">
            <a:extLst>
              <a:ext uri="{FF2B5EF4-FFF2-40B4-BE49-F238E27FC236}">
                <a16:creationId xmlns:a16="http://schemas.microsoft.com/office/drawing/2014/main" id="{702D5282-06C1-6E40-41D2-CB52E5ED3EB5}"/>
              </a:ext>
            </a:extLst>
          </p:cNvPr>
          <p:cNvSpPr/>
          <p:nvPr userDrawn="1"/>
        </p:nvSpPr>
        <p:spPr>
          <a:xfrm>
            <a:off x="7486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pattern">
            <a:extLst>
              <a:ext uri="{FF2B5EF4-FFF2-40B4-BE49-F238E27FC236}">
                <a16:creationId xmlns:a16="http://schemas.microsoft.com/office/drawing/2014/main" id="{BA830248-7C45-4160-E425-6A75015E8424}"/>
              </a:ext>
            </a:extLst>
          </p:cNvPr>
          <p:cNvSpPr/>
          <p:nvPr userDrawn="1"/>
        </p:nvSpPr>
        <p:spPr>
          <a:xfrm>
            <a:off x="7677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pattern">
            <a:extLst>
              <a:ext uri="{FF2B5EF4-FFF2-40B4-BE49-F238E27FC236}">
                <a16:creationId xmlns:a16="http://schemas.microsoft.com/office/drawing/2014/main" id="{E2F4AB42-E985-FA15-EA26-374ADA16B021}"/>
              </a:ext>
            </a:extLst>
          </p:cNvPr>
          <p:cNvSpPr/>
          <p:nvPr userDrawn="1"/>
        </p:nvSpPr>
        <p:spPr>
          <a:xfrm>
            <a:off x="786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pattern">
            <a:extLst>
              <a:ext uri="{FF2B5EF4-FFF2-40B4-BE49-F238E27FC236}">
                <a16:creationId xmlns:a16="http://schemas.microsoft.com/office/drawing/2014/main" id="{74802E34-4D34-4E0C-CFED-DF1842B29344}"/>
              </a:ext>
            </a:extLst>
          </p:cNvPr>
          <p:cNvSpPr/>
          <p:nvPr userDrawn="1"/>
        </p:nvSpPr>
        <p:spPr>
          <a:xfrm>
            <a:off x="805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pattern">
            <a:extLst>
              <a:ext uri="{FF2B5EF4-FFF2-40B4-BE49-F238E27FC236}">
                <a16:creationId xmlns:a16="http://schemas.microsoft.com/office/drawing/2014/main" id="{DE5E23FA-A237-C089-7FA2-1197B8438535}"/>
              </a:ext>
            </a:extLst>
          </p:cNvPr>
          <p:cNvSpPr/>
          <p:nvPr userDrawn="1"/>
        </p:nvSpPr>
        <p:spPr>
          <a:xfrm>
            <a:off x="824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pattern">
            <a:extLst>
              <a:ext uri="{FF2B5EF4-FFF2-40B4-BE49-F238E27FC236}">
                <a16:creationId xmlns:a16="http://schemas.microsoft.com/office/drawing/2014/main" id="{380F6A65-7E12-2176-2B29-DC50EDC6774B}"/>
              </a:ext>
            </a:extLst>
          </p:cNvPr>
          <p:cNvSpPr/>
          <p:nvPr userDrawn="1"/>
        </p:nvSpPr>
        <p:spPr>
          <a:xfrm>
            <a:off x="843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pattern">
            <a:extLst>
              <a:ext uri="{FF2B5EF4-FFF2-40B4-BE49-F238E27FC236}">
                <a16:creationId xmlns:a16="http://schemas.microsoft.com/office/drawing/2014/main" id="{A37734E9-96D8-B2FE-06DD-C258877E32C7}"/>
              </a:ext>
            </a:extLst>
          </p:cNvPr>
          <p:cNvSpPr/>
          <p:nvPr userDrawn="1"/>
        </p:nvSpPr>
        <p:spPr>
          <a:xfrm>
            <a:off x="8629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pattern">
            <a:extLst>
              <a:ext uri="{FF2B5EF4-FFF2-40B4-BE49-F238E27FC236}">
                <a16:creationId xmlns:a16="http://schemas.microsoft.com/office/drawing/2014/main" id="{A116F8EF-50D0-1684-7555-4AEC146D485D}"/>
              </a:ext>
            </a:extLst>
          </p:cNvPr>
          <p:cNvSpPr/>
          <p:nvPr userDrawn="1"/>
        </p:nvSpPr>
        <p:spPr>
          <a:xfrm>
            <a:off x="8820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pattern">
            <a:extLst>
              <a:ext uri="{FF2B5EF4-FFF2-40B4-BE49-F238E27FC236}">
                <a16:creationId xmlns:a16="http://schemas.microsoft.com/office/drawing/2014/main" id="{BAA3A2C6-2B20-4B4B-3888-695BFD3FD355}"/>
              </a:ext>
            </a:extLst>
          </p:cNvPr>
          <p:cNvSpPr/>
          <p:nvPr userDrawn="1"/>
        </p:nvSpPr>
        <p:spPr>
          <a:xfrm>
            <a:off x="9010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pattern">
            <a:extLst>
              <a:ext uri="{FF2B5EF4-FFF2-40B4-BE49-F238E27FC236}">
                <a16:creationId xmlns:a16="http://schemas.microsoft.com/office/drawing/2014/main" id="{71959514-CA86-48EF-7D24-6D2E410C0611}"/>
              </a:ext>
            </a:extLst>
          </p:cNvPr>
          <p:cNvSpPr/>
          <p:nvPr userDrawn="1"/>
        </p:nvSpPr>
        <p:spPr>
          <a:xfrm>
            <a:off x="9201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pattern">
            <a:extLst>
              <a:ext uri="{FF2B5EF4-FFF2-40B4-BE49-F238E27FC236}">
                <a16:creationId xmlns:a16="http://schemas.microsoft.com/office/drawing/2014/main" id="{5199D5BE-86C6-0EF4-3FAC-39BE906ECD0B}"/>
              </a:ext>
            </a:extLst>
          </p:cNvPr>
          <p:cNvSpPr/>
          <p:nvPr userDrawn="1"/>
        </p:nvSpPr>
        <p:spPr>
          <a:xfrm>
            <a:off x="9391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pattern">
            <a:extLst>
              <a:ext uri="{FF2B5EF4-FFF2-40B4-BE49-F238E27FC236}">
                <a16:creationId xmlns:a16="http://schemas.microsoft.com/office/drawing/2014/main" id="{AF305459-EF48-951B-3AC3-65B82351667C}"/>
              </a:ext>
            </a:extLst>
          </p:cNvPr>
          <p:cNvSpPr/>
          <p:nvPr userDrawn="1"/>
        </p:nvSpPr>
        <p:spPr>
          <a:xfrm>
            <a:off x="9582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pattern">
            <a:extLst>
              <a:ext uri="{FF2B5EF4-FFF2-40B4-BE49-F238E27FC236}">
                <a16:creationId xmlns:a16="http://schemas.microsoft.com/office/drawing/2014/main" id="{4A29AF4C-E026-2EE2-B00B-6D1A686981B6}"/>
              </a:ext>
            </a:extLst>
          </p:cNvPr>
          <p:cNvSpPr/>
          <p:nvPr userDrawn="1"/>
        </p:nvSpPr>
        <p:spPr>
          <a:xfrm>
            <a:off x="9772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pattern">
            <a:extLst>
              <a:ext uri="{FF2B5EF4-FFF2-40B4-BE49-F238E27FC236}">
                <a16:creationId xmlns:a16="http://schemas.microsoft.com/office/drawing/2014/main" id="{4AB22F78-75E0-45E3-F0B6-48D64A7C8F18}"/>
              </a:ext>
            </a:extLst>
          </p:cNvPr>
          <p:cNvSpPr/>
          <p:nvPr userDrawn="1"/>
        </p:nvSpPr>
        <p:spPr>
          <a:xfrm>
            <a:off x="9963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pattern">
            <a:extLst>
              <a:ext uri="{FF2B5EF4-FFF2-40B4-BE49-F238E27FC236}">
                <a16:creationId xmlns:a16="http://schemas.microsoft.com/office/drawing/2014/main" id="{DDD4EFC8-3713-A61A-778A-5E7FB35D8BB4}"/>
              </a:ext>
            </a:extLst>
          </p:cNvPr>
          <p:cNvSpPr/>
          <p:nvPr userDrawn="1"/>
        </p:nvSpPr>
        <p:spPr>
          <a:xfrm>
            <a:off x="10153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pattern">
            <a:extLst>
              <a:ext uri="{FF2B5EF4-FFF2-40B4-BE49-F238E27FC236}">
                <a16:creationId xmlns:a16="http://schemas.microsoft.com/office/drawing/2014/main" id="{524D74EA-24A5-4F56-DDC8-B3D1709A387B}"/>
              </a:ext>
            </a:extLst>
          </p:cNvPr>
          <p:cNvSpPr/>
          <p:nvPr userDrawn="1"/>
        </p:nvSpPr>
        <p:spPr>
          <a:xfrm>
            <a:off x="10344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pattern">
            <a:extLst>
              <a:ext uri="{FF2B5EF4-FFF2-40B4-BE49-F238E27FC236}">
                <a16:creationId xmlns:a16="http://schemas.microsoft.com/office/drawing/2014/main" id="{CAC89427-3C90-5A14-253A-68CD9EC56DD2}"/>
              </a:ext>
            </a:extLst>
          </p:cNvPr>
          <p:cNvSpPr/>
          <p:nvPr userDrawn="1"/>
        </p:nvSpPr>
        <p:spPr>
          <a:xfrm>
            <a:off x="10534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pattern">
            <a:extLst>
              <a:ext uri="{FF2B5EF4-FFF2-40B4-BE49-F238E27FC236}">
                <a16:creationId xmlns:a16="http://schemas.microsoft.com/office/drawing/2014/main" id="{266DCACC-7130-0473-3295-A3F9A3D403A4}"/>
              </a:ext>
            </a:extLst>
          </p:cNvPr>
          <p:cNvSpPr/>
          <p:nvPr userDrawn="1"/>
        </p:nvSpPr>
        <p:spPr>
          <a:xfrm>
            <a:off x="10725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pattern">
            <a:extLst>
              <a:ext uri="{FF2B5EF4-FFF2-40B4-BE49-F238E27FC236}">
                <a16:creationId xmlns:a16="http://schemas.microsoft.com/office/drawing/2014/main" id="{8BB16030-0D62-6182-8095-B95222C1BEBE}"/>
              </a:ext>
            </a:extLst>
          </p:cNvPr>
          <p:cNvSpPr/>
          <p:nvPr userDrawn="1"/>
        </p:nvSpPr>
        <p:spPr>
          <a:xfrm>
            <a:off x="10915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pattern">
            <a:extLst>
              <a:ext uri="{FF2B5EF4-FFF2-40B4-BE49-F238E27FC236}">
                <a16:creationId xmlns:a16="http://schemas.microsoft.com/office/drawing/2014/main" id="{F031821D-FFE9-906C-17C3-E94157C1909F}"/>
              </a:ext>
            </a:extLst>
          </p:cNvPr>
          <p:cNvSpPr/>
          <p:nvPr userDrawn="1"/>
        </p:nvSpPr>
        <p:spPr>
          <a:xfrm>
            <a:off x="11106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pattern">
            <a:extLst>
              <a:ext uri="{FF2B5EF4-FFF2-40B4-BE49-F238E27FC236}">
                <a16:creationId xmlns:a16="http://schemas.microsoft.com/office/drawing/2014/main" id="{36785494-6A1A-A31C-FCE4-E7E6F7E3E9C8}"/>
              </a:ext>
            </a:extLst>
          </p:cNvPr>
          <p:cNvSpPr/>
          <p:nvPr userDrawn="1"/>
        </p:nvSpPr>
        <p:spPr>
          <a:xfrm>
            <a:off x="11296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pattern">
            <a:extLst>
              <a:ext uri="{FF2B5EF4-FFF2-40B4-BE49-F238E27FC236}">
                <a16:creationId xmlns:a16="http://schemas.microsoft.com/office/drawing/2014/main" id="{6C82F877-BE73-EF26-77C7-A8783D2C9FA9}"/>
              </a:ext>
            </a:extLst>
          </p:cNvPr>
          <p:cNvSpPr/>
          <p:nvPr userDrawn="1"/>
        </p:nvSpPr>
        <p:spPr>
          <a:xfrm>
            <a:off x="11487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pattern">
            <a:extLst>
              <a:ext uri="{FF2B5EF4-FFF2-40B4-BE49-F238E27FC236}">
                <a16:creationId xmlns:a16="http://schemas.microsoft.com/office/drawing/2014/main" id="{1A1C5B93-84FE-D89B-6645-0B7DBD29466B}"/>
              </a:ext>
            </a:extLst>
          </p:cNvPr>
          <p:cNvSpPr/>
          <p:nvPr userDrawn="1"/>
        </p:nvSpPr>
        <p:spPr>
          <a:xfrm>
            <a:off x="1167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pattern">
            <a:extLst>
              <a:ext uri="{FF2B5EF4-FFF2-40B4-BE49-F238E27FC236}">
                <a16:creationId xmlns:a16="http://schemas.microsoft.com/office/drawing/2014/main" id="{3882ACA2-8831-44D8-C5FE-6CFF9CB64E90}"/>
              </a:ext>
            </a:extLst>
          </p:cNvPr>
          <p:cNvSpPr/>
          <p:nvPr userDrawn="1"/>
        </p:nvSpPr>
        <p:spPr>
          <a:xfrm>
            <a:off x="1186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pattern">
            <a:extLst>
              <a:ext uri="{FF2B5EF4-FFF2-40B4-BE49-F238E27FC236}">
                <a16:creationId xmlns:a16="http://schemas.microsoft.com/office/drawing/2014/main" id="{EAE11F9D-6E7E-8186-B65E-760F3B8BDAA8}"/>
              </a:ext>
            </a:extLst>
          </p:cNvPr>
          <p:cNvSpPr/>
          <p:nvPr userDrawn="1"/>
        </p:nvSpPr>
        <p:spPr>
          <a:xfrm>
            <a:off x="1205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pattern">
            <a:extLst>
              <a:ext uri="{FF2B5EF4-FFF2-40B4-BE49-F238E27FC236}">
                <a16:creationId xmlns:a16="http://schemas.microsoft.com/office/drawing/2014/main" id="{29AC6550-EAE1-C75E-4DD1-DA5438282E03}"/>
              </a:ext>
            </a:extLst>
          </p:cNvPr>
          <p:cNvSpPr/>
          <p:nvPr userDrawn="1"/>
        </p:nvSpPr>
        <p:spPr>
          <a:xfrm>
            <a:off x="1224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3281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813BA195-AAD8-7357-5D9F-D4B636B179D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6029" y="2372339"/>
            <a:ext cx="3251982" cy="56505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904237F-C538-8902-DC65-F1A5CEA051D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42116" y="2372339"/>
            <a:ext cx="7473854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0689C31E-5F43-EB5E-EEAA-A4F8B5EAE2A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6029" y="3361186"/>
            <a:ext cx="3251982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48767F65-C36F-2DAD-34D5-2C23D5D327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2116" y="3361186"/>
            <a:ext cx="7473854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218D291F-CF57-C29F-3881-8A1D375D1EE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6029" y="4350033"/>
            <a:ext cx="3251982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BF7B8BD4-80BC-8559-6A4C-C9DE0BDEB1B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2116" y="4350033"/>
            <a:ext cx="7473854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C75A8736-4B3F-3D36-3701-84FB19B0BBC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6029" y="5338880"/>
            <a:ext cx="3251982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36B0AE47-8E0C-5507-D121-CC0A51E1BC9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42116" y="5338880"/>
            <a:ext cx="7473854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78D9CE4D-CD37-FF85-CE12-25E4F52E179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9682381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C23D53FE-44C4-07A5-EFD0-CE1CFB15369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2231074"/>
            <a:ext cx="11125202" cy="3814124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CF70A86B-DF2A-5C9F-8EA4-560F35BF3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781275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E97D9723-C22C-E263-46AA-2024BE6B383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33082" y="2428844"/>
            <a:ext cx="5049131" cy="411327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FCD982AE-7189-B3A2-A81D-B167604DDB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33082" y="2840171"/>
            <a:ext cx="5049131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9D643413-6926-2B4A-6DF5-97C4F772900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09788" y="2428844"/>
            <a:ext cx="5049131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BB9C6276-8E5B-D2F1-1C2B-9E1FF778EE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09788" y="2840171"/>
            <a:ext cx="5049131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2749EBC0-ADE2-95FF-97EC-1063E12D86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3082" y="4448917"/>
            <a:ext cx="5049131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ADCEC31F-F744-B6C1-ACB0-FFBE78165BE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33082" y="4860245"/>
            <a:ext cx="5049131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61FFB201-AB96-8DBE-A632-37DF67C5CD6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09788" y="4448917"/>
            <a:ext cx="5049131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1B450D88-596A-302D-4495-D621F59D2C4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09788" y="4860245"/>
            <a:ext cx="5049131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215EFA6C-FC58-5C20-A6AF-1F85588922F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971792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2C36129-3762-A25F-ECE3-484C0F3227B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53528" y="2803193"/>
            <a:ext cx="4005073" cy="2669887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03D647EE-9347-8FC4-526F-08E3BC1E22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2231075"/>
            <a:ext cx="6675121" cy="245193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C129D0FD-D8B1-34D2-7B1C-53AF092907E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3399" y="4683012"/>
            <a:ext cx="6675121" cy="136218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74FB9881-4009-A062-FB16-969013E678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109521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3A586A3-B887-EE1D-C92E-018597DED24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5358656"/>
            <a:ext cx="11125202" cy="68654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3259CD03-0D8C-1FD4-52B5-FC3899003A5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33082" y="2428843"/>
            <a:ext cx="5163235" cy="165823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766DFBC3-D1CF-D3BE-9111-861D001708E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3082" y="4087079"/>
            <a:ext cx="5163235" cy="92124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55E2EA72-A3E8-BAC1-594B-FB298BC9F45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3892" y="2428844"/>
            <a:ext cx="4935026" cy="6293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6D86E217-0817-1B0C-4668-42FEC7475FC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523892" y="3058174"/>
            <a:ext cx="4935026" cy="3496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91832C22-25A5-580D-0BAC-EA528D73691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23893" y="4029364"/>
            <a:ext cx="2153725" cy="6293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5705EB15-CAF4-74A5-0B74-8C7D6258C0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23893" y="4658693"/>
            <a:ext cx="2153725" cy="3496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E2A0E19F-8EE6-D4E6-21F7-0605AFF2F9F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305193" y="4029364"/>
            <a:ext cx="2153725" cy="6293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332796AC-C1A3-820E-2CD9-F3E5718CDBF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305193" y="4658693"/>
            <a:ext cx="2153725" cy="3496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B361E649-0CE6-48C3-B622-C0918DEABAF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104650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42D9BB80-D5D5-2474-F745-52831618F56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5358656"/>
            <a:ext cx="11125202" cy="68654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E60BE19B-5499-7D40-132C-24504CE25E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33082" y="2428844"/>
            <a:ext cx="5049131" cy="12548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389004A2-A68E-5998-8B13-EA667ED3FA7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3082" y="3683724"/>
            <a:ext cx="5049131" cy="6971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47C983B0-628F-3507-0D1D-BDB5C02BBC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09788" y="2428844"/>
            <a:ext cx="5049131" cy="12548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F561130C-467A-AD9F-B1D5-C5F9AD30AE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09788" y="3683724"/>
            <a:ext cx="5049131" cy="6971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78F762C1-9B0D-AB98-7090-92FF88CE8B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9979257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6F7BD4E-15B8-A6A1-7EAD-F657834A38A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5358656"/>
            <a:ext cx="11125202" cy="68654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CCDBA900-12FB-E836-08BE-5A8B95B91F4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6030" y="2372339"/>
            <a:ext cx="2818385" cy="35527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A942375C-314F-D2F7-1238-45C8957B08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8519" y="2372339"/>
            <a:ext cx="7907451" cy="2631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42B40ED7-CC51-30AC-AF3A-22DAFD15BB3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6030" y="3151409"/>
            <a:ext cx="2818385" cy="35527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39DBAD88-A1D1-7EBC-5C43-82B06BC5EB1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08519" y="3151409"/>
            <a:ext cx="7907451" cy="2631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E5563C4F-3B23-837E-F677-E1C831E2965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6030" y="3930479"/>
            <a:ext cx="2818385" cy="35527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B39300BF-BD54-9EA9-04A3-1D12FC0E4A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608519" y="3930479"/>
            <a:ext cx="7907451" cy="2631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DFD76D23-F069-12CD-EC94-CB8DCE33E79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76030" y="4709549"/>
            <a:ext cx="2818385" cy="35527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BEDE80A8-5D02-9F70-3BBC-2E69AC4A28E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608519" y="4709549"/>
            <a:ext cx="7907451" cy="2631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B7B3A0DA-36E4-B65D-D7E0-01D1F1B6103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08751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0972FE88-69A0-BCA2-7217-2B72CD4835C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33081" y="2428844"/>
            <a:ext cx="627576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E8510A7D-2E6E-5A81-A5FA-A93FF9F705A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74761" y="2428844"/>
            <a:ext cx="9984156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4C909C09-13A2-F92C-EA3D-6135EC190C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74761" y="2840171"/>
            <a:ext cx="9984156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FC554A17-D784-3E4F-88CD-D94275AD1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3081" y="4448917"/>
            <a:ext cx="627576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1D39FF7B-63B5-F6C7-4139-615E1D7913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474761" y="4448917"/>
            <a:ext cx="9984156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B08B2CA6-5624-CB4C-082C-7834339AF8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74761" y="4860245"/>
            <a:ext cx="9984156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14F9C527-2084-2929-10D3-2BC96BBA0F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0789431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BD3D5D8A-0655-F0ED-4B42-03F170F3C78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33082" y="2428844"/>
            <a:ext cx="5049131" cy="411327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0110D668-F19E-0747-FFD3-67B747C663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33082" y="2840171"/>
            <a:ext cx="5049131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1BAD3D23-8979-E548-ADDF-3BECC62026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09788" y="2428844"/>
            <a:ext cx="5049131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2C6FD4FC-8F3D-B19E-80BB-3F0490E4D4E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09788" y="2840171"/>
            <a:ext cx="5049131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669A036-BF63-DC0A-374F-78F943C37CC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3082" y="4448917"/>
            <a:ext cx="5049131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D375B290-4BE5-46E8-5D3A-9E8C2ACE42C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33082" y="4860245"/>
            <a:ext cx="5049131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B94E7133-6F69-46B3-1341-6FA76F4EB8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09788" y="4448917"/>
            <a:ext cx="5049131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CB48CEAD-6F1E-69F5-BACD-4B4636C71CD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09788" y="4860245"/>
            <a:ext cx="5049131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F2131290-3461-A19E-8B96-C9797F5163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194941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5C01D437-D1E2-E1FC-E172-542BD37516D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33082" y="2788694"/>
            <a:ext cx="2210777" cy="89962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12F88D45-3C19-E40D-774B-9EB679095FE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33082" y="3688323"/>
            <a:ext cx="2210777" cy="21591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E644D0B8-E5EC-5781-4DA6-6CC13710D7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71435" y="2788694"/>
            <a:ext cx="2210777" cy="8996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99B7B10A-74B5-D4AE-8205-91926FFFE16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71435" y="3688323"/>
            <a:ext cx="2210777" cy="21591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CE5D51B9-53DC-F10C-DE36-339FA8BEF7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09788" y="2788694"/>
            <a:ext cx="2210777" cy="8996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25485A7-8723-72E7-9035-933C91EAEBF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09788" y="3688323"/>
            <a:ext cx="2210777" cy="21591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4BAC2131-37A4-9EE1-2997-E74596DAD09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248141" y="2788694"/>
            <a:ext cx="2210777" cy="8996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BE1014AC-A868-FD0F-DA7D-ED651FCA354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248141" y="3688323"/>
            <a:ext cx="2210777" cy="21591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A9299E4B-2795-55C0-03D4-216D74DAB7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220235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5F9AEAF3-269C-4450-9F05-6B1C179C366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33082" y="2428844"/>
            <a:ext cx="5385739" cy="211952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54A1A859-1154-6910-7053-25D8460062F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33082" y="4616739"/>
            <a:ext cx="5385739" cy="123069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6969E228-C125-732D-779D-686C729B8FF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3082" y="2428844"/>
            <a:ext cx="5385739" cy="26664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5D564200-90EF-C546-1CD4-EF6AC5B4D6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3082" y="5163713"/>
            <a:ext cx="5385739" cy="6837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98544B10-46CD-0BB5-2CE3-339DE37C025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63512" y="2231075"/>
            <a:ext cx="4895089" cy="11218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918D2851-8A11-4389-36C5-89ECFE42C7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63512" y="3352876"/>
            <a:ext cx="4895089" cy="26923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9AC6E76A-D484-951D-732F-CE5DA3888B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511166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547B8D95-E327-3549-54E5-2B1B418FE36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33082" y="2428843"/>
            <a:ext cx="3156895" cy="1005466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215A2322-69AA-4FEF-B640-1AB0E54B4E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33082" y="3434310"/>
            <a:ext cx="3156895" cy="2413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0686A301-25A8-2AB9-0046-AEAEF73F0B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17553" y="2428843"/>
            <a:ext cx="3156895" cy="100546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4B32D676-957F-0435-4AB0-4ED1B04AF1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17553" y="3434310"/>
            <a:ext cx="3156895" cy="2413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E2122830-0B8A-4C17-7B56-3EEC6237CD4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02023" y="2428843"/>
            <a:ext cx="3156895" cy="100546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62C4FFA7-B0FC-2F8F-6A4B-8A5D22F3BF2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02023" y="3434310"/>
            <a:ext cx="3156895" cy="2413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3CF7F627-354E-9F64-1B3D-DFADB793A69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1073254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5BDECB51-22FF-6CE1-0C86-357FB34B9B4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33081" y="2428844"/>
            <a:ext cx="627576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F60DE006-9559-4C9C-8165-A85EC5D30C5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74761" y="2428844"/>
            <a:ext cx="9984156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EE93D087-E0BD-3E73-E37D-8FAA5835059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74761" y="2840171"/>
            <a:ext cx="9984156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A5586212-7377-798A-06F6-80115D5F4E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3081" y="4448917"/>
            <a:ext cx="627576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0CCBD6B7-BD3F-6FDB-8177-C55671E9F96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474761" y="4448917"/>
            <a:ext cx="9984156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3FCFDC7E-5A6F-19BD-BBC4-05BBD0AD0EF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74761" y="4860245"/>
            <a:ext cx="9984156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C3D9EDDB-A5F0-6C6D-0259-0AB2D1EE17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2177849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5D6C4614-7AC9-D51C-5B39-E882ECC0699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33082" y="2428844"/>
            <a:ext cx="5385739" cy="211952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B761510F-0B83-4A55-771F-2C7023D3C8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33082" y="4616739"/>
            <a:ext cx="5385739" cy="123069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FA688083-C025-8C8F-EF94-06DC75D186D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3082" y="2428844"/>
            <a:ext cx="5385739" cy="26664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3BFDE860-5FBD-CF09-B4F4-0C1B5B7915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3082" y="5163713"/>
            <a:ext cx="5385739" cy="6837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7C724B6B-B567-9DFA-ED71-3C1F1DAC36F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63512" y="2231075"/>
            <a:ext cx="4895089" cy="11218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E9176F30-FF22-9248-0E64-13F7EB30294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63512" y="3352876"/>
            <a:ext cx="4895089" cy="26923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6F4AFD07-D26A-740D-F6B0-A4474BDA219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3125881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C2E3D9E9-301F-9E63-3289-AAAAF92003E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6029" y="2372339"/>
            <a:ext cx="627576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005AC9F8-84C3-6D74-A4B0-F2CEFFDA636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7710" y="2372339"/>
            <a:ext cx="10098261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CF778F3E-7FAE-E374-D978-26975BDFA5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6029" y="3361186"/>
            <a:ext cx="627576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612A6343-D96F-37ED-8A16-B9F6ECA40D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17710" y="3361186"/>
            <a:ext cx="10098261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E3E1F391-890A-41BB-61FE-1C80D5DCF46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6029" y="4350033"/>
            <a:ext cx="627576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7FB6EFA5-82F6-3865-550C-B2E395D34A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17710" y="4350033"/>
            <a:ext cx="10098261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861FD1AE-89DA-6DDA-AE07-48E7AC174D6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6029" y="5338880"/>
            <a:ext cx="627576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846FF7F3-D179-4BC9-3A84-9FD83F4D17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7710" y="5338880"/>
            <a:ext cx="10098261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C4681F74-5BD6-838A-110A-E60071FF9FA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06916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88E14ACA-29F1-5643-1AE1-8C42FB75E9E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33081" y="4946166"/>
            <a:ext cx="2692870" cy="90126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4C214548-D2F3-D297-438E-52E2998510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37204" y="4946166"/>
            <a:ext cx="7921715" cy="90126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300AC3A8-0DF3-54C5-49BB-1F25A54D14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3082" y="2428843"/>
            <a:ext cx="3156895" cy="55674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87B648D8-D4AE-1EDF-C21D-DA9FC9F45A3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3082" y="2985589"/>
            <a:ext cx="3156895" cy="13361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DB45DBE0-3755-A84F-9FB7-B7FC3E88560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17553" y="2428843"/>
            <a:ext cx="3156895" cy="55674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DF20C678-3992-7E76-F752-362E0FCD03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17553" y="2985589"/>
            <a:ext cx="3156895" cy="13361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CAF8CE19-8FA2-49DA-87FD-2325B72BF88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02023" y="2428843"/>
            <a:ext cx="3156895" cy="55674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FA5DFC59-C4E6-214E-7904-86E12CB899C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302023" y="2985589"/>
            <a:ext cx="3156895" cy="13361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4F863FE9-1501-60BB-9757-205F2F714C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79783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3399" y="6476998"/>
            <a:ext cx="8576637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10036" y="6476998"/>
            <a:ext cx="188595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90A7BBED-E6FA-40A6-8A51-59E4B08CD8B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379" y="6476998"/>
            <a:ext cx="65722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F0FE17B-5063-4433-97D2-96EAD825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171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6" r:id="rId19"/>
    <p:sldLayoutId id="2147483707" r:id="rId20"/>
    <p:sldLayoutId id="2147483708" r:id="rId21"/>
    <p:sldLayoutId id="2147483709" r:id="rId22"/>
    <p:sldLayoutId id="2147483710" r:id="rId23"/>
    <p:sldLayoutId id="2147483711" r:id="rId24"/>
    <p:sldLayoutId id="2147483712" r:id="rId25"/>
    <p:sldLayoutId id="2147483713" r:id="rId26"/>
    <p:sldLayoutId id="2147483714" r:id="rId27"/>
    <p:sldLayoutId id="2147483715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0" orient="horz" pos="2160">
          <p15:clr>
            <a:srgbClr val="F26B43"/>
          </p15:clr>
        </p15:guide>
        <p15:guide id="31" pos="3840">
          <p15:clr>
            <a:srgbClr val="F26B43"/>
          </p15:clr>
        </p15:guide>
        <p15:guide id="32" pos="336">
          <p15:clr>
            <a:srgbClr val="F26B43"/>
          </p15:clr>
        </p15:guide>
        <p15:guide id="33" pos="7344">
          <p15:clr>
            <a:srgbClr val="F26B43"/>
          </p15:clr>
        </p15:guide>
        <p15:guide id="34" orient="horz" pos="4080">
          <p15:clr>
            <a:srgbClr val="F26B43"/>
          </p15:clr>
        </p15:guide>
        <p15:guide id="35" orient="horz" pos="1344">
          <p15:clr>
            <a:srgbClr val="F26B43"/>
          </p15:clr>
        </p15:guide>
        <p15:guide id="36" orient="horz" pos="3888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Modulo">
  <a:themeElements>
    <a:clrScheme name="Project Status Report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B36041"/>
      </a:accent1>
      <a:accent2>
        <a:srgbClr val="6F8185"/>
      </a:accent2>
      <a:accent3>
        <a:srgbClr val="C78F8F"/>
      </a:accent3>
      <a:accent4>
        <a:srgbClr val="647961"/>
      </a:accent4>
      <a:accent5>
        <a:srgbClr val="B09C54"/>
      </a:accent5>
      <a:accent6>
        <a:srgbClr val="9AA749"/>
      </a:accent6>
      <a:hlink>
        <a:srgbClr val="75A073"/>
      </a:hlink>
      <a:folHlink>
        <a:srgbClr val="BD9C5C"/>
      </a:folHlink>
    </a:clrScheme>
    <a:fontScheme name="Arial">
      <a:majorFont>
        <a:latin typeface="Bahnschrift SemiBold" panose="020B0604020202020204"/>
        <a:ea typeface=""/>
        <a:cs typeface="Segoe UI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egoe UI" panose="020B0604020202020204"/>
        <a:ea typeface=""/>
        <a:cs typeface="Segoe UI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ulo" id="{37AC43F2-9181-4AE3-B669-CCC580C183C1}" vid="{7A2AE0A7-E8DE-4D1D-AEB1-3FD19244829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Modulo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Bahnschrift SemiBold</vt:lpstr>
      <vt:lpstr>Segoe UI</vt:lpstr>
      <vt:lpstr>Modulo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2026-10-03T18:09:13Z</dcterms:created>
  <dcterms:modified xsi:type="dcterms:W3CDTF">2026-10-03T18:09:28Z</dcterms:modified>
</cp:coreProperties>
</file>