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12192000" cy="6858000"/>
  <p:notesSz cx="6858000" cy="9144000"/>
  <p:defaultTextStyle>
    <a:defPPr lvl="0">
      <a:defRPr lang="en-US"/>
    </a:defPPr>
    <a:lvl1pPr marL="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tn:title:defaul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6AE2BA-EA0C-45BC-AF61-628C2785481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4499367-084A-4B05-95B3-147FFB2F03B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205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tn:section_divider:defaul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6AE2BA-EA0C-45BC-AF61-628C2785481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4499367-084A-4B05-95B3-147FFB2F03B9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ction_number">
            <a:extLst>
              <a:ext uri="{FF2B5EF4-FFF2-40B4-BE49-F238E27FC236}">
                <a16:creationId xmlns:a16="http://schemas.microsoft.com/office/drawing/2014/main" id="{63A8286E-72B3-6025-6CFD-49933E94277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33400" y="304800"/>
            <a:ext cx="4064000" cy="1905000"/>
          </a:xfrm>
        </p:spPr>
        <p:txBody>
          <a:bodyPr wrap="square" anchor="b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96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8A5ABA5E-6BAC-367C-AD68-B65CA34096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6490208"/>
            <a:ext cx="8576636" cy="81280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2596353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tn:executive_summary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sz="2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6AE2BA-EA0C-45BC-AF61-628C2785481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499367-084A-4B05-95B3-147FFB2F03B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162C6A12-D63A-96AF-B74D-47925D75AA1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33399" y="1748475"/>
            <a:ext cx="2892553" cy="945279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3D5F56C1-011E-3C29-3F29-382FDED561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59707" y="1748475"/>
            <a:ext cx="7898894" cy="94527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4D448409-DFFE-E24B-087B-C3ADF905BD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399" y="2865623"/>
            <a:ext cx="2892553" cy="94527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8FC9BFF2-B005-727C-A5C3-ECAA80E022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59707" y="2865623"/>
            <a:ext cx="7898894" cy="94527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0580D784-E81F-159A-21B1-B750F0725A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399" y="3982771"/>
            <a:ext cx="2892553" cy="94527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3A4B12AD-208B-A043-9CE6-1CEE147BB0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59707" y="3982771"/>
            <a:ext cx="7898894" cy="94527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B35E8168-C5FE-4001-70D9-9445801C35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3399" y="5099920"/>
            <a:ext cx="2892553" cy="94527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A08636A4-648B-2B50-6F76-63763CC40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59707" y="5099920"/>
            <a:ext cx="7898894" cy="94527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CC1FCB4C-0BA7-3A55-9327-ED8ED3B96E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398" y="6172198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95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578853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tn:kpi:big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sz="2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6AE2BA-EA0C-45BC-AF61-628C2785481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499367-084A-4B05-95B3-147FFB2F03B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rd">
            <a:extLst>
              <a:ext uri="{FF2B5EF4-FFF2-40B4-BE49-F238E27FC236}">
                <a16:creationId xmlns:a16="http://schemas.microsoft.com/office/drawing/2014/main" id="{B87BF452-F72F-EB32-86D2-384A02AB6863}"/>
              </a:ext>
            </a:extLst>
          </p:cNvPr>
          <p:cNvSpPr/>
          <p:nvPr userDrawn="1"/>
        </p:nvSpPr>
        <p:spPr>
          <a:xfrm>
            <a:off x="533398" y="1748474"/>
            <a:ext cx="5395723" cy="3007707"/>
          </a:xfrm>
          <a:prstGeom prst="roundRect">
            <a:avLst>
              <a:gd name="adj" fmla="val 6000"/>
            </a:avLst>
          </a:prstGeom>
          <a:solidFill>
            <a:schemeClr val="tx1">
              <a:alpha val="7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rd">
            <a:extLst>
              <a:ext uri="{FF2B5EF4-FFF2-40B4-BE49-F238E27FC236}">
                <a16:creationId xmlns:a16="http://schemas.microsoft.com/office/drawing/2014/main" id="{1259CD4C-79FE-13BE-F3FD-A6ED337A4318}"/>
              </a:ext>
            </a:extLst>
          </p:cNvPr>
          <p:cNvSpPr/>
          <p:nvPr userDrawn="1"/>
        </p:nvSpPr>
        <p:spPr>
          <a:xfrm>
            <a:off x="6262877" y="1748474"/>
            <a:ext cx="5395724" cy="3007707"/>
          </a:xfrm>
          <a:prstGeom prst="roundRect">
            <a:avLst>
              <a:gd name="adj" fmla="val 6000"/>
            </a:avLst>
          </a:prstGeom>
          <a:solidFill>
            <a:schemeClr val="tx1">
              <a:alpha val="7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kpi_value_1">
            <a:extLst>
              <a:ext uri="{FF2B5EF4-FFF2-40B4-BE49-F238E27FC236}">
                <a16:creationId xmlns:a16="http://schemas.microsoft.com/office/drawing/2014/main" id="{3FD7C462-7E08-04DE-6D4E-75A122CD1DB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67155" y="1920343"/>
            <a:ext cx="4728211" cy="1718690"/>
          </a:xfrm>
        </p:spPr>
        <p:txBody>
          <a:bodyPr wrap="square" anchor="b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72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1" name="kpi_label_1">
            <a:extLst>
              <a:ext uri="{FF2B5EF4-FFF2-40B4-BE49-F238E27FC236}">
                <a16:creationId xmlns:a16="http://schemas.microsoft.com/office/drawing/2014/main" id="{AF123111-0181-3A35-F3B0-FF6D01A775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7155" y="3724968"/>
            <a:ext cx="4728211" cy="94527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2" name="kpi_value_2">
            <a:extLst>
              <a:ext uri="{FF2B5EF4-FFF2-40B4-BE49-F238E27FC236}">
                <a16:creationId xmlns:a16="http://schemas.microsoft.com/office/drawing/2014/main" id="{27CF574C-59F3-556E-DD4C-AB7C8F27121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6634" y="1920343"/>
            <a:ext cx="4728211" cy="1718690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72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3" name="kpi_label_2">
            <a:extLst>
              <a:ext uri="{FF2B5EF4-FFF2-40B4-BE49-F238E27FC236}">
                <a16:creationId xmlns:a16="http://schemas.microsoft.com/office/drawing/2014/main" id="{8BFDF5B0-A84B-64AF-1A46-72BCE2287EC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6634" y="3724968"/>
            <a:ext cx="4728211" cy="94527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4" name="body">
            <a:extLst>
              <a:ext uri="{FF2B5EF4-FFF2-40B4-BE49-F238E27FC236}">
                <a16:creationId xmlns:a16="http://schemas.microsoft.com/office/drawing/2014/main" id="{A8AFA7D7-B259-733D-07C4-F0CE399FBE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398" y="5013984"/>
            <a:ext cx="11125202" cy="103121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7AB6C7E8-5B91-C790-1D97-C0413C73BF1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3398" y="6172198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95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417253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tn:kpi: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sz="2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6AE2BA-EA0C-45BC-AF61-628C2785481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499367-084A-4B05-95B3-147FFB2F03B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rd">
            <a:extLst>
              <a:ext uri="{FF2B5EF4-FFF2-40B4-BE49-F238E27FC236}">
                <a16:creationId xmlns:a16="http://schemas.microsoft.com/office/drawing/2014/main" id="{49823343-C36B-0755-4BD7-6340F7FB0817}"/>
              </a:ext>
            </a:extLst>
          </p:cNvPr>
          <p:cNvSpPr/>
          <p:nvPr userDrawn="1"/>
        </p:nvSpPr>
        <p:spPr>
          <a:xfrm>
            <a:off x="533398" y="1748474"/>
            <a:ext cx="2614423" cy="3007707"/>
          </a:xfrm>
          <a:prstGeom prst="roundRect">
            <a:avLst>
              <a:gd name="adj" fmla="val 6000"/>
            </a:avLst>
          </a:prstGeom>
          <a:solidFill>
            <a:schemeClr val="tx1">
              <a:alpha val="7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rd">
            <a:extLst>
              <a:ext uri="{FF2B5EF4-FFF2-40B4-BE49-F238E27FC236}">
                <a16:creationId xmlns:a16="http://schemas.microsoft.com/office/drawing/2014/main" id="{C95FA58C-B06B-5FFB-F122-B540CCD7EB79}"/>
              </a:ext>
            </a:extLst>
          </p:cNvPr>
          <p:cNvSpPr/>
          <p:nvPr userDrawn="1"/>
        </p:nvSpPr>
        <p:spPr>
          <a:xfrm>
            <a:off x="3370325" y="1748474"/>
            <a:ext cx="2614422" cy="3007707"/>
          </a:xfrm>
          <a:prstGeom prst="roundRect">
            <a:avLst>
              <a:gd name="adj" fmla="val 6000"/>
            </a:avLst>
          </a:prstGeom>
          <a:solidFill>
            <a:schemeClr val="tx1">
              <a:alpha val="7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A8076596-8AE9-6CF5-0FC2-03042DF9CAAB}"/>
              </a:ext>
            </a:extLst>
          </p:cNvPr>
          <p:cNvSpPr/>
          <p:nvPr userDrawn="1"/>
        </p:nvSpPr>
        <p:spPr>
          <a:xfrm>
            <a:off x="6207251" y="1748474"/>
            <a:ext cx="2614423" cy="3007707"/>
          </a:xfrm>
          <a:prstGeom prst="roundRect">
            <a:avLst>
              <a:gd name="adj" fmla="val 6000"/>
            </a:avLst>
          </a:prstGeom>
          <a:solidFill>
            <a:schemeClr val="tx1">
              <a:alpha val="7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ard">
            <a:extLst>
              <a:ext uri="{FF2B5EF4-FFF2-40B4-BE49-F238E27FC236}">
                <a16:creationId xmlns:a16="http://schemas.microsoft.com/office/drawing/2014/main" id="{3D677801-FD15-05E8-3EA0-12E0AA9AAD78}"/>
              </a:ext>
            </a:extLst>
          </p:cNvPr>
          <p:cNvSpPr/>
          <p:nvPr userDrawn="1"/>
        </p:nvSpPr>
        <p:spPr>
          <a:xfrm>
            <a:off x="9044178" y="1748474"/>
            <a:ext cx="2614423" cy="3007707"/>
          </a:xfrm>
          <a:prstGeom prst="roundRect">
            <a:avLst>
              <a:gd name="adj" fmla="val 6000"/>
            </a:avLst>
          </a:prstGeom>
          <a:solidFill>
            <a:schemeClr val="tx1">
              <a:alpha val="7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kpi_value_1">
            <a:extLst>
              <a:ext uri="{FF2B5EF4-FFF2-40B4-BE49-F238E27FC236}">
                <a16:creationId xmlns:a16="http://schemas.microsoft.com/office/drawing/2014/main" id="{73315149-A10A-25CF-A236-F7C973AC37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00277" y="1920343"/>
            <a:ext cx="2280667" cy="1460886"/>
          </a:xfrm>
        </p:spPr>
        <p:txBody>
          <a:bodyPr wrap="square" anchor="b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40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3" name="kpi_label_1">
            <a:extLst>
              <a:ext uri="{FF2B5EF4-FFF2-40B4-BE49-F238E27FC236}">
                <a16:creationId xmlns:a16="http://schemas.microsoft.com/office/drawing/2014/main" id="{209811FC-C543-AC0D-CD87-3255A8E81B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0277" y="3467165"/>
            <a:ext cx="2280667" cy="1203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4" name="kpi_value_2">
            <a:extLst>
              <a:ext uri="{FF2B5EF4-FFF2-40B4-BE49-F238E27FC236}">
                <a16:creationId xmlns:a16="http://schemas.microsoft.com/office/drawing/2014/main" id="{A2355750-0024-8F86-C9B0-A20E940053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37204" y="1920343"/>
            <a:ext cx="2280667" cy="1460886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40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5" name="kpi_label_2">
            <a:extLst>
              <a:ext uri="{FF2B5EF4-FFF2-40B4-BE49-F238E27FC236}">
                <a16:creationId xmlns:a16="http://schemas.microsoft.com/office/drawing/2014/main" id="{180CD710-C03F-7024-9319-3DA76F374E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37204" y="3467165"/>
            <a:ext cx="2280667" cy="1203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6" name="kpi_value_3">
            <a:extLst>
              <a:ext uri="{FF2B5EF4-FFF2-40B4-BE49-F238E27FC236}">
                <a16:creationId xmlns:a16="http://schemas.microsoft.com/office/drawing/2014/main" id="{ED1635B4-862A-580D-5CEB-7B3080ACCB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74130" y="1920343"/>
            <a:ext cx="2280667" cy="1460886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40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7" name="kpi_label_3">
            <a:extLst>
              <a:ext uri="{FF2B5EF4-FFF2-40B4-BE49-F238E27FC236}">
                <a16:creationId xmlns:a16="http://schemas.microsoft.com/office/drawing/2014/main" id="{015B07AE-9218-667F-7A0E-B661663C23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74130" y="3467165"/>
            <a:ext cx="2280667" cy="1203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8" name="kpi_value_4">
            <a:extLst>
              <a:ext uri="{FF2B5EF4-FFF2-40B4-BE49-F238E27FC236}">
                <a16:creationId xmlns:a16="http://schemas.microsoft.com/office/drawing/2014/main" id="{911724D5-8792-E940-A791-F92BF4E2EC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11057" y="1920343"/>
            <a:ext cx="2280667" cy="1460886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40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9" name="kpi_label_4">
            <a:extLst>
              <a:ext uri="{FF2B5EF4-FFF2-40B4-BE49-F238E27FC236}">
                <a16:creationId xmlns:a16="http://schemas.microsoft.com/office/drawing/2014/main" id="{58EBFF74-C919-FC15-7E26-A3386C27931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11057" y="3467165"/>
            <a:ext cx="2280667" cy="1203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20" name="body">
            <a:extLst>
              <a:ext uri="{FF2B5EF4-FFF2-40B4-BE49-F238E27FC236}">
                <a16:creationId xmlns:a16="http://schemas.microsoft.com/office/drawing/2014/main" id="{3DD29F8A-D356-4C28-D888-98FE9A340B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398" y="5013984"/>
            <a:ext cx="11125202" cy="103121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21" name="source">
            <a:extLst>
              <a:ext uri="{FF2B5EF4-FFF2-40B4-BE49-F238E27FC236}">
                <a16:creationId xmlns:a16="http://schemas.microsoft.com/office/drawing/2014/main" id="{77E76743-8AF9-5467-DDA3-57983B21F82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3398" y="6172198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95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590192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tn:finding:split-60-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sz="2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6AE2BA-EA0C-45BC-AF61-628C2785481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499367-084A-4B05-95B3-147FFB2F03B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rd">
            <a:extLst>
              <a:ext uri="{FF2B5EF4-FFF2-40B4-BE49-F238E27FC236}">
                <a16:creationId xmlns:a16="http://schemas.microsoft.com/office/drawing/2014/main" id="{B2EF48CE-3EEF-B5FD-C919-7644FDB2C43E}"/>
              </a:ext>
            </a:extLst>
          </p:cNvPr>
          <p:cNvSpPr/>
          <p:nvPr userDrawn="1"/>
        </p:nvSpPr>
        <p:spPr>
          <a:xfrm>
            <a:off x="7431023" y="1748474"/>
            <a:ext cx="4227577" cy="4296724"/>
          </a:xfrm>
          <a:prstGeom prst="roundRect">
            <a:avLst>
              <a:gd name="adj" fmla="val 6000"/>
            </a:avLst>
          </a:prstGeom>
          <a:solidFill>
            <a:schemeClr val="tx1">
              <a:alpha val="7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C01A8542-1C19-8A47-CAC5-137BC320520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33399" y="1748474"/>
            <a:ext cx="6452617" cy="4296724"/>
          </a:xfrm>
        </p:spPr>
        <p:txBody>
          <a:bodyPr wrap="square" anchor="t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C197102F-DA3E-A155-80C0-7E73D14FF7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9154" y="1963311"/>
            <a:ext cx="3671317" cy="30936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760B832D-838A-1001-D972-D4A0F0B111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09154" y="5271789"/>
            <a:ext cx="3671317" cy="515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EDA5CD31-CA0D-F74A-482E-79BE254F62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3398" y="6172198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95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675792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tn:finding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sz="2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6AE2BA-EA0C-45BC-AF61-628C2785481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499367-084A-4B05-95B3-147FFB2F03B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rd">
            <a:extLst>
              <a:ext uri="{FF2B5EF4-FFF2-40B4-BE49-F238E27FC236}">
                <a16:creationId xmlns:a16="http://schemas.microsoft.com/office/drawing/2014/main" id="{55474EA5-F596-68B6-A1C3-D08A17E9CA2A}"/>
              </a:ext>
            </a:extLst>
          </p:cNvPr>
          <p:cNvSpPr/>
          <p:nvPr userDrawn="1"/>
        </p:nvSpPr>
        <p:spPr>
          <a:xfrm>
            <a:off x="533398" y="1748474"/>
            <a:ext cx="3560065" cy="4296724"/>
          </a:xfrm>
          <a:prstGeom prst="roundRect">
            <a:avLst>
              <a:gd name="adj" fmla="val 6000"/>
            </a:avLst>
          </a:prstGeom>
          <a:solidFill>
            <a:schemeClr val="tx1">
              <a:alpha val="7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rd">
            <a:extLst>
              <a:ext uri="{FF2B5EF4-FFF2-40B4-BE49-F238E27FC236}">
                <a16:creationId xmlns:a16="http://schemas.microsoft.com/office/drawing/2014/main" id="{39CF132E-1DBA-6F30-E6FC-07C8870872EA}"/>
              </a:ext>
            </a:extLst>
          </p:cNvPr>
          <p:cNvSpPr/>
          <p:nvPr userDrawn="1"/>
        </p:nvSpPr>
        <p:spPr>
          <a:xfrm>
            <a:off x="4315967" y="1748474"/>
            <a:ext cx="3560065" cy="4296724"/>
          </a:xfrm>
          <a:prstGeom prst="roundRect">
            <a:avLst>
              <a:gd name="adj" fmla="val 6000"/>
            </a:avLst>
          </a:prstGeom>
          <a:solidFill>
            <a:schemeClr val="tx1">
              <a:alpha val="7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3DEAA55F-12CE-35B7-CD57-628F77F5C932}"/>
              </a:ext>
            </a:extLst>
          </p:cNvPr>
          <p:cNvSpPr/>
          <p:nvPr userDrawn="1"/>
        </p:nvSpPr>
        <p:spPr>
          <a:xfrm>
            <a:off x="8098536" y="1748474"/>
            <a:ext cx="3560065" cy="4296724"/>
          </a:xfrm>
          <a:prstGeom prst="roundRect">
            <a:avLst>
              <a:gd name="adj" fmla="val 6000"/>
            </a:avLst>
          </a:prstGeom>
          <a:solidFill>
            <a:schemeClr val="tx1">
              <a:alpha val="7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tem_1_title">
            <a:extLst>
              <a:ext uri="{FF2B5EF4-FFF2-40B4-BE49-F238E27FC236}">
                <a16:creationId xmlns:a16="http://schemas.microsoft.com/office/drawing/2014/main" id="{A7857572-8BCB-D898-6651-46686586FB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55903" y="1920343"/>
            <a:ext cx="3115057" cy="77341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2" name="item_1">
            <a:extLst>
              <a:ext uri="{FF2B5EF4-FFF2-40B4-BE49-F238E27FC236}">
                <a16:creationId xmlns:a16="http://schemas.microsoft.com/office/drawing/2014/main" id="{8A459BD1-D124-599D-04E0-01CE9D5552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5903" y="2736721"/>
            <a:ext cx="3115057" cy="313660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3" name="item_2_title">
            <a:extLst>
              <a:ext uri="{FF2B5EF4-FFF2-40B4-BE49-F238E27FC236}">
                <a16:creationId xmlns:a16="http://schemas.microsoft.com/office/drawing/2014/main" id="{CB1129AA-E2D6-D803-C1BC-A9156933AB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38472" y="1920343"/>
            <a:ext cx="3115057" cy="77341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4" name="item_2">
            <a:extLst>
              <a:ext uri="{FF2B5EF4-FFF2-40B4-BE49-F238E27FC236}">
                <a16:creationId xmlns:a16="http://schemas.microsoft.com/office/drawing/2014/main" id="{886C9EEA-62A6-F35F-4C4E-4DE10EA014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38472" y="2736721"/>
            <a:ext cx="3115057" cy="313660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5" name="item_3_title">
            <a:extLst>
              <a:ext uri="{FF2B5EF4-FFF2-40B4-BE49-F238E27FC236}">
                <a16:creationId xmlns:a16="http://schemas.microsoft.com/office/drawing/2014/main" id="{6377A9D4-B457-F28B-72F7-DF88976E48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1040" y="1920343"/>
            <a:ext cx="3115057" cy="77341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6" name="item_3">
            <a:extLst>
              <a:ext uri="{FF2B5EF4-FFF2-40B4-BE49-F238E27FC236}">
                <a16:creationId xmlns:a16="http://schemas.microsoft.com/office/drawing/2014/main" id="{388A6777-AA57-6F52-C531-844A97814C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21040" y="2736721"/>
            <a:ext cx="3115057" cy="313660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AF4EDFF4-29BC-2567-548A-2A5043934D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3398" y="6172198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95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950006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tn:finding:two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sz="2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6AE2BA-EA0C-45BC-AF61-628C2785481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499367-084A-4B05-95B3-147FFB2F03B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63701BAC-7230-8ABC-D6A7-BF7518F9FF6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33399" y="1748474"/>
            <a:ext cx="5228845" cy="77341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A7638B21-715A-94C6-7AFE-E472AE3897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2564851"/>
            <a:ext cx="5228845" cy="34803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94C8D290-13FE-653C-DEDF-1CD6FC45EF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9756" y="1748474"/>
            <a:ext cx="5228845" cy="77341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42AB1C49-A338-FF72-E4AC-D9AB6349F2F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29756" y="2564851"/>
            <a:ext cx="5228845" cy="34803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46B9CB89-89EF-FC0E-3D9A-5912C6AFF3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398" y="6172198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95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745494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tn:chart: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sz="2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6AE2BA-EA0C-45BC-AF61-628C2785481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499367-084A-4B05-95B3-147FFB2F03B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hart">
            <a:extLst>
              <a:ext uri="{FF2B5EF4-FFF2-40B4-BE49-F238E27FC236}">
                <a16:creationId xmlns:a16="http://schemas.microsoft.com/office/drawing/2014/main" id="{BE6B2137-705E-6888-BD54-808B0F35C4AC}"/>
              </a:ext>
            </a:extLst>
          </p:cNvPr>
          <p:cNvSpPr>
            <a:spLocks noGrp="1"/>
          </p:cNvSpPr>
          <p:nvPr>
            <p:ph type="chart" idx="13"/>
          </p:nvPr>
        </p:nvSpPr>
        <p:spPr>
          <a:xfrm>
            <a:off x="533399" y="1748474"/>
            <a:ext cx="7565137" cy="429672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10A7AD32-DE80-5444-DFBA-66A131CAC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43545" y="1963310"/>
            <a:ext cx="3115057" cy="408188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10" name="source">
            <a:extLst>
              <a:ext uri="{FF2B5EF4-FFF2-40B4-BE49-F238E27FC236}">
                <a16:creationId xmlns:a16="http://schemas.microsoft.com/office/drawing/2014/main" id="{F1498A04-AF2E-FAC8-B5DD-E35908615C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398" y="6172198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95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487025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tn:implic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sz="2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6AE2BA-EA0C-45BC-AF61-628C2785481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499367-084A-4B05-95B3-147FFB2F03B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rd">
            <a:extLst>
              <a:ext uri="{FF2B5EF4-FFF2-40B4-BE49-F238E27FC236}">
                <a16:creationId xmlns:a16="http://schemas.microsoft.com/office/drawing/2014/main" id="{CB6D147F-2F80-18A1-A8F6-2FE8AC4CFE7F}"/>
              </a:ext>
            </a:extLst>
          </p:cNvPr>
          <p:cNvSpPr/>
          <p:nvPr userDrawn="1"/>
        </p:nvSpPr>
        <p:spPr>
          <a:xfrm>
            <a:off x="533398" y="1748474"/>
            <a:ext cx="5451349" cy="2062427"/>
          </a:xfrm>
          <a:prstGeom prst="roundRect">
            <a:avLst>
              <a:gd name="adj" fmla="val 6000"/>
            </a:avLst>
          </a:prstGeom>
          <a:solidFill>
            <a:schemeClr val="tx1">
              <a:alpha val="7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rd">
            <a:extLst>
              <a:ext uri="{FF2B5EF4-FFF2-40B4-BE49-F238E27FC236}">
                <a16:creationId xmlns:a16="http://schemas.microsoft.com/office/drawing/2014/main" id="{30E0F0DC-18C9-43ED-0427-E5FCCB10ED7F}"/>
              </a:ext>
            </a:extLst>
          </p:cNvPr>
          <p:cNvSpPr/>
          <p:nvPr userDrawn="1"/>
        </p:nvSpPr>
        <p:spPr>
          <a:xfrm>
            <a:off x="6207251" y="1748474"/>
            <a:ext cx="5451350" cy="2062427"/>
          </a:xfrm>
          <a:prstGeom prst="roundRect">
            <a:avLst>
              <a:gd name="adj" fmla="val 6000"/>
            </a:avLst>
          </a:prstGeom>
          <a:solidFill>
            <a:schemeClr val="tx1">
              <a:alpha val="7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F6674CEB-4CF1-B749-E24E-5BEF4418BACA}"/>
              </a:ext>
            </a:extLst>
          </p:cNvPr>
          <p:cNvSpPr/>
          <p:nvPr userDrawn="1"/>
        </p:nvSpPr>
        <p:spPr>
          <a:xfrm>
            <a:off x="533398" y="3982770"/>
            <a:ext cx="5451349" cy="2062428"/>
          </a:xfrm>
          <a:prstGeom prst="roundRect">
            <a:avLst>
              <a:gd name="adj" fmla="val 6000"/>
            </a:avLst>
          </a:prstGeom>
          <a:solidFill>
            <a:schemeClr val="tx1">
              <a:alpha val="7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ard">
            <a:extLst>
              <a:ext uri="{FF2B5EF4-FFF2-40B4-BE49-F238E27FC236}">
                <a16:creationId xmlns:a16="http://schemas.microsoft.com/office/drawing/2014/main" id="{60B2E311-FF52-9487-EBC6-47EF4B2A85E4}"/>
              </a:ext>
            </a:extLst>
          </p:cNvPr>
          <p:cNvSpPr/>
          <p:nvPr userDrawn="1"/>
        </p:nvSpPr>
        <p:spPr>
          <a:xfrm>
            <a:off x="6207251" y="3982770"/>
            <a:ext cx="5451350" cy="2062428"/>
          </a:xfrm>
          <a:prstGeom prst="roundRect">
            <a:avLst>
              <a:gd name="adj" fmla="val 6000"/>
            </a:avLst>
          </a:prstGeom>
          <a:solidFill>
            <a:schemeClr val="tx1">
              <a:alpha val="7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tem_1_title">
            <a:extLst>
              <a:ext uri="{FF2B5EF4-FFF2-40B4-BE49-F238E27FC236}">
                <a16:creationId xmlns:a16="http://schemas.microsoft.com/office/drawing/2014/main" id="{2F034DD0-5139-F721-B475-0D3C007473C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55903" y="1834408"/>
            <a:ext cx="5006341" cy="77341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3" name="item_1">
            <a:extLst>
              <a:ext uri="{FF2B5EF4-FFF2-40B4-BE49-F238E27FC236}">
                <a16:creationId xmlns:a16="http://schemas.microsoft.com/office/drawing/2014/main" id="{532B684C-A822-7701-B58F-EC80CAC5B8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5903" y="2607819"/>
            <a:ext cx="5006341" cy="116011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4" name="item_2_title">
            <a:extLst>
              <a:ext uri="{FF2B5EF4-FFF2-40B4-BE49-F238E27FC236}">
                <a16:creationId xmlns:a16="http://schemas.microsoft.com/office/drawing/2014/main" id="{1273393A-C80F-FBB3-6F02-9D52F1BBBD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9756" y="1834408"/>
            <a:ext cx="5006341" cy="77341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5" name="item_2">
            <a:extLst>
              <a:ext uri="{FF2B5EF4-FFF2-40B4-BE49-F238E27FC236}">
                <a16:creationId xmlns:a16="http://schemas.microsoft.com/office/drawing/2014/main" id="{6DE130DD-C0A2-5DF8-C401-0AE6882678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29756" y="2607819"/>
            <a:ext cx="5006341" cy="116011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6" name="item_3_title">
            <a:extLst>
              <a:ext uri="{FF2B5EF4-FFF2-40B4-BE49-F238E27FC236}">
                <a16:creationId xmlns:a16="http://schemas.microsoft.com/office/drawing/2014/main" id="{4C1158D1-23E7-E93F-4A8A-A7ACD1D9BB8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5903" y="4068705"/>
            <a:ext cx="5006341" cy="77341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7" name="item_3">
            <a:extLst>
              <a:ext uri="{FF2B5EF4-FFF2-40B4-BE49-F238E27FC236}">
                <a16:creationId xmlns:a16="http://schemas.microsoft.com/office/drawing/2014/main" id="{03F8EF28-D471-9581-1C38-7FB611D498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5903" y="4842115"/>
            <a:ext cx="5006341" cy="116011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8" name="item_4_title">
            <a:extLst>
              <a:ext uri="{FF2B5EF4-FFF2-40B4-BE49-F238E27FC236}">
                <a16:creationId xmlns:a16="http://schemas.microsoft.com/office/drawing/2014/main" id="{C819798E-D9DF-A3B0-2921-E99BADF133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29756" y="4068705"/>
            <a:ext cx="5006341" cy="77341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9" name="item_4">
            <a:extLst>
              <a:ext uri="{FF2B5EF4-FFF2-40B4-BE49-F238E27FC236}">
                <a16:creationId xmlns:a16="http://schemas.microsoft.com/office/drawing/2014/main" id="{0E989A75-AF30-4E06-2FA0-D725AA9837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9756" y="4842115"/>
            <a:ext cx="5006341" cy="116011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20" name="source">
            <a:extLst>
              <a:ext uri="{FF2B5EF4-FFF2-40B4-BE49-F238E27FC236}">
                <a16:creationId xmlns:a16="http://schemas.microsoft.com/office/drawing/2014/main" id="{CBB4F197-9764-DF89-4AAE-A57E72C127C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398" y="6172198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95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767330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tn:limit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sz="2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6AE2BA-EA0C-45BC-AF61-628C2785481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499367-084A-4B05-95B3-147FFB2F03B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56C9FCC9-4B40-CCD4-C5F0-43A6400905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33398" y="1748474"/>
            <a:ext cx="11125202" cy="4296724"/>
          </a:xfrm>
        </p:spPr>
        <p:txBody>
          <a:bodyPr wrap="square" anchor="t">
            <a:no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BEF29193-5728-29B0-F20B-48EBFCA66E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8" y="6172198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95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514236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tn:source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sz="2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6AE2BA-EA0C-45BC-AF61-628C2785481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499367-084A-4B05-95B3-147FFB2F03B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A501A196-782E-F436-11D4-7FC95700165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33398" y="1748474"/>
            <a:ext cx="11125202" cy="4296724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2889927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tn:closing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sz="2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6AE2BA-EA0C-45BC-AF61-628C2785481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499367-084A-4B05-95B3-147FFB2F03B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E838B5E9-F38D-F6DB-163C-612547025FB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33399" y="1748475"/>
            <a:ext cx="2892553" cy="945279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A4787497-E70F-79AA-B6F5-C262E55938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59707" y="1748475"/>
            <a:ext cx="7898894" cy="94527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59A57BF9-ADC9-7D07-ADAB-CCF557E06F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399" y="2865623"/>
            <a:ext cx="2892553" cy="94527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01189C86-C409-0379-DFB3-32B211544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59707" y="2865623"/>
            <a:ext cx="7898894" cy="94527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7B1D8486-C524-FBFE-2530-0CAABF13FD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399" y="3982771"/>
            <a:ext cx="2892553" cy="94527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1D3D5F82-6B4F-FC2A-CD38-803CB4898C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59707" y="3982771"/>
            <a:ext cx="7898894" cy="94527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487FC54D-39AB-C688-E5BB-1E8792CFDE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3399" y="5099920"/>
            <a:ext cx="2892553" cy="94527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accent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2F3CDA0E-7145-5358-D2D0-7DF184382EA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59707" y="5099920"/>
            <a:ext cx="7898894" cy="94527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0A263D1C-07FB-CCF4-CC86-D5ED390CD6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3398" y="6172198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95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868090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tn:evidence_appendix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sz="2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6AE2BA-EA0C-45BC-AF61-628C2785481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499367-084A-4B05-95B3-147FFB2F03B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C64C06E4-308D-5F3D-4155-2F2F42492E4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33398" y="1748474"/>
            <a:ext cx="11125202" cy="4296724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5000EC14-9E7F-DA21-70FE-F26F96A972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8" y="6172198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>
              <a:lumMod val="95000"/>
            </a:schemeClr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40364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D06AE2BA-EA0C-45BC-AF61-628C2785481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A4499367-084A-4B05-95B3-147FFB2F03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79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Mo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Bahnschrift SemiBold" panose="020B0604020202020204"/>
        <a:ea typeface=""/>
        <a:cs typeface="Segoe UI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Segoe UI" panose="020B0604020202020204"/>
        <a:ea typeface=""/>
        <a:cs typeface="Segoe UI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Bahnschrift SemiBold</vt:lpstr>
      <vt:lpstr>Segoe UI</vt:lpstr>
      <vt:lpstr>Modulo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Asma Sami</dc:creator>
  <cp:lastModifiedBy>Asma Sami</cp:lastModifiedBy>
  <cp:revision>1</cp:revision>
  <dcterms:created xsi:type="dcterms:W3CDTF">2026-10-03T09:40:21Z</dcterms:created>
  <dcterms:modified xsi:type="dcterms:W3CDTF">2026-10-03T09:40:27Z</dcterms:modified>
</cp:coreProperties>
</file>