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Sz cx="12192000" cy="6858000"/>
  <p:notesSz cx="6858000" cy="9144000"/>
  <p:defaultTextStyle>
    <a:defPPr lvl="0">
      <a:defRPr lang="en-US"/>
    </a:defPPr>
    <a:lvl1pPr marL="0" lvl="1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lvl="2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lvl="3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lvl="4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viewProps" Target="viewProps.xml"/><Relationship Id="rId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5" Type="http://schemas.openxmlformats.org/officeDocument/2006/relationships/tableStyles" Target="tableStyles.xml"/><Relationship Id="rId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matn:title:default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77005" y="1016955"/>
            <a:ext cx="9140954" cy="33465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4000" cap="all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62963" y="4869030"/>
            <a:ext cx="7152030" cy="9872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sz="2000" b="1" i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400" y="6492240"/>
            <a:ext cx="8582023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41" y="6477000"/>
            <a:ext cx="1885955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DE1F4D6-9B94-49E1-9259-C44CF083EB57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8" y="6492240"/>
            <a:ext cx="657221" cy="36576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022853CD-29C7-4A68-BCE3-2ED71C774B8A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631FF2A-9DA0-DC5C-0C53-91FDE15093DD}"/>
              </a:ext>
            </a:extLst>
          </p:cNvPr>
          <p:cNvSpPr/>
          <p:nvPr/>
        </p:nvSpPr>
        <p:spPr>
          <a:xfrm>
            <a:off x="9110040" y="6155911"/>
            <a:ext cx="3081959" cy="6400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CA4208E-B529-0934-86E0-24278D43C68A}"/>
              </a:ext>
            </a:extLst>
          </p:cNvPr>
          <p:cNvSpPr/>
          <p:nvPr/>
        </p:nvSpPr>
        <p:spPr>
          <a:xfrm>
            <a:off x="3467745" y="6155911"/>
            <a:ext cx="5642289" cy="6400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11748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tn:executive_summary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901699"/>
            <a:ext cx="11125201" cy="1227774"/>
          </a:xfrm>
          <a:prstGeom prst="rect">
            <a:avLst/>
          </a:prstGeom>
        </p:spPr>
        <p:txBody>
          <a:bodyPr anchor="t"/>
          <a:lstStyle>
            <a:lvl1pPr>
              <a:defRPr sz="32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8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DE1F4D6-9B94-49E1-9259-C44CF083EB57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76" y="6492241"/>
            <a:ext cx="662624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022853CD-29C7-4A68-BCE3-2ED71C774B8A}" type="slidenum">
              <a:rPr lang="en-US" smtClean="0"/>
              <a:t>‹#›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0F7BCB4-DC28-7382-4A0F-0498411C4247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5560D8-36FC-D0D1-04BB-54F2CCBC8B5E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C48E3D57-D276-0F26-8100-73C66F063946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658119" y="2372339"/>
            <a:ext cx="2843628" cy="56505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0C65E197-AD27-7D89-03B1-F2FBADF3E44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601523" y="2372339"/>
            <a:ext cx="6535356" cy="56505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FE06551A-F031-6E17-2512-CDA5DCDD6E1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58119" y="3361186"/>
            <a:ext cx="2843628" cy="56505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D117282C-58C1-1447-2401-971127E852D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601523" y="3361186"/>
            <a:ext cx="6535356" cy="56505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D46986A6-8731-343C-1D35-529653120E3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58119" y="4350033"/>
            <a:ext cx="2843628" cy="56505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D68335C9-82E7-8DC8-C0E3-8B6F916C004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601523" y="4350033"/>
            <a:ext cx="6535356" cy="56505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BB0F1D7E-D4EE-44A9-D9C3-CC58EDB606C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58119" y="5338880"/>
            <a:ext cx="2843628" cy="56505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C50C49D6-F19B-24BE-D638-6FA08529254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601523" y="5338880"/>
            <a:ext cx="6535356" cy="56505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0530BF39-6178-BDBE-4D70-A3B99B65B31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33398" y="6172198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95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9736552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tn:kpi:big-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901699"/>
            <a:ext cx="11125201" cy="1227774"/>
          </a:xfrm>
          <a:prstGeom prst="rect">
            <a:avLst/>
          </a:prstGeom>
        </p:spPr>
        <p:txBody>
          <a:bodyPr anchor="t"/>
          <a:lstStyle>
            <a:lvl1pPr>
              <a:defRPr sz="32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8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DE1F4D6-9B94-49E1-9259-C44CF083EB57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76" y="6492241"/>
            <a:ext cx="662624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022853CD-29C7-4A68-BCE3-2ED71C774B8A}" type="slidenum">
              <a:rPr lang="en-US" smtClean="0"/>
              <a:t>‹#›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0F7BCB4-DC28-7382-4A0F-0498411C4247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5560D8-36FC-D0D1-04BB-54F2CCBC8B5E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B41213A9-8D0F-1045-703D-B7A25EF7AD9B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533398" y="5282374"/>
            <a:ext cx="9728202" cy="762825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A3AF3DC1-05BB-EB80-39F2-6931004EE08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08008" y="2428844"/>
            <a:ext cx="4415107" cy="160919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A04B4263-0D0B-77EC-F30B-7C8EB9F84A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08008" y="4038040"/>
            <a:ext cx="4415107" cy="89399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kpi_value_2">
            <a:extLst>
              <a:ext uri="{FF2B5EF4-FFF2-40B4-BE49-F238E27FC236}">
                <a16:creationId xmlns:a16="http://schemas.microsoft.com/office/drawing/2014/main" id="{BA4099CD-D1F9-355F-D812-45DF07C0037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671885" y="2428844"/>
            <a:ext cx="4415107" cy="160919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2" name="kpi_label_2">
            <a:extLst>
              <a:ext uri="{FF2B5EF4-FFF2-40B4-BE49-F238E27FC236}">
                <a16:creationId xmlns:a16="http://schemas.microsoft.com/office/drawing/2014/main" id="{572826BD-CB21-F2DF-592F-A68410D2625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1885" y="4038040"/>
            <a:ext cx="4415107" cy="89399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3" name="source">
            <a:extLst>
              <a:ext uri="{FF2B5EF4-FFF2-40B4-BE49-F238E27FC236}">
                <a16:creationId xmlns:a16="http://schemas.microsoft.com/office/drawing/2014/main" id="{7B97D90C-8F03-9D08-27D0-F119507426A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33398" y="6172198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95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4280868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tn:kpi:card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901699"/>
            <a:ext cx="11125201" cy="1227774"/>
          </a:xfrm>
          <a:prstGeom prst="rect">
            <a:avLst/>
          </a:prstGeom>
        </p:spPr>
        <p:txBody>
          <a:bodyPr anchor="t"/>
          <a:lstStyle>
            <a:lvl1pPr>
              <a:defRPr sz="32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8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DE1F4D6-9B94-49E1-9259-C44CF083EB57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76" y="6492241"/>
            <a:ext cx="662624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022853CD-29C7-4A68-BCE3-2ED71C774B8A}" type="slidenum">
              <a:rPr lang="en-US" smtClean="0"/>
              <a:t>‹#›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0F7BCB4-DC28-7382-4A0F-0498411C4247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5560D8-36FC-D0D1-04BB-54F2CCBC8B5E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C9B9AA66-45FD-5F52-56F4-95FEAFB19FA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533398" y="5282374"/>
            <a:ext cx="9728202" cy="762825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FB5CABF6-E096-8BFC-68BE-E334E7B5C00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08007" y="2428844"/>
            <a:ext cx="1933168" cy="160919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4CFE31E1-65E5-9EBA-9E66-0B228CAB411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08007" y="4038040"/>
            <a:ext cx="1933168" cy="89399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kpi_value_2">
            <a:extLst>
              <a:ext uri="{FF2B5EF4-FFF2-40B4-BE49-F238E27FC236}">
                <a16:creationId xmlns:a16="http://schemas.microsoft.com/office/drawing/2014/main" id="{75E19973-44E3-DBB4-ACC7-E70BA98490A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189946" y="2428844"/>
            <a:ext cx="1933168" cy="160919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2" name="kpi_label_2">
            <a:extLst>
              <a:ext uri="{FF2B5EF4-FFF2-40B4-BE49-F238E27FC236}">
                <a16:creationId xmlns:a16="http://schemas.microsoft.com/office/drawing/2014/main" id="{F4F92F65-72D6-7226-546B-58A31CF9D64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189946" y="4038040"/>
            <a:ext cx="1933168" cy="89399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3" name="kpi_value_3">
            <a:extLst>
              <a:ext uri="{FF2B5EF4-FFF2-40B4-BE49-F238E27FC236}">
                <a16:creationId xmlns:a16="http://schemas.microsoft.com/office/drawing/2014/main" id="{43A13574-8838-58ED-AF7D-B8FC51002FF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671884" y="2428844"/>
            <a:ext cx="1933168" cy="160919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kpi_value_3</a:t>
            </a:r>
          </a:p>
        </p:txBody>
      </p:sp>
      <p:sp>
        <p:nvSpPr>
          <p:cNvPr id="14" name="kpi_label_3">
            <a:extLst>
              <a:ext uri="{FF2B5EF4-FFF2-40B4-BE49-F238E27FC236}">
                <a16:creationId xmlns:a16="http://schemas.microsoft.com/office/drawing/2014/main" id="{45924526-26DB-9389-C6CF-D27A0DC5119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671884" y="4038040"/>
            <a:ext cx="1933168" cy="89399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kpi_label_3</a:t>
            </a:r>
          </a:p>
        </p:txBody>
      </p:sp>
      <p:sp>
        <p:nvSpPr>
          <p:cNvPr id="15" name="kpi_value_4">
            <a:extLst>
              <a:ext uri="{FF2B5EF4-FFF2-40B4-BE49-F238E27FC236}">
                <a16:creationId xmlns:a16="http://schemas.microsoft.com/office/drawing/2014/main" id="{C98F2958-09D7-C625-D855-D8A5DC34B2DD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153823" y="2428844"/>
            <a:ext cx="1933168" cy="160919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kpi_value_4</a:t>
            </a:r>
          </a:p>
        </p:txBody>
      </p:sp>
      <p:sp>
        <p:nvSpPr>
          <p:cNvPr id="16" name="kpi_label_4">
            <a:extLst>
              <a:ext uri="{FF2B5EF4-FFF2-40B4-BE49-F238E27FC236}">
                <a16:creationId xmlns:a16="http://schemas.microsoft.com/office/drawing/2014/main" id="{263979CC-E075-E904-3A6C-6D23EDB9FB1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153823" y="4038040"/>
            <a:ext cx="1933168" cy="89399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kpi_label_4</a:t>
            </a:r>
          </a:p>
        </p:txBody>
      </p:sp>
      <p:sp>
        <p:nvSpPr>
          <p:cNvPr id="17" name="source">
            <a:extLst>
              <a:ext uri="{FF2B5EF4-FFF2-40B4-BE49-F238E27FC236}">
                <a16:creationId xmlns:a16="http://schemas.microsoft.com/office/drawing/2014/main" id="{11DF0B1E-CC11-5500-E5F7-99A79FCC720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33398" y="6172198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95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3711295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tn:finding:split-60-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901699"/>
            <a:ext cx="11125201" cy="1227774"/>
          </a:xfrm>
          <a:prstGeom prst="rect">
            <a:avLst/>
          </a:prstGeom>
        </p:spPr>
        <p:txBody>
          <a:bodyPr anchor="t"/>
          <a:lstStyle>
            <a:lvl1pPr>
              <a:defRPr sz="32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8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DE1F4D6-9B94-49E1-9259-C44CF083EB57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76" y="6492241"/>
            <a:ext cx="662624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022853CD-29C7-4A68-BCE3-2ED71C774B8A}" type="slidenum">
              <a:rPr lang="en-US" smtClean="0"/>
              <a:t>‹#›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0F7BCB4-DC28-7382-4A0F-0498411C4247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5560D8-36FC-D0D1-04BB-54F2CCBC8B5E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3139638B-0647-8FB0-5D73-8A33C49C753E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533399" y="2231074"/>
            <a:ext cx="5447793" cy="3814124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quote">
            <a:extLst>
              <a:ext uri="{FF2B5EF4-FFF2-40B4-BE49-F238E27FC236}">
                <a16:creationId xmlns:a16="http://schemas.microsoft.com/office/drawing/2014/main" id="{1FCB3A42-6E71-74C2-CE2A-EDCC2E8013A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544929" y="2428843"/>
            <a:ext cx="3542063" cy="285353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i="1">
                <a:latin typeface="+mj-lt"/>
              </a:defRPr>
            </a:lvl1pPr>
          </a:lstStyle>
          <a:p>
            <a:pPr lvl="0"/>
            <a:r>
              <a:rPr lang="en-US"/>
              <a:t>quote</a:t>
            </a:r>
          </a:p>
        </p:txBody>
      </p:sp>
      <p:sp>
        <p:nvSpPr>
          <p:cNvPr id="10" name="attribution">
            <a:extLst>
              <a:ext uri="{FF2B5EF4-FFF2-40B4-BE49-F238E27FC236}">
                <a16:creationId xmlns:a16="http://schemas.microsoft.com/office/drawing/2014/main" id="{E6C81CEB-5119-27DF-AF02-2C043C8381A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544929" y="5282374"/>
            <a:ext cx="3542063" cy="56505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attribution</a:t>
            </a:r>
          </a:p>
        </p:txBody>
      </p:sp>
      <p:sp>
        <p:nvSpPr>
          <p:cNvPr id="11" name="source">
            <a:extLst>
              <a:ext uri="{FF2B5EF4-FFF2-40B4-BE49-F238E27FC236}">
                <a16:creationId xmlns:a16="http://schemas.microsoft.com/office/drawing/2014/main" id="{3840C3A1-EFBB-A9EE-EC4F-FC633D63F2F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33398" y="6172198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95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0221804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tn:finding:cards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901699"/>
            <a:ext cx="11125201" cy="1227774"/>
          </a:xfrm>
          <a:prstGeom prst="rect">
            <a:avLst/>
          </a:prstGeom>
        </p:spPr>
        <p:txBody>
          <a:bodyPr anchor="t"/>
          <a:lstStyle>
            <a:lvl1pPr>
              <a:defRPr sz="32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8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DE1F4D6-9B94-49E1-9259-C44CF083EB57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76" y="6492241"/>
            <a:ext cx="662624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022853CD-29C7-4A68-BCE3-2ED71C774B8A}" type="slidenum">
              <a:rPr lang="en-US" smtClean="0"/>
              <a:t>‹#›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0F7BCB4-DC28-7382-4A0F-0498411C4247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5560D8-36FC-D0D1-04BB-54F2CCBC8B5E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FD293F08-D7CF-BCD1-2710-A2E65D5490C8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708008" y="2428843"/>
            <a:ext cx="2760481" cy="1005466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BA40A814-1577-E557-007D-D6B14371692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08008" y="3434310"/>
            <a:ext cx="2760481" cy="241311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738C10FE-316D-D6B6-FBB6-92BE4A409DE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017259" y="2428843"/>
            <a:ext cx="2760481" cy="100546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19834950-39C7-2237-7D9C-93A4613DD5D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017259" y="3434310"/>
            <a:ext cx="2760481" cy="241311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670943FA-14F3-6337-576C-3175D2BF01E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326511" y="2428843"/>
            <a:ext cx="2760481" cy="100546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53C14820-45B2-F8F7-B1D8-EE8FA9954F4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326511" y="3434310"/>
            <a:ext cx="2760481" cy="241311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7DD16CAB-2E31-BAC0-6DF0-C701803C929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33398" y="6172198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95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8203629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tn:finding:two-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901699"/>
            <a:ext cx="11125201" cy="1227774"/>
          </a:xfrm>
          <a:prstGeom prst="rect">
            <a:avLst/>
          </a:prstGeom>
        </p:spPr>
        <p:txBody>
          <a:bodyPr anchor="t"/>
          <a:lstStyle>
            <a:lvl1pPr>
              <a:defRPr sz="32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8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DE1F4D6-9B94-49E1-9259-C44CF083EB57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76" y="6492241"/>
            <a:ext cx="662624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022853CD-29C7-4A68-BCE3-2ED71C774B8A}" type="slidenum">
              <a:rPr lang="en-US" smtClean="0"/>
              <a:t>‹#›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0F7BCB4-DC28-7382-4A0F-0498411C4247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5560D8-36FC-D0D1-04BB-54F2CCBC8B5E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E3EE261B-056A-8D25-8B15-179EDEB92C9C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708008" y="2428843"/>
            <a:ext cx="4415107" cy="1005466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A7144253-7880-6FD7-23C2-66AC0CE1559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08008" y="3434310"/>
            <a:ext cx="4415107" cy="241311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4B1E6CBF-A605-D486-2AB8-CFBFBC759EA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71885" y="2428843"/>
            <a:ext cx="4415107" cy="100546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EB581D06-28C8-8573-39C4-F327DBFBEBB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671885" y="3434310"/>
            <a:ext cx="4415107" cy="241311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source">
            <a:extLst>
              <a:ext uri="{FF2B5EF4-FFF2-40B4-BE49-F238E27FC236}">
                <a16:creationId xmlns:a16="http://schemas.microsoft.com/office/drawing/2014/main" id="{255CE510-D5BE-C46A-F9FA-882408B27B2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33398" y="6172198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95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9397140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tn:chart:he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901699"/>
            <a:ext cx="11125201" cy="1227774"/>
          </a:xfrm>
          <a:prstGeom prst="rect">
            <a:avLst/>
          </a:prstGeom>
        </p:spPr>
        <p:txBody>
          <a:bodyPr anchor="t"/>
          <a:lstStyle>
            <a:lvl1pPr>
              <a:defRPr sz="32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8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DE1F4D6-9B94-49E1-9259-C44CF083EB57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76" y="6492241"/>
            <a:ext cx="662624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022853CD-29C7-4A68-BCE3-2ED71C774B8A}" type="slidenum">
              <a:rPr lang="en-US" smtClean="0"/>
              <a:t>‹#›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0F7BCB4-DC28-7382-4A0F-0498411C4247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5560D8-36FC-D0D1-04BB-54F2CCBC8B5E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hart">
            <a:extLst>
              <a:ext uri="{FF2B5EF4-FFF2-40B4-BE49-F238E27FC236}">
                <a16:creationId xmlns:a16="http://schemas.microsoft.com/office/drawing/2014/main" id="{BC08A776-BA52-1DE5-7AF7-354A55A5B2C5}"/>
              </a:ext>
            </a:extLst>
          </p:cNvPr>
          <p:cNvSpPr>
            <a:spLocks noGrp="1"/>
          </p:cNvSpPr>
          <p:nvPr>
            <p:ph type="chart" idx="13"/>
          </p:nvPr>
        </p:nvSpPr>
        <p:spPr>
          <a:xfrm>
            <a:off x="533398" y="2231074"/>
            <a:ext cx="6809742" cy="3814124"/>
          </a:xfrm>
        </p:spPr>
        <p:txBody>
          <a:bodyPr/>
          <a:lstStyle/>
          <a:p>
            <a:endParaRPr lang="en-US"/>
          </a:p>
        </p:txBody>
      </p:sp>
      <p:sp>
        <p:nvSpPr>
          <p:cNvPr id="9" name="body">
            <a:extLst>
              <a:ext uri="{FF2B5EF4-FFF2-40B4-BE49-F238E27FC236}">
                <a16:creationId xmlns:a16="http://schemas.microsoft.com/office/drawing/2014/main" id="{14188350-CC11-8AF8-5CE1-2AECE4E1B76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732269" y="2383639"/>
            <a:ext cx="2529333" cy="3508994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10" name="source">
            <a:extLst>
              <a:ext uri="{FF2B5EF4-FFF2-40B4-BE49-F238E27FC236}">
                <a16:creationId xmlns:a16="http://schemas.microsoft.com/office/drawing/2014/main" id="{E26A368F-D73D-C3EA-734E-D7357AE90B0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33398" y="6172198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95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1968645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tn:implications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901699"/>
            <a:ext cx="11125201" cy="1227774"/>
          </a:xfrm>
          <a:prstGeom prst="rect">
            <a:avLst/>
          </a:prstGeom>
        </p:spPr>
        <p:txBody>
          <a:bodyPr anchor="t"/>
          <a:lstStyle>
            <a:lvl1pPr>
              <a:defRPr sz="32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8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DE1F4D6-9B94-49E1-9259-C44CF083EB57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76" y="6492241"/>
            <a:ext cx="662624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022853CD-29C7-4A68-BCE3-2ED71C774B8A}" type="slidenum">
              <a:rPr lang="en-US" smtClean="0"/>
              <a:t>‹#›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0F7BCB4-DC28-7382-4A0F-0498411C4247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5560D8-36FC-D0D1-04BB-54F2CCBC8B5E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B31DF6D0-28FD-5D83-261A-6AE66DC168A6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708008" y="2428844"/>
            <a:ext cx="4415107" cy="411327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9BAE8DBD-D2B9-F909-712F-CD1B8F388CE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08008" y="2840171"/>
            <a:ext cx="4415107" cy="98718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0B72D914-5877-0A25-D36E-8D3D80CD7DB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71885" y="2428844"/>
            <a:ext cx="4415107" cy="41132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32655810-3C3C-F228-05E7-2500E02860A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671885" y="2840171"/>
            <a:ext cx="4415107" cy="98718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2082F7FD-78D6-C78D-E321-5DBBC70C0FC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08008" y="4448917"/>
            <a:ext cx="4415107" cy="41132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36585B84-2F83-BB96-98D1-418E49747AB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08008" y="4860245"/>
            <a:ext cx="4415107" cy="98718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F79D7A71-80D4-0BB2-536D-5BB747A4AF9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671885" y="4448917"/>
            <a:ext cx="4415107" cy="41132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1E10D249-5EBD-1D94-C40B-5EF733DE925D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671885" y="4860245"/>
            <a:ext cx="4415107" cy="98718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802B95C2-5D67-9465-CDEF-14B65213218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33398" y="6172198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95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41538172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tn:limitations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901699"/>
            <a:ext cx="11125201" cy="1227774"/>
          </a:xfrm>
          <a:prstGeom prst="rect">
            <a:avLst/>
          </a:prstGeom>
        </p:spPr>
        <p:txBody>
          <a:bodyPr anchor="t"/>
          <a:lstStyle>
            <a:lvl1pPr>
              <a:defRPr sz="32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8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DE1F4D6-9B94-49E1-9259-C44CF083EB57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76" y="6492241"/>
            <a:ext cx="662624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022853CD-29C7-4A68-BCE3-2ED71C774B8A}" type="slidenum">
              <a:rPr lang="en-US" smtClean="0"/>
              <a:t>‹#›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0F7BCB4-DC28-7382-4A0F-0498411C4247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5560D8-36FC-D0D1-04BB-54F2CCBC8B5E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AB52E163-3663-A201-BAE9-3ACDEDE3A782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533398" y="2231074"/>
            <a:ext cx="9728202" cy="3814124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source">
            <a:extLst>
              <a:ext uri="{FF2B5EF4-FFF2-40B4-BE49-F238E27FC236}">
                <a16:creationId xmlns:a16="http://schemas.microsoft.com/office/drawing/2014/main" id="{1B7BCA9C-DCE2-5875-7A16-56AD8AA0679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33398" y="6172198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95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773317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tn:sources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901699"/>
            <a:ext cx="11125201" cy="1227774"/>
          </a:xfrm>
          <a:prstGeom prst="rect">
            <a:avLst/>
          </a:prstGeom>
        </p:spPr>
        <p:txBody>
          <a:bodyPr anchor="t"/>
          <a:lstStyle>
            <a:lvl1pPr>
              <a:defRPr sz="32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8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DE1F4D6-9B94-49E1-9259-C44CF083EB57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76" y="6492241"/>
            <a:ext cx="662624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022853CD-29C7-4A68-BCE3-2ED71C774B8A}" type="slidenum">
              <a:rPr lang="en-US" smtClean="0"/>
              <a:t>‹#›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0F7BCB4-DC28-7382-4A0F-0498411C4247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5560D8-36FC-D0D1-04BB-54F2CCBC8B5E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B29D50D1-82AF-D53E-707D-CFDB59161A79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533398" y="2231074"/>
            <a:ext cx="9728202" cy="3814124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400"/>
            </a:lvl1pPr>
          </a:lstStyle>
          <a:p>
            <a:pPr lvl="0"/>
            <a:r>
              <a:rPr lang="en-US"/>
              <a:t>body</a:t>
            </a:r>
          </a:p>
        </p:txBody>
      </p:sp>
    </p:spTree>
    <p:extLst>
      <p:ext uri="{BB962C8B-B14F-4D97-AF65-F5344CB8AC3E}">
        <p14:creationId xmlns:p14="http://schemas.microsoft.com/office/powerpoint/2010/main" val="217961217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matn:section_divider:default">
    <p:bg>
      <p:bgPr>
        <a:solidFill>
          <a:srgbClr val="AF5E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5360" y="3538727"/>
            <a:ext cx="10241280" cy="1536192"/>
          </a:xfrm>
          <a:prstGeom prst="rect">
            <a:avLst/>
          </a:prstGeom>
        </p:spPr>
        <p:txBody>
          <a:bodyPr lIns="0" anchor="t"/>
          <a:lstStyle>
            <a:lvl1pPr>
              <a:defRPr sz="3600" cap="all" baseline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0F7BCB4-DC28-7382-4A0F-0498411C4247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5560D8-36FC-D0D1-04BB-54F2CCBC8B5E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section_number">
            <a:extLst>
              <a:ext uri="{FF2B5EF4-FFF2-40B4-BE49-F238E27FC236}">
                <a16:creationId xmlns:a16="http://schemas.microsoft.com/office/drawing/2014/main" id="{90AE172E-E626-4F7B-A62F-E50981513E23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975360" y="685800"/>
            <a:ext cx="6144768" cy="2743200"/>
          </a:xfrm>
        </p:spPr>
        <p:txBody>
          <a:bodyPr wrap="square" lIns="0" tIns="0" bIns="0" anchor="b">
            <a:noAutofit/>
          </a:bodyPr>
          <a:lstStyle>
            <a:lvl1pPr marL="0" indent="0">
              <a:lnSpc>
                <a:spcPct val="85000"/>
              </a:lnSpc>
              <a:spcBef>
                <a:spcPts val="0"/>
              </a:spcBef>
              <a:buFontTx/>
              <a:buNone/>
              <a:defRPr sz="16000" b="1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7F7421F6-7B25-8E06-F029-E0F32A893D0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75360" y="5184648"/>
            <a:ext cx="10241280" cy="987552"/>
          </a:xfrm>
          <a:prstGeom prst="rect">
            <a:avLst/>
          </a:prstGeom>
        </p:spPr>
        <p:txBody>
          <a:bodyPr wrap="square" lIns="0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subtitle</a:t>
            </a:r>
          </a:p>
        </p:txBody>
      </p:sp>
      <p:sp>
        <p:nvSpPr>
          <p:cNvPr id="10" name="pattern">
            <a:extLst>
              <a:ext uri="{FF2B5EF4-FFF2-40B4-BE49-F238E27FC236}">
                <a16:creationId xmlns:a16="http://schemas.microsoft.com/office/drawing/2014/main" id="{70191A93-AFB5-6EB6-B604-B9ED68ECCBDC}"/>
              </a:ext>
            </a:extLst>
          </p:cNvPr>
          <p:cNvSpPr/>
          <p:nvPr userDrawn="1"/>
        </p:nvSpPr>
        <p:spPr>
          <a:xfrm>
            <a:off x="152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pattern">
            <a:extLst>
              <a:ext uri="{FF2B5EF4-FFF2-40B4-BE49-F238E27FC236}">
                <a16:creationId xmlns:a16="http://schemas.microsoft.com/office/drawing/2014/main" id="{63D7197E-A3C8-9E87-AA17-2954B976355F}"/>
              </a:ext>
            </a:extLst>
          </p:cNvPr>
          <p:cNvSpPr/>
          <p:nvPr userDrawn="1"/>
        </p:nvSpPr>
        <p:spPr>
          <a:xfrm>
            <a:off x="342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pattern">
            <a:extLst>
              <a:ext uri="{FF2B5EF4-FFF2-40B4-BE49-F238E27FC236}">
                <a16:creationId xmlns:a16="http://schemas.microsoft.com/office/drawing/2014/main" id="{EACA0A0B-3F6F-84F6-AC10-DA785A93D64C}"/>
              </a:ext>
            </a:extLst>
          </p:cNvPr>
          <p:cNvSpPr/>
          <p:nvPr userDrawn="1"/>
        </p:nvSpPr>
        <p:spPr>
          <a:xfrm>
            <a:off x="533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pattern">
            <a:extLst>
              <a:ext uri="{FF2B5EF4-FFF2-40B4-BE49-F238E27FC236}">
                <a16:creationId xmlns:a16="http://schemas.microsoft.com/office/drawing/2014/main" id="{A89306DA-A110-26AB-02A4-9EDE0B8560E9}"/>
              </a:ext>
            </a:extLst>
          </p:cNvPr>
          <p:cNvSpPr/>
          <p:nvPr userDrawn="1"/>
        </p:nvSpPr>
        <p:spPr>
          <a:xfrm>
            <a:off x="723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pattern">
            <a:extLst>
              <a:ext uri="{FF2B5EF4-FFF2-40B4-BE49-F238E27FC236}">
                <a16:creationId xmlns:a16="http://schemas.microsoft.com/office/drawing/2014/main" id="{1FE8B49F-429F-1CB8-A77F-6CDB377ED2E8}"/>
              </a:ext>
            </a:extLst>
          </p:cNvPr>
          <p:cNvSpPr/>
          <p:nvPr userDrawn="1"/>
        </p:nvSpPr>
        <p:spPr>
          <a:xfrm>
            <a:off x="914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pattern">
            <a:extLst>
              <a:ext uri="{FF2B5EF4-FFF2-40B4-BE49-F238E27FC236}">
                <a16:creationId xmlns:a16="http://schemas.microsoft.com/office/drawing/2014/main" id="{EB17BBD9-BEDE-E302-A682-629F09760840}"/>
              </a:ext>
            </a:extLst>
          </p:cNvPr>
          <p:cNvSpPr/>
          <p:nvPr userDrawn="1"/>
        </p:nvSpPr>
        <p:spPr>
          <a:xfrm>
            <a:off x="1104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pattern">
            <a:extLst>
              <a:ext uri="{FF2B5EF4-FFF2-40B4-BE49-F238E27FC236}">
                <a16:creationId xmlns:a16="http://schemas.microsoft.com/office/drawing/2014/main" id="{9982AF16-FEE5-85EF-1120-D0811EE51495}"/>
              </a:ext>
            </a:extLst>
          </p:cNvPr>
          <p:cNvSpPr/>
          <p:nvPr userDrawn="1"/>
        </p:nvSpPr>
        <p:spPr>
          <a:xfrm>
            <a:off x="1295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pattern">
            <a:extLst>
              <a:ext uri="{FF2B5EF4-FFF2-40B4-BE49-F238E27FC236}">
                <a16:creationId xmlns:a16="http://schemas.microsoft.com/office/drawing/2014/main" id="{538F4D3C-634B-6F49-38BB-BA3CFE58D18B}"/>
              </a:ext>
            </a:extLst>
          </p:cNvPr>
          <p:cNvSpPr/>
          <p:nvPr userDrawn="1"/>
        </p:nvSpPr>
        <p:spPr>
          <a:xfrm>
            <a:off x="1485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pattern">
            <a:extLst>
              <a:ext uri="{FF2B5EF4-FFF2-40B4-BE49-F238E27FC236}">
                <a16:creationId xmlns:a16="http://schemas.microsoft.com/office/drawing/2014/main" id="{9818D4CB-A672-BBFF-C0EB-16BA09347D0C}"/>
              </a:ext>
            </a:extLst>
          </p:cNvPr>
          <p:cNvSpPr/>
          <p:nvPr userDrawn="1"/>
        </p:nvSpPr>
        <p:spPr>
          <a:xfrm>
            <a:off x="1676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pattern">
            <a:extLst>
              <a:ext uri="{FF2B5EF4-FFF2-40B4-BE49-F238E27FC236}">
                <a16:creationId xmlns:a16="http://schemas.microsoft.com/office/drawing/2014/main" id="{061D4614-ECD7-48A8-DF81-51C9F48908E3}"/>
              </a:ext>
            </a:extLst>
          </p:cNvPr>
          <p:cNvSpPr/>
          <p:nvPr userDrawn="1"/>
        </p:nvSpPr>
        <p:spPr>
          <a:xfrm>
            <a:off x="1866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pattern">
            <a:extLst>
              <a:ext uri="{FF2B5EF4-FFF2-40B4-BE49-F238E27FC236}">
                <a16:creationId xmlns:a16="http://schemas.microsoft.com/office/drawing/2014/main" id="{FEF7803E-0FE6-AB45-400E-308DF85CBE17}"/>
              </a:ext>
            </a:extLst>
          </p:cNvPr>
          <p:cNvSpPr/>
          <p:nvPr userDrawn="1"/>
        </p:nvSpPr>
        <p:spPr>
          <a:xfrm>
            <a:off x="2057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pattern">
            <a:extLst>
              <a:ext uri="{FF2B5EF4-FFF2-40B4-BE49-F238E27FC236}">
                <a16:creationId xmlns:a16="http://schemas.microsoft.com/office/drawing/2014/main" id="{65CC3B35-CAC2-9A03-37ED-E7EAE4661C7C}"/>
              </a:ext>
            </a:extLst>
          </p:cNvPr>
          <p:cNvSpPr/>
          <p:nvPr userDrawn="1"/>
        </p:nvSpPr>
        <p:spPr>
          <a:xfrm>
            <a:off x="2247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pattern">
            <a:extLst>
              <a:ext uri="{FF2B5EF4-FFF2-40B4-BE49-F238E27FC236}">
                <a16:creationId xmlns:a16="http://schemas.microsoft.com/office/drawing/2014/main" id="{9D839F77-7346-4505-E580-12135DCF6749}"/>
              </a:ext>
            </a:extLst>
          </p:cNvPr>
          <p:cNvSpPr/>
          <p:nvPr userDrawn="1"/>
        </p:nvSpPr>
        <p:spPr>
          <a:xfrm>
            <a:off x="2438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pattern">
            <a:extLst>
              <a:ext uri="{FF2B5EF4-FFF2-40B4-BE49-F238E27FC236}">
                <a16:creationId xmlns:a16="http://schemas.microsoft.com/office/drawing/2014/main" id="{826A30B2-9904-F991-E8F0-EC3FFBAEF759}"/>
              </a:ext>
            </a:extLst>
          </p:cNvPr>
          <p:cNvSpPr/>
          <p:nvPr userDrawn="1"/>
        </p:nvSpPr>
        <p:spPr>
          <a:xfrm>
            <a:off x="2628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pattern">
            <a:extLst>
              <a:ext uri="{FF2B5EF4-FFF2-40B4-BE49-F238E27FC236}">
                <a16:creationId xmlns:a16="http://schemas.microsoft.com/office/drawing/2014/main" id="{D4A50D30-1307-9AC9-FE10-11510F18233F}"/>
              </a:ext>
            </a:extLst>
          </p:cNvPr>
          <p:cNvSpPr/>
          <p:nvPr userDrawn="1"/>
        </p:nvSpPr>
        <p:spPr>
          <a:xfrm>
            <a:off x="2819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pattern">
            <a:extLst>
              <a:ext uri="{FF2B5EF4-FFF2-40B4-BE49-F238E27FC236}">
                <a16:creationId xmlns:a16="http://schemas.microsoft.com/office/drawing/2014/main" id="{009B514C-562C-821A-2597-1EB3CA860D20}"/>
              </a:ext>
            </a:extLst>
          </p:cNvPr>
          <p:cNvSpPr/>
          <p:nvPr userDrawn="1"/>
        </p:nvSpPr>
        <p:spPr>
          <a:xfrm>
            <a:off x="3009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pattern">
            <a:extLst>
              <a:ext uri="{FF2B5EF4-FFF2-40B4-BE49-F238E27FC236}">
                <a16:creationId xmlns:a16="http://schemas.microsoft.com/office/drawing/2014/main" id="{B2D7D46B-BB9A-6E9E-624D-093E2B73AC12}"/>
              </a:ext>
            </a:extLst>
          </p:cNvPr>
          <p:cNvSpPr/>
          <p:nvPr userDrawn="1"/>
        </p:nvSpPr>
        <p:spPr>
          <a:xfrm>
            <a:off x="3200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pattern">
            <a:extLst>
              <a:ext uri="{FF2B5EF4-FFF2-40B4-BE49-F238E27FC236}">
                <a16:creationId xmlns:a16="http://schemas.microsoft.com/office/drawing/2014/main" id="{D82922AB-F002-E5C7-5C0F-DC2837279134}"/>
              </a:ext>
            </a:extLst>
          </p:cNvPr>
          <p:cNvSpPr/>
          <p:nvPr userDrawn="1"/>
        </p:nvSpPr>
        <p:spPr>
          <a:xfrm>
            <a:off x="3390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pattern">
            <a:extLst>
              <a:ext uri="{FF2B5EF4-FFF2-40B4-BE49-F238E27FC236}">
                <a16:creationId xmlns:a16="http://schemas.microsoft.com/office/drawing/2014/main" id="{BDA43CFF-229C-C76F-7C2A-F1ACFB13C56D}"/>
              </a:ext>
            </a:extLst>
          </p:cNvPr>
          <p:cNvSpPr/>
          <p:nvPr userDrawn="1"/>
        </p:nvSpPr>
        <p:spPr>
          <a:xfrm>
            <a:off x="3581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pattern">
            <a:extLst>
              <a:ext uri="{FF2B5EF4-FFF2-40B4-BE49-F238E27FC236}">
                <a16:creationId xmlns:a16="http://schemas.microsoft.com/office/drawing/2014/main" id="{B532B364-3702-88EB-0DD8-C23CF75440AF}"/>
              </a:ext>
            </a:extLst>
          </p:cNvPr>
          <p:cNvSpPr/>
          <p:nvPr userDrawn="1"/>
        </p:nvSpPr>
        <p:spPr>
          <a:xfrm>
            <a:off x="3771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pattern">
            <a:extLst>
              <a:ext uri="{FF2B5EF4-FFF2-40B4-BE49-F238E27FC236}">
                <a16:creationId xmlns:a16="http://schemas.microsoft.com/office/drawing/2014/main" id="{7340A704-1F3B-EB45-59A0-534D1779EB3E}"/>
              </a:ext>
            </a:extLst>
          </p:cNvPr>
          <p:cNvSpPr/>
          <p:nvPr userDrawn="1"/>
        </p:nvSpPr>
        <p:spPr>
          <a:xfrm>
            <a:off x="3962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pattern">
            <a:extLst>
              <a:ext uri="{FF2B5EF4-FFF2-40B4-BE49-F238E27FC236}">
                <a16:creationId xmlns:a16="http://schemas.microsoft.com/office/drawing/2014/main" id="{79C7A331-FFB7-F4A7-1769-77400366409B}"/>
              </a:ext>
            </a:extLst>
          </p:cNvPr>
          <p:cNvSpPr/>
          <p:nvPr userDrawn="1"/>
        </p:nvSpPr>
        <p:spPr>
          <a:xfrm>
            <a:off x="4152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pattern">
            <a:extLst>
              <a:ext uri="{FF2B5EF4-FFF2-40B4-BE49-F238E27FC236}">
                <a16:creationId xmlns:a16="http://schemas.microsoft.com/office/drawing/2014/main" id="{0F52DFD6-A21B-E60C-5754-DA2C176BB4B4}"/>
              </a:ext>
            </a:extLst>
          </p:cNvPr>
          <p:cNvSpPr/>
          <p:nvPr userDrawn="1"/>
        </p:nvSpPr>
        <p:spPr>
          <a:xfrm>
            <a:off x="4343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pattern">
            <a:extLst>
              <a:ext uri="{FF2B5EF4-FFF2-40B4-BE49-F238E27FC236}">
                <a16:creationId xmlns:a16="http://schemas.microsoft.com/office/drawing/2014/main" id="{5CD2E4E9-447B-4E19-199F-76E2DF2F68C3}"/>
              </a:ext>
            </a:extLst>
          </p:cNvPr>
          <p:cNvSpPr/>
          <p:nvPr userDrawn="1"/>
        </p:nvSpPr>
        <p:spPr>
          <a:xfrm>
            <a:off x="4533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pattern">
            <a:extLst>
              <a:ext uri="{FF2B5EF4-FFF2-40B4-BE49-F238E27FC236}">
                <a16:creationId xmlns:a16="http://schemas.microsoft.com/office/drawing/2014/main" id="{86368702-E53C-EE3F-F442-158791CE7BBF}"/>
              </a:ext>
            </a:extLst>
          </p:cNvPr>
          <p:cNvSpPr/>
          <p:nvPr userDrawn="1"/>
        </p:nvSpPr>
        <p:spPr>
          <a:xfrm>
            <a:off x="4724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pattern">
            <a:extLst>
              <a:ext uri="{FF2B5EF4-FFF2-40B4-BE49-F238E27FC236}">
                <a16:creationId xmlns:a16="http://schemas.microsoft.com/office/drawing/2014/main" id="{DBB562F0-E723-0EF2-FACA-CF2C0233DC75}"/>
              </a:ext>
            </a:extLst>
          </p:cNvPr>
          <p:cNvSpPr/>
          <p:nvPr userDrawn="1"/>
        </p:nvSpPr>
        <p:spPr>
          <a:xfrm>
            <a:off x="4914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pattern">
            <a:extLst>
              <a:ext uri="{FF2B5EF4-FFF2-40B4-BE49-F238E27FC236}">
                <a16:creationId xmlns:a16="http://schemas.microsoft.com/office/drawing/2014/main" id="{BEB25B21-8B68-68EC-0913-7AE92E323378}"/>
              </a:ext>
            </a:extLst>
          </p:cNvPr>
          <p:cNvSpPr/>
          <p:nvPr userDrawn="1"/>
        </p:nvSpPr>
        <p:spPr>
          <a:xfrm>
            <a:off x="5105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pattern">
            <a:extLst>
              <a:ext uri="{FF2B5EF4-FFF2-40B4-BE49-F238E27FC236}">
                <a16:creationId xmlns:a16="http://schemas.microsoft.com/office/drawing/2014/main" id="{E1D4F4B0-4B2D-9538-8779-62076DF3A9AF}"/>
              </a:ext>
            </a:extLst>
          </p:cNvPr>
          <p:cNvSpPr/>
          <p:nvPr userDrawn="1"/>
        </p:nvSpPr>
        <p:spPr>
          <a:xfrm>
            <a:off x="5295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pattern">
            <a:extLst>
              <a:ext uri="{FF2B5EF4-FFF2-40B4-BE49-F238E27FC236}">
                <a16:creationId xmlns:a16="http://schemas.microsoft.com/office/drawing/2014/main" id="{38F1BE45-B47A-69AC-922C-BD2ED1F7011F}"/>
              </a:ext>
            </a:extLst>
          </p:cNvPr>
          <p:cNvSpPr/>
          <p:nvPr userDrawn="1"/>
        </p:nvSpPr>
        <p:spPr>
          <a:xfrm>
            <a:off x="5486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pattern">
            <a:extLst>
              <a:ext uri="{FF2B5EF4-FFF2-40B4-BE49-F238E27FC236}">
                <a16:creationId xmlns:a16="http://schemas.microsoft.com/office/drawing/2014/main" id="{68FC317D-5B5A-9AF3-CF1E-643639FC05B8}"/>
              </a:ext>
            </a:extLst>
          </p:cNvPr>
          <p:cNvSpPr/>
          <p:nvPr userDrawn="1"/>
        </p:nvSpPr>
        <p:spPr>
          <a:xfrm>
            <a:off x="5676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pattern">
            <a:extLst>
              <a:ext uri="{FF2B5EF4-FFF2-40B4-BE49-F238E27FC236}">
                <a16:creationId xmlns:a16="http://schemas.microsoft.com/office/drawing/2014/main" id="{DD6120CD-9EB2-5D78-4038-45CCBD612989}"/>
              </a:ext>
            </a:extLst>
          </p:cNvPr>
          <p:cNvSpPr/>
          <p:nvPr userDrawn="1"/>
        </p:nvSpPr>
        <p:spPr>
          <a:xfrm>
            <a:off x="5867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pattern">
            <a:extLst>
              <a:ext uri="{FF2B5EF4-FFF2-40B4-BE49-F238E27FC236}">
                <a16:creationId xmlns:a16="http://schemas.microsoft.com/office/drawing/2014/main" id="{F208C570-477C-1259-698E-DBF46D320AAC}"/>
              </a:ext>
            </a:extLst>
          </p:cNvPr>
          <p:cNvSpPr/>
          <p:nvPr userDrawn="1"/>
        </p:nvSpPr>
        <p:spPr>
          <a:xfrm>
            <a:off x="6057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pattern">
            <a:extLst>
              <a:ext uri="{FF2B5EF4-FFF2-40B4-BE49-F238E27FC236}">
                <a16:creationId xmlns:a16="http://schemas.microsoft.com/office/drawing/2014/main" id="{91BDC506-D3F2-D293-47F6-4C522A5E6419}"/>
              </a:ext>
            </a:extLst>
          </p:cNvPr>
          <p:cNvSpPr/>
          <p:nvPr userDrawn="1"/>
        </p:nvSpPr>
        <p:spPr>
          <a:xfrm>
            <a:off x="6248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pattern">
            <a:extLst>
              <a:ext uri="{FF2B5EF4-FFF2-40B4-BE49-F238E27FC236}">
                <a16:creationId xmlns:a16="http://schemas.microsoft.com/office/drawing/2014/main" id="{D69458FA-C0D3-C4CB-99DB-1EE9FFAE4224}"/>
              </a:ext>
            </a:extLst>
          </p:cNvPr>
          <p:cNvSpPr/>
          <p:nvPr userDrawn="1"/>
        </p:nvSpPr>
        <p:spPr>
          <a:xfrm>
            <a:off x="6438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pattern">
            <a:extLst>
              <a:ext uri="{FF2B5EF4-FFF2-40B4-BE49-F238E27FC236}">
                <a16:creationId xmlns:a16="http://schemas.microsoft.com/office/drawing/2014/main" id="{4D41A7E5-603B-918D-1E68-32CF8D003107}"/>
              </a:ext>
            </a:extLst>
          </p:cNvPr>
          <p:cNvSpPr/>
          <p:nvPr userDrawn="1"/>
        </p:nvSpPr>
        <p:spPr>
          <a:xfrm>
            <a:off x="6629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pattern">
            <a:extLst>
              <a:ext uri="{FF2B5EF4-FFF2-40B4-BE49-F238E27FC236}">
                <a16:creationId xmlns:a16="http://schemas.microsoft.com/office/drawing/2014/main" id="{DA853575-490B-8A32-4CEA-5A9C8BA8CCFB}"/>
              </a:ext>
            </a:extLst>
          </p:cNvPr>
          <p:cNvSpPr/>
          <p:nvPr userDrawn="1"/>
        </p:nvSpPr>
        <p:spPr>
          <a:xfrm>
            <a:off x="6819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pattern">
            <a:extLst>
              <a:ext uri="{FF2B5EF4-FFF2-40B4-BE49-F238E27FC236}">
                <a16:creationId xmlns:a16="http://schemas.microsoft.com/office/drawing/2014/main" id="{D6E2722C-8203-4C9F-D502-0B1B2E5915F0}"/>
              </a:ext>
            </a:extLst>
          </p:cNvPr>
          <p:cNvSpPr/>
          <p:nvPr userDrawn="1"/>
        </p:nvSpPr>
        <p:spPr>
          <a:xfrm>
            <a:off x="7010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pattern">
            <a:extLst>
              <a:ext uri="{FF2B5EF4-FFF2-40B4-BE49-F238E27FC236}">
                <a16:creationId xmlns:a16="http://schemas.microsoft.com/office/drawing/2014/main" id="{050183C9-7D2D-621F-E2ED-1094DA0D5933}"/>
              </a:ext>
            </a:extLst>
          </p:cNvPr>
          <p:cNvSpPr/>
          <p:nvPr userDrawn="1"/>
        </p:nvSpPr>
        <p:spPr>
          <a:xfrm>
            <a:off x="7200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pattern">
            <a:extLst>
              <a:ext uri="{FF2B5EF4-FFF2-40B4-BE49-F238E27FC236}">
                <a16:creationId xmlns:a16="http://schemas.microsoft.com/office/drawing/2014/main" id="{0EE5E5AF-06E6-2873-4CA3-13340BF62AC8}"/>
              </a:ext>
            </a:extLst>
          </p:cNvPr>
          <p:cNvSpPr/>
          <p:nvPr userDrawn="1"/>
        </p:nvSpPr>
        <p:spPr>
          <a:xfrm>
            <a:off x="7391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pattern">
            <a:extLst>
              <a:ext uri="{FF2B5EF4-FFF2-40B4-BE49-F238E27FC236}">
                <a16:creationId xmlns:a16="http://schemas.microsoft.com/office/drawing/2014/main" id="{F25C70DB-D41C-1684-6062-860C5EFF9DA4}"/>
              </a:ext>
            </a:extLst>
          </p:cNvPr>
          <p:cNvSpPr/>
          <p:nvPr userDrawn="1"/>
        </p:nvSpPr>
        <p:spPr>
          <a:xfrm>
            <a:off x="7581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pattern">
            <a:extLst>
              <a:ext uri="{FF2B5EF4-FFF2-40B4-BE49-F238E27FC236}">
                <a16:creationId xmlns:a16="http://schemas.microsoft.com/office/drawing/2014/main" id="{7459D36B-C86C-E370-8586-B370B4F503B9}"/>
              </a:ext>
            </a:extLst>
          </p:cNvPr>
          <p:cNvSpPr/>
          <p:nvPr userDrawn="1"/>
        </p:nvSpPr>
        <p:spPr>
          <a:xfrm>
            <a:off x="7772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pattern">
            <a:extLst>
              <a:ext uri="{FF2B5EF4-FFF2-40B4-BE49-F238E27FC236}">
                <a16:creationId xmlns:a16="http://schemas.microsoft.com/office/drawing/2014/main" id="{BD9F22DD-72F0-AD8B-E3CE-18120366D72F}"/>
              </a:ext>
            </a:extLst>
          </p:cNvPr>
          <p:cNvSpPr/>
          <p:nvPr userDrawn="1"/>
        </p:nvSpPr>
        <p:spPr>
          <a:xfrm>
            <a:off x="7962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pattern">
            <a:extLst>
              <a:ext uri="{FF2B5EF4-FFF2-40B4-BE49-F238E27FC236}">
                <a16:creationId xmlns:a16="http://schemas.microsoft.com/office/drawing/2014/main" id="{265630D3-1109-AE42-8E0F-5B12A4F6B198}"/>
              </a:ext>
            </a:extLst>
          </p:cNvPr>
          <p:cNvSpPr/>
          <p:nvPr userDrawn="1"/>
        </p:nvSpPr>
        <p:spPr>
          <a:xfrm>
            <a:off x="8153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pattern">
            <a:extLst>
              <a:ext uri="{FF2B5EF4-FFF2-40B4-BE49-F238E27FC236}">
                <a16:creationId xmlns:a16="http://schemas.microsoft.com/office/drawing/2014/main" id="{A1443EBE-15B3-76D3-F822-4543FD19223B}"/>
              </a:ext>
            </a:extLst>
          </p:cNvPr>
          <p:cNvSpPr/>
          <p:nvPr userDrawn="1"/>
        </p:nvSpPr>
        <p:spPr>
          <a:xfrm>
            <a:off x="8343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pattern">
            <a:extLst>
              <a:ext uri="{FF2B5EF4-FFF2-40B4-BE49-F238E27FC236}">
                <a16:creationId xmlns:a16="http://schemas.microsoft.com/office/drawing/2014/main" id="{3F8AA390-7DF2-A8B2-ACB6-EFE31B2DEE66}"/>
              </a:ext>
            </a:extLst>
          </p:cNvPr>
          <p:cNvSpPr/>
          <p:nvPr userDrawn="1"/>
        </p:nvSpPr>
        <p:spPr>
          <a:xfrm>
            <a:off x="8534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pattern">
            <a:extLst>
              <a:ext uri="{FF2B5EF4-FFF2-40B4-BE49-F238E27FC236}">
                <a16:creationId xmlns:a16="http://schemas.microsoft.com/office/drawing/2014/main" id="{CE03A263-B406-ACDC-1795-F31BA16FABA6}"/>
              </a:ext>
            </a:extLst>
          </p:cNvPr>
          <p:cNvSpPr/>
          <p:nvPr userDrawn="1"/>
        </p:nvSpPr>
        <p:spPr>
          <a:xfrm>
            <a:off x="8724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pattern">
            <a:extLst>
              <a:ext uri="{FF2B5EF4-FFF2-40B4-BE49-F238E27FC236}">
                <a16:creationId xmlns:a16="http://schemas.microsoft.com/office/drawing/2014/main" id="{03197AB6-1FEE-4320-A895-F50237F27E61}"/>
              </a:ext>
            </a:extLst>
          </p:cNvPr>
          <p:cNvSpPr/>
          <p:nvPr userDrawn="1"/>
        </p:nvSpPr>
        <p:spPr>
          <a:xfrm>
            <a:off x="8915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pattern">
            <a:extLst>
              <a:ext uri="{FF2B5EF4-FFF2-40B4-BE49-F238E27FC236}">
                <a16:creationId xmlns:a16="http://schemas.microsoft.com/office/drawing/2014/main" id="{FDA3EE45-2260-A465-331A-6E4264A389EA}"/>
              </a:ext>
            </a:extLst>
          </p:cNvPr>
          <p:cNvSpPr/>
          <p:nvPr userDrawn="1"/>
        </p:nvSpPr>
        <p:spPr>
          <a:xfrm>
            <a:off x="9105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pattern">
            <a:extLst>
              <a:ext uri="{FF2B5EF4-FFF2-40B4-BE49-F238E27FC236}">
                <a16:creationId xmlns:a16="http://schemas.microsoft.com/office/drawing/2014/main" id="{C20489E4-2CD1-EFB3-63F5-2E27A78A29F4}"/>
              </a:ext>
            </a:extLst>
          </p:cNvPr>
          <p:cNvSpPr/>
          <p:nvPr userDrawn="1"/>
        </p:nvSpPr>
        <p:spPr>
          <a:xfrm>
            <a:off x="9296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pattern">
            <a:extLst>
              <a:ext uri="{FF2B5EF4-FFF2-40B4-BE49-F238E27FC236}">
                <a16:creationId xmlns:a16="http://schemas.microsoft.com/office/drawing/2014/main" id="{411BA303-8A72-35D1-DB7C-EBAA93EBEB45}"/>
              </a:ext>
            </a:extLst>
          </p:cNvPr>
          <p:cNvSpPr/>
          <p:nvPr userDrawn="1"/>
        </p:nvSpPr>
        <p:spPr>
          <a:xfrm>
            <a:off x="9486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pattern">
            <a:extLst>
              <a:ext uri="{FF2B5EF4-FFF2-40B4-BE49-F238E27FC236}">
                <a16:creationId xmlns:a16="http://schemas.microsoft.com/office/drawing/2014/main" id="{131830DC-2F9D-D48B-0BDC-0354649356D9}"/>
              </a:ext>
            </a:extLst>
          </p:cNvPr>
          <p:cNvSpPr/>
          <p:nvPr userDrawn="1"/>
        </p:nvSpPr>
        <p:spPr>
          <a:xfrm>
            <a:off x="9677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pattern">
            <a:extLst>
              <a:ext uri="{FF2B5EF4-FFF2-40B4-BE49-F238E27FC236}">
                <a16:creationId xmlns:a16="http://schemas.microsoft.com/office/drawing/2014/main" id="{E2B9FE12-5800-8E1B-5DAC-76BE402D8D85}"/>
              </a:ext>
            </a:extLst>
          </p:cNvPr>
          <p:cNvSpPr/>
          <p:nvPr userDrawn="1"/>
        </p:nvSpPr>
        <p:spPr>
          <a:xfrm>
            <a:off x="9867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pattern">
            <a:extLst>
              <a:ext uri="{FF2B5EF4-FFF2-40B4-BE49-F238E27FC236}">
                <a16:creationId xmlns:a16="http://schemas.microsoft.com/office/drawing/2014/main" id="{46D9CA23-ADDB-6AD9-25CA-3E6B5D80EEF4}"/>
              </a:ext>
            </a:extLst>
          </p:cNvPr>
          <p:cNvSpPr/>
          <p:nvPr userDrawn="1"/>
        </p:nvSpPr>
        <p:spPr>
          <a:xfrm>
            <a:off x="10058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pattern">
            <a:extLst>
              <a:ext uri="{FF2B5EF4-FFF2-40B4-BE49-F238E27FC236}">
                <a16:creationId xmlns:a16="http://schemas.microsoft.com/office/drawing/2014/main" id="{EF5DC761-02C4-20C1-3F2A-630D63D7422D}"/>
              </a:ext>
            </a:extLst>
          </p:cNvPr>
          <p:cNvSpPr/>
          <p:nvPr userDrawn="1"/>
        </p:nvSpPr>
        <p:spPr>
          <a:xfrm>
            <a:off x="10248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pattern">
            <a:extLst>
              <a:ext uri="{FF2B5EF4-FFF2-40B4-BE49-F238E27FC236}">
                <a16:creationId xmlns:a16="http://schemas.microsoft.com/office/drawing/2014/main" id="{205128F5-9972-D5BE-A0F5-C34354A3BD3C}"/>
              </a:ext>
            </a:extLst>
          </p:cNvPr>
          <p:cNvSpPr/>
          <p:nvPr userDrawn="1"/>
        </p:nvSpPr>
        <p:spPr>
          <a:xfrm>
            <a:off x="10439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pattern">
            <a:extLst>
              <a:ext uri="{FF2B5EF4-FFF2-40B4-BE49-F238E27FC236}">
                <a16:creationId xmlns:a16="http://schemas.microsoft.com/office/drawing/2014/main" id="{F1DD5341-59AD-C8D4-4929-CC708EBF76AD}"/>
              </a:ext>
            </a:extLst>
          </p:cNvPr>
          <p:cNvSpPr/>
          <p:nvPr userDrawn="1"/>
        </p:nvSpPr>
        <p:spPr>
          <a:xfrm>
            <a:off x="10629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pattern">
            <a:extLst>
              <a:ext uri="{FF2B5EF4-FFF2-40B4-BE49-F238E27FC236}">
                <a16:creationId xmlns:a16="http://schemas.microsoft.com/office/drawing/2014/main" id="{094B7B16-5CE5-3445-3E60-49A31EF1326E}"/>
              </a:ext>
            </a:extLst>
          </p:cNvPr>
          <p:cNvSpPr/>
          <p:nvPr userDrawn="1"/>
        </p:nvSpPr>
        <p:spPr>
          <a:xfrm>
            <a:off x="10820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pattern">
            <a:extLst>
              <a:ext uri="{FF2B5EF4-FFF2-40B4-BE49-F238E27FC236}">
                <a16:creationId xmlns:a16="http://schemas.microsoft.com/office/drawing/2014/main" id="{98270C17-D9A2-8368-B3FF-A55E11EE74B9}"/>
              </a:ext>
            </a:extLst>
          </p:cNvPr>
          <p:cNvSpPr/>
          <p:nvPr userDrawn="1"/>
        </p:nvSpPr>
        <p:spPr>
          <a:xfrm>
            <a:off x="11010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pattern">
            <a:extLst>
              <a:ext uri="{FF2B5EF4-FFF2-40B4-BE49-F238E27FC236}">
                <a16:creationId xmlns:a16="http://schemas.microsoft.com/office/drawing/2014/main" id="{15DB908B-8B49-F27B-AF8D-2C12ACF04AB5}"/>
              </a:ext>
            </a:extLst>
          </p:cNvPr>
          <p:cNvSpPr/>
          <p:nvPr userDrawn="1"/>
        </p:nvSpPr>
        <p:spPr>
          <a:xfrm>
            <a:off x="11201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pattern">
            <a:extLst>
              <a:ext uri="{FF2B5EF4-FFF2-40B4-BE49-F238E27FC236}">
                <a16:creationId xmlns:a16="http://schemas.microsoft.com/office/drawing/2014/main" id="{D2CEEA5E-E2EA-2F2D-1CF5-45F52AFE7C4B}"/>
              </a:ext>
            </a:extLst>
          </p:cNvPr>
          <p:cNvSpPr/>
          <p:nvPr userDrawn="1"/>
        </p:nvSpPr>
        <p:spPr>
          <a:xfrm>
            <a:off x="11391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pattern">
            <a:extLst>
              <a:ext uri="{FF2B5EF4-FFF2-40B4-BE49-F238E27FC236}">
                <a16:creationId xmlns:a16="http://schemas.microsoft.com/office/drawing/2014/main" id="{C7CC89CE-C878-044A-6365-3C67F26B637E}"/>
              </a:ext>
            </a:extLst>
          </p:cNvPr>
          <p:cNvSpPr/>
          <p:nvPr userDrawn="1"/>
        </p:nvSpPr>
        <p:spPr>
          <a:xfrm>
            <a:off x="11582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pattern">
            <a:extLst>
              <a:ext uri="{FF2B5EF4-FFF2-40B4-BE49-F238E27FC236}">
                <a16:creationId xmlns:a16="http://schemas.microsoft.com/office/drawing/2014/main" id="{68163425-66F6-2D2D-5B9B-CC6975689384}"/>
              </a:ext>
            </a:extLst>
          </p:cNvPr>
          <p:cNvSpPr/>
          <p:nvPr userDrawn="1"/>
        </p:nvSpPr>
        <p:spPr>
          <a:xfrm>
            <a:off x="11772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pattern">
            <a:extLst>
              <a:ext uri="{FF2B5EF4-FFF2-40B4-BE49-F238E27FC236}">
                <a16:creationId xmlns:a16="http://schemas.microsoft.com/office/drawing/2014/main" id="{20956E9A-5FF3-16E1-3DC3-C925F20EF41B}"/>
              </a:ext>
            </a:extLst>
          </p:cNvPr>
          <p:cNvSpPr/>
          <p:nvPr userDrawn="1"/>
        </p:nvSpPr>
        <p:spPr>
          <a:xfrm>
            <a:off x="11963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pattern">
            <a:extLst>
              <a:ext uri="{FF2B5EF4-FFF2-40B4-BE49-F238E27FC236}">
                <a16:creationId xmlns:a16="http://schemas.microsoft.com/office/drawing/2014/main" id="{89B241CD-B309-4349-6F7D-5DF31288F0BB}"/>
              </a:ext>
            </a:extLst>
          </p:cNvPr>
          <p:cNvSpPr/>
          <p:nvPr userDrawn="1"/>
        </p:nvSpPr>
        <p:spPr>
          <a:xfrm>
            <a:off x="12153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pattern">
            <a:extLst>
              <a:ext uri="{FF2B5EF4-FFF2-40B4-BE49-F238E27FC236}">
                <a16:creationId xmlns:a16="http://schemas.microsoft.com/office/drawing/2014/main" id="{779CA482-74B1-C44F-BA31-A658029AF2DD}"/>
              </a:ext>
            </a:extLst>
          </p:cNvPr>
          <p:cNvSpPr/>
          <p:nvPr userDrawn="1"/>
        </p:nvSpPr>
        <p:spPr>
          <a:xfrm>
            <a:off x="247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pattern">
            <a:extLst>
              <a:ext uri="{FF2B5EF4-FFF2-40B4-BE49-F238E27FC236}">
                <a16:creationId xmlns:a16="http://schemas.microsoft.com/office/drawing/2014/main" id="{A3B1D27B-1C2E-C27F-EDFF-F4018ED2A502}"/>
              </a:ext>
            </a:extLst>
          </p:cNvPr>
          <p:cNvSpPr/>
          <p:nvPr userDrawn="1"/>
        </p:nvSpPr>
        <p:spPr>
          <a:xfrm>
            <a:off x="438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pattern">
            <a:extLst>
              <a:ext uri="{FF2B5EF4-FFF2-40B4-BE49-F238E27FC236}">
                <a16:creationId xmlns:a16="http://schemas.microsoft.com/office/drawing/2014/main" id="{15626E6C-8359-E05B-5D8C-183219242236}"/>
              </a:ext>
            </a:extLst>
          </p:cNvPr>
          <p:cNvSpPr/>
          <p:nvPr userDrawn="1"/>
        </p:nvSpPr>
        <p:spPr>
          <a:xfrm>
            <a:off x="628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pattern">
            <a:extLst>
              <a:ext uri="{FF2B5EF4-FFF2-40B4-BE49-F238E27FC236}">
                <a16:creationId xmlns:a16="http://schemas.microsoft.com/office/drawing/2014/main" id="{0FE33FF4-A2D8-046B-C0FB-FB237165E8B5}"/>
              </a:ext>
            </a:extLst>
          </p:cNvPr>
          <p:cNvSpPr/>
          <p:nvPr userDrawn="1"/>
        </p:nvSpPr>
        <p:spPr>
          <a:xfrm>
            <a:off x="819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pattern">
            <a:extLst>
              <a:ext uri="{FF2B5EF4-FFF2-40B4-BE49-F238E27FC236}">
                <a16:creationId xmlns:a16="http://schemas.microsoft.com/office/drawing/2014/main" id="{E7BA0020-5220-7423-81FF-FD16BE4DC49E}"/>
              </a:ext>
            </a:extLst>
          </p:cNvPr>
          <p:cNvSpPr/>
          <p:nvPr userDrawn="1"/>
        </p:nvSpPr>
        <p:spPr>
          <a:xfrm>
            <a:off x="1009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pattern">
            <a:extLst>
              <a:ext uri="{FF2B5EF4-FFF2-40B4-BE49-F238E27FC236}">
                <a16:creationId xmlns:a16="http://schemas.microsoft.com/office/drawing/2014/main" id="{D419E21F-430F-4F0A-653F-4E63C9A38C83}"/>
              </a:ext>
            </a:extLst>
          </p:cNvPr>
          <p:cNvSpPr/>
          <p:nvPr userDrawn="1"/>
        </p:nvSpPr>
        <p:spPr>
          <a:xfrm>
            <a:off x="1200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pattern">
            <a:extLst>
              <a:ext uri="{FF2B5EF4-FFF2-40B4-BE49-F238E27FC236}">
                <a16:creationId xmlns:a16="http://schemas.microsoft.com/office/drawing/2014/main" id="{474AB0B9-702F-4618-D494-7229BEB61FD3}"/>
              </a:ext>
            </a:extLst>
          </p:cNvPr>
          <p:cNvSpPr/>
          <p:nvPr userDrawn="1"/>
        </p:nvSpPr>
        <p:spPr>
          <a:xfrm>
            <a:off x="1390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pattern">
            <a:extLst>
              <a:ext uri="{FF2B5EF4-FFF2-40B4-BE49-F238E27FC236}">
                <a16:creationId xmlns:a16="http://schemas.microsoft.com/office/drawing/2014/main" id="{2B6A0FAB-3268-07BF-2E09-F5BA389F4821}"/>
              </a:ext>
            </a:extLst>
          </p:cNvPr>
          <p:cNvSpPr/>
          <p:nvPr userDrawn="1"/>
        </p:nvSpPr>
        <p:spPr>
          <a:xfrm>
            <a:off x="1581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pattern">
            <a:extLst>
              <a:ext uri="{FF2B5EF4-FFF2-40B4-BE49-F238E27FC236}">
                <a16:creationId xmlns:a16="http://schemas.microsoft.com/office/drawing/2014/main" id="{4F92C07D-3825-BE4E-D902-58A4210EFF58}"/>
              </a:ext>
            </a:extLst>
          </p:cNvPr>
          <p:cNvSpPr/>
          <p:nvPr userDrawn="1"/>
        </p:nvSpPr>
        <p:spPr>
          <a:xfrm>
            <a:off x="1771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pattern">
            <a:extLst>
              <a:ext uri="{FF2B5EF4-FFF2-40B4-BE49-F238E27FC236}">
                <a16:creationId xmlns:a16="http://schemas.microsoft.com/office/drawing/2014/main" id="{A51701A4-D5C2-0CB8-8214-BF76B7006E22}"/>
              </a:ext>
            </a:extLst>
          </p:cNvPr>
          <p:cNvSpPr/>
          <p:nvPr userDrawn="1"/>
        </p:nvSpPr>
        <p:spPr>
          <a:xfrm>
            <a:off x="1962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pattern">
            <a:extLst>
              <a:ext uri="{FF2B5EF4-FFF2-40B4-BE49-F238E27FC236}">
                <a16:creationId xmlns:a16="http://schemas.microsoft.com/office/drawing/2014/main" id="{C4EFAA2D-26A2-70DB-92B5-39D11E7A428F}"/>
              </a:ext>
            </a:extLst>
          </p:cNvPr>
          <p:cNvSpPr/>
          <p:nvPr userDrawn="1"/>
        </p:nvSpPr>
        <p:spPr>
          <a:xfrm>
            <a:off x="2152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pattern">
            <a:extLst>
              <a:ext uri="{FF2B5EF4-FFF2-40B4-BE49-F238E27FC236}">
                <a16:creationId xmlns:a16="http://schemas.microsoft.com/office/drawing/2014/main" id="{FDCE6DDF-50F9-E229-FCEF-3DAC8518F488}"/>
              </a:ext>
            </a:extLst>
          </p:cNvPr>
          <p:cNvSpPr/>
          <p:nvPr userDrawn="1"/>
        </p:nvSpPr>
        <p:spPr>
          <a:xfrm>
            <a:off x="2343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pattern">
            <a:extLst>
              <a:ext uri="{FF2B5EF4-FFF2-40B4-BE49-F238E27FC236}">
                <a16:creationId xmlns:a16="http://schemas.microsoft.com/office/drawing/2014/main" id="{00A369E1-0DD8-0792-D2F3-2493BA401EC3}"/>
              </a:ext>
            </a:extLst>
          </p:cNvPr>
          <p:cNvSpPr/>
          <p:nvPr userDrawn="1"/>
        </p:nvSpPr>
        <p:spPr>
          <a:xfrm>
            <a:off x="2533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pattern">
            <a:extLst>
              <a:ext uri="{FF2B5EF4-FFF2-40B4-BE49-F238E27FC236}">
                <a16:creationId xmlns:a16="http://schemas.microsoft.com/office/drawing/2014/main" id="{6E1200B4-B003-11B2-F1D8-E080F4D924C5}"/>
              </a:ext>
            </a:extLst>
          </p:cNvPr>
          <p:cNvSpPr/>
          <p:nvPr userDrawn="1"/>
        </p:nvSpPr>
        <p:spPr>
          <a:xfrm>
            <a:off x="2724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pattern">
            <a:extLst>
              <a:ext uri="{FF2B5EF4-FFF2-40B4-BE49-F238E27FC236}">
                <a16:creationId xmlns:a16="http://schemas.microsoft.com/office/drawing/2014/main" id="{7F1A7FBB-CC66-FDCA-02F3-0E84D0891B70}"/>
              </a:ext>
            </a:extLst>
          </p:cNvPr>
          <p:cNvSpPr/>
          <p:nvPr userDrawn="1"/>
        </p:nvSpPr>
        <p:spPr>
          <a:xfrm>
            <a:off x="2914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pattern">
            <a:extLst>
              <a:ext uri="{FF2B5EF4-FFF2-40B4-BE49-F238E27FC236}">
                <a16:creationId xmlns:a16="http://schemas.microsoft.com/office/drawing/2014/main" id="{B8D607F7-9E8E-DE65-520E-90FD0B3A7C0A}"/>
              </a:ext>
            </a:extLst>
          </p:cNvPr>
          <p:cNvSpPr/>
          <p:nvPr userDrawn="1"/>
        </p:nvSpPr>
        <p:spPr>
          <a:xfrm>
            <a:off x="3105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pattern">
            <a:extLst>
              <a:ext uri="{FF2B5EF4-FFF2-40B4-BE49-F238E27FC236}">
                <a16:creationId xmlns:a16="http://schemas.microsoft.com/office/drawing/2014/main" id="{5EB7C756-56F2-4C85-AB5E-3E5381FD8309}"/>
              </a:ext>
            </a:extLst>
          </p:cNvPr>
          <p:cNvSpPr/>
          <p:nvPr userDrawn="1"/>
        </p:nvSpPr>
        <p:spPr>
          <a:xfrm>
            <a:off x="3295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pattern">
            <a:extLst>
              <a:ext uri="{FF2B5EF4-FFF2-40B4-BE49-F238E27FC236}">
                <a16:creationId xmlns:a16="http://schemas.microsoft.com/office/drawing/2014/main" id="{9E5E8E05-3BD6-7F68-31F9-69DEF6C2749C}"/>
              </a:ext>
            </a:extLst>
          </p:cNvPr>
          <p:cNvSpPr/>
          <p:nvPr userDrawn="1"/>
        </p:nvSpPr>
        <p:spPr>
          <a:xfrm>
            <a:off x="3486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pattern">
            <a:extLst>
              <a:ext uri="{FF2B5EF4-FFF2-40B4-BE49-F238E27FC236}">
                <a16:creationId xmlns:a16="http://schemas.microsoft.com/office/drawing/2014/main" id="{BF65C3F8-09D0-CFE8-81FA-5F9BB66F7035}"/>
              </a:ext>
            </a:extLst>
          </p:cNvPr>
          <p:cNvSpPr/>
          <p:nvPr userDrawn="1"/>
        </p:nvSpPr>
        <p:spPr>
          <a:xfrm>
            <a:off x="3676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pattern">
            <a:extLst>
              <a:ext uri="{FF2B5EF4-FFF2-40B4-BE49-F238E27FC236}">
                <a16:creationId xmlns:a16="http://schemas.microsoft.com/office/drawing/2014/main" id="{E39A1D7C-056C-39A4-E166-D9588BC4B064}"/>
              </a:ext>
            </a:extLst>
          </p:cNvPr>
          <p:cNvSpPr/>
          <p:nvPr userDrawn="1"/>
        </p:nvSpPr>
        <p:spPr>
          <a:xfrm>
            <a:off x="3867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pattern">
            <a:extLst>
              <a:ext uri="{FF2B5EF4-FFF2-40B4-BE49-F238E27FC236}">
                <a16:creationId xmlns:a16="http://schemas.microsoft.com/office/drawing/2014/main" id="{606076E7-E0C7-E8E8-E9DE-6D59ED28398D}"/>
              </a:ext>
            </a:extLst>
          </p:cNvPr>
          <p:cNvSpPr/>
          <p:nvPr userDrawn="1"/>
        </p:nvSpPr>
        <p:spPr>
          <a:xfrm>
            <a:off x="4057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pattern">
            <a:extLst>
              <a:ext uri="{FF2B5EF4-FFF2-40B4-BE49-F238E27FC236}">
                <a16:creationId xmlns:a16="http://schemas.microsoft.com/office/drawing/2014/main" id="{4E22CE1E-09FE-2A87-A4D1-B8A5C9683773}"/>
              </a:ext>
            </a:extLst>
          </p:cNvPr>
          <p:cNvSpPr/>
          <p:nvPr userDrawn="1"/>
        </p:nvSpPr>
        <p:spPr>
          <a:xfrm>
            <a:off x="4248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pattern">
            <a:extLst>
              <a:ext uri="{FF2B5EF4-FFF2-40B4-BE49-F238E27FC236}">
                <a16:creationId xmlns:a16="http://schemas.microsoft.com/office/drawing/2014/main" id="{E1CB955F-A787-4CD6-CCB8-5E7911D0C14F}"/>
              </a:ext>
            </a:extLst>
          </p:cNvPr>
          <p:cNvSpPr/>
          <p:nvPr userDrawn="1"/>
        </p:nvSpPr>
        <p:spPr>
          <a:xfrm>
            <a:off x="4438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pattern">
            <a:extLst>
              <a:ext uri="{FF2B5EF4-FFF2-40B4-BE49-F238E27FC236}">
                <a16:creationId xmlns:a16="http://schemas.microsoft.com/office/drawing/2014/main" id="{B9326F7A-27FF-F543-D54C-9FCC79C9D14E}"/>
              </a:ext>
            </a:extLst>
          </p:cNvPr>
          <p:cNvSpPr/>
          <p:nvPr userDrawn="1"/>
        </p:nvSpPr>
        <p:spPr>
          <a:xfrm>
            <a:off x="4629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pattern">
            <a:extLst>
              <a:ext uri="{FF2B5EF4-FFF2-40B4-BE49-F238E27FC236}">
                <a16:creationId xmlns:a16="http://schemas.microsoft.com/office/drawing/2014/main" id="{E92C109F-FC5F-649A-B3D4-0B3914204304}"/>
              </a:ext>
            </a:extLst>
          </p:cNvPr>
          <p:cNvSpPr/>
          <p:nvPr userDrawn="1"/>
        </p:nvSpPr>
        <p:spPr>
          <a:xfrm>
            <a:off x="4819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pattern">
            <a:extLst>
              <a:ext uri="{FF2B5EF4-FFF2-40B4-BE49-F238E27FC236}">
                <a16:creationId xmlns:a16="http://schemas.microsoft.com/office/drawing/2014/main" id="{74F3FF53-6C38-873B-6666-E71B1CB313DF}"/>
              </a:ext>
            </a:extLst>
          </p:cNvPr>
          <p:cNvSpPr/>
          <p:nvPr userDrawn="1"/>
        </p:nvSpPr>
        <p:spPr>
          <a:xfrm>
            <a:off x="5010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pattern">
            <a:extLst>
              <a:ext uri="{FF2B5EF4-FFF2-40B4-BE49-F238E27FC236}">
                <a16:creationId xmlns:a16="http://schemas.microsoft.com/office/drawing/2014/main" id="{7FB84013-ADF6-DF37-234A-6DE96945142C}"/>
              </a:ext>
            </a:extLst>
          </p:cNvPr>
          <p:cNvSpPr/>
          <p:nvPr userDrawn="1"/>
        </p:nvSpPr>
        <p:spPr>
          <a:xfrm>
            <a:off x="5200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pattern">
            <a:extLst>
              <a:ext uri="{FF2B5EF4-FFF2-40B4-BE49-F238E27FC236}">
                <a16:creationId xmlns:a16="http://schemas.microsoft.com/office/drawing/2014/main" id="{785E2E6E-67AE-15C0-EDEF-982EAF9C88B0}"/>
              </a:ext>
            </a:extLst>
          </p:cNvPr>
          <p:cNvSpPr/>
          <p:nvPr userDrawn="1"/>
        </p:nvSpPr>
        <p:spPr>
          <a:xfrm>
            <a:off x="5391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pattern">
            <a:extLst>
              <a:ext uri="{FF2B5EF4-FFF2-40B4-BE49-F238E27FC236}">
                <a16:creationId xmlns:a16="http://schemas.microsoft.com/office/drawing/2014/main" id="{89E8D2AD-E8F8-1564-716F-264C1AD9E1E7}"/>
              </a:ext>
            </a:extLst>
          </p:cNvPr>
          <p:cNvSpPr/>
          <p:nvPr userDrawn="1"/>
        </p:nvSpPr>
        <p:spPr>
          <a:xfrm>
            <a:off x="5581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pattern">
            <a:extLst>
              <a:ext uri="{FF2B5EF4-FFF2-40B4-BE49-F238E27FC236}">
                <a16:creationId xmlns:a16="http://schemas.microsoft.com/office/drawing/2014/main" id="{C6A77CCC-7D46-687B-E7C6-0922C61AE4A3}"/>
              </a:ext>
            </a:extLst>
          </p:cNvPr>
          <p:cNvSpPr/>
          <p:nvPr userDrawn="1"/>
        </p:nvSpPr>
        <p:spPr>
          <a:xfrm>
            <a:off x="5772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pattern">
            <a:extLst>
              <a:ext uri="{FF2B5EF4-FFF2-40B4-BE49-F238E27FC236}">
                <a16:creationId xmlns:a16="http://schemas.microsoft.com/office/drawing/2014/main" id="{D713BF18-53A2-57BC-2545-B3423CE9359D}"/>
              </a:ext>
            </a:extLst>
          </p:cNvPr>
          <p:cNvSpPr/>
          <p:nvPr userDrawn="1"/>
        </p:nvSpPr>
        <p:spPr>
          <a:xfrm>
            <a:off x="5962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pattern">
            <a:extLst>
              <a:ext uri="{FF2B5EF4-FFF2-40B4-BE49-F238E27FC236}">
                <a16:creationId xmlns:a16="http://schemas.microsoft.com/office/drawing/2014/main" id="{BEFC9B96-39AB-907D-7527-6758C18DABEE}"/>
              </a:ext>
            </a:extLst>
          </p:cNvPr>
          <p:cNvSpPr/>
          <p:nvPr userDrawn="1"/>
        </p:nvSpPr>
        <p:spPr>
          <a:xfrm>
            <a:off x="6153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pattern">
            <a:extLst>
              <a:ext uri="{FF2B5EF4-FFF2-40B4-BE49-F238E27FC236}">
                <a16:creationId xmlns:a16="http://schemas.microsoft.com/office/drawing/2014/main" id="{C3D52FA7-3F8F-DC35-26F6-653C14079DBA}"/>
              </a:ext>
            </a:extLst>
          </p:cNvPr>
          <p:cNvSpPr/>
          <p:nvPr userDrawn="1"/>
        </p:nvSpPr>
        <p:spPr>
          <a:xfrm>
            <a:off x="6343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pattern">
            <a:extLst>
              <a:ext uri="{FF2B5EF4-FFF2-40B4-BE49-F238E27FC236}">
                <a16:creationId xmlns:a16="http://schemas.microsoft.com/office/drawing/2014/main" id="{873FECF6-5E67-A0C9-4BE9-047C6111E52B}"/>
              </a:ext>
            </a:extLst>
          </p:cNvPr>
          <p:cNvSpPr/>
          <p:nvPr userDrawn="1"/>
        </p:nvSpPr>
        <p:spPr>
          <a:xfrm>
            <a:off x="6534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pattern">
            <a:extLst>
              <a:ext uri="{FF2B5EF4-FFF2-40B4-BE49-F238E27FC236}">
                <a16:creationId xmlns:a16="http://schemas.microsoft.com/office/drawing/2014/main" id="{471F083E-4759-FAFF-5690-FFA6140E54A2}"/>
              </a:ext>
            </a:extLst>
          </p:cNvPr>
          <p:cNvSpPr/>
          <p:nvPr userDrawn="1"/>
        </p:nvSpPr>
        <p:spPr>
          <a:xfrm>
            <a:off x="6724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pattern">
            <a:extLst>
              <a:ext uri="{FF2B5EF4-FFF2-40B4-BE49-F238E27FC236}">
                <a16:creationId xmlns:a16="http://schemas.microsoft.com/office/drawing/2014/main" id="{DE5EDDD8-CE67-5CB3-E342-67DD077B602A}"/>
              </a:ext>
            </a:extLst>
          </p:cNvPr>
          <p:cNvSpPr/>
          <p:nvPr userDrawn="1"/>
        </p:nvSpPr>
        <p:spPr>
          <a:xfrm>
            <a:off x="6915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pattern">
            <a:extLst>
              <a:ext uri="{FF2B5EF4-FFF2-40B4-BE49-F238E27FC236}">
                <a16:creationId xmlns:a16="http://schemas.microsoft.com/office/drawing/2014/main" id="{A7364120-A3F2-5DC5-DB1D-F21D244AC84E}"/>
              </a:ext>
            </a:extLst>
          </p:cNvPr>
          <p:cNvSpPr/>
          <p:nvPr userDrawn="1"/>
        </p:nvSpPr>
        <p:spPr>
          <a:xfrm>
            <a:off x="7105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pattern">
            <a:extLst>
              <a:ext uri="{FF2B5EF4-FFF2-40B4-BE49-F238E27FC236}">
                <a16:creationId xmlns:a16="http://schemas.microsoft.com/office/drawing/2014/main" id="{0D687F6F-1BC2-F6FD-40EA-1444B4138629}"/>
              </a:ext>
            </a:extLst>
          </p:cNvPr>
          <p:cNvSpPr/>
          <p:nvPr userDrawn="1"/>
        </p:nvSpPr>
        <p:spPr>
          <a:xfrm>
            <a:off x="7296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pattern">
            <a:extLst>
              <a:ext uri="{FF2B5EF4-FFF2-40B4-BE49-F238E27FC236}">
                <a16:creationId xmlns:a16="http://schemas.microsoft.com/office/drawing/2014/main" id="{F6CD0914-A58E-CE22-30FA-96943B8E9A57}"/>
              </a:ext>
            </a:extLst>
          </p:cNvPr>
          <p:cNvSpPr/>
          <p:nvPr userDrawn="1"/>
        </p:nvSpPr>
        <p:spPr>
          <a:xfrm>
            <a:off x="7486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pattern">
            <a:extLst>
              <a:ext uri="{FF2B5EF4-FFF2-40B4-BE49-F238E27FC236}">
                <a16:creationId xmlns:a16="http://schemas.microsoft.com/office/drawing/2014/main" id="{66723629-E04B-F53A-102B-F4378410A1A8}"/>
              </a:ext>
            </a:extLst>
          </p:cNvPr>
          <p:cNvSpPr/>
          <p:nvPr userDrawn="1"/>
        </p:nvSpPr>
        <p:spPr>
          <a:xfrm>
            <a:off x="7677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pattern">
            <a:extLst>
              <a:ext uri="{FF2B5EF4-FFF2-40B4-BE49-F238E27FC236}">
                <a16:creationId xmlns:a16="http://schemas.microsoft.com/office/drawing/2014/main" id="{2A9BA9C8-D847-B038-021E-8A0683A198F4}"/>
              </a:ext>
            </a:extLst>
          </p:cNvPr>
          <p:cNvSpPr/>
          <p:nvPr userDrawn="1"/>
        </p:nvSpPr>
        <p:spPr>
          <a:xfrm>
            <a:off x="7867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pattern">
            <a:extLst>
              <a:ext uri="{FF2B5EF4-FFF2-40B4-BE49-F238E27FC236}">
                <a16:creationId xmlns:a16="http://schemas.microsoft.com/office/drawing/2014/main" id="{1D7517EF-3461-4756-30F8-BE60779C33F2}"/>
              </a:ext>
            </a:extLst>
          </p:cNvPr>
          <p:cNvSpPr/>
          <p:nvPr userDrawn="1"/>
        </p:nvSpPr>
        <p:spPr>
          <a:xfrm>
            <a:off x="8058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" name="pattern">
            <a:extLst>
              <a:ext uri="{FF2B5EF4-FFF2-40B4-BE49-F238E27FC236}">
                <a16:creationId xmlns:a16="http://schemas.microsoft.com/office/drawing/2014/main" id="{6E849A4C-752C-A1BF-E775-793129B8ECD9}"/>
              </a:ext>
            </a:extLst>
          </p:cNvPr>
          <p:cNvSpPr/>
          <p:nvPr userDrawn="1"/>
        </p:nvSpPr>
        <p:spPr>
          <a:xfrm>
            <a:off x="8248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pattern">
            <a:extLst>
              <a:ext uri="{FF2B5EF4-FFF2-40B4-BE49-F238E27FC236}">
                <a16:creationId xmlns:a16="http://schemas.microsoft.com/office/drawing/2014/main" id="{7489BDBF-F88F-280B-C4DB-A4410D92954B}"/>
              </a:ext>
            </a:extLst>
          </p:cNvPr>
          <p:cNvSpPr/>
          <p:nvPr userDrawn="1"/>
        </p:nvSpPr>
        <p:spPr>
          <a:xfrm>
            <a:off x="8439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8" name="pattern">
            <a:extLst>
              <a:ext uri="{FF2B5EF4-FFF2-40B4-BE49-F238E27FC236}">
                <a16:creationId xmlns:a16="http://schemas.microsoft.com/office/drawing/2014/main" id="{7C6EEC24-655A-CC6A-5366-1BAFA81269AD}"/>
              </a:ext>
            </a:extLst>
          </p:cNvPr>
          <p:cNvSpPr/>
          <p:nvPr userDrawn="1"/>
        </p:nvSpPr>
        <p:spPr>
          <a:xfrm>
            <a:off x="8629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pattern">
            <a:extLst>
              <a:ext uri="{FF2B5EF4-FFF2-40B4-BE49-F238E27FC236}">
                <a16:creationId xmlns:a16="http://schemas.microsoft.com/office/drawing/2014/main" id="{9C0542A2-7C9C-AE95-3F06-9B2FDBFA7639}"/>
              </a:ext>
            </a:extLst>
          </p:cNvPr>
          <p:cNvSpPr/>
          <p:nvPr userDrawn="1"/>
        </p:nvSpPr>
        <p:spPr>
          <a:xfrm>
            <a:off x="8820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pattern">
            <a:extLst>
              <a:ext uri="{FF2B5EF4-FFF2-40B4-BE49-F238E27FC236}">
                <a16:creationId xmlns:a16="http://schemas.microsoft.com/office/drawing/2014/main" id="{5BF106AF-DDB8-7092-C042-0982A88B865E}"/>
              </a:ext>
            </a:extLst>
          </p:cNvPr>
          <p:cNvSpPr/>
          <p:nvPr userDrawn="1"/>
        </p:nvSpPr>
        <p:spPr>
          <a:xfrm>
            <a:off x="9010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pattern">
            <a:extLst>
              <a:ext uri="{FF2B5EF4-FFF2-40B4-BE49-F238E27FC236}">
                <a16:creationId xmlns:a16="http://schemas.microsoft.com/office/drawing/2014/main" id="{BDA56831-EFD6-ABEF-5714-77BE803D8D44}"/>
              </a:ext>
            </a:extLst>
          </p:cNvPr>
          <p:cNvSpPr/>
          <p:nvPr userDrawn="1"/>
        </p:nvSpPr>
        <p:spPr>
          <a:xfrm>
            <a:off x="9201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" name="pattern">
            <a:extLst>
              <a:ext uri="{FF2B5EF4-FFF2-40B4-BE49-F238E27FC236}">
                <a16:creationId xmlns:a16="http://schemas.microsoft.com/office/drawing/2014/main" id="{5107FCEF-06E8-FE2B-8925-5620DE52BCF2}"/>
              </a:ext>
            </a:extLst>
          </p:cNvPr>
          <p:cNvSpPr/>
          <p:nvPr userDrawn="1"/>
        </p:nvSpPr>
        <p:spPr>
          <a:xfrm>
            <a:off x="9391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pattern">
            <a:extLst>
              <a:ext uri="{FF2B5EF4-FFF2-40B4-BE49-F238E27FC236}">
                <a16:creationId xmlns:a16="http://schemas.microsoft.com/office/drawing/2014/main" id="{2C716F03-ADB3-5B2A-2779-5450F4D71740}"/>
              </a:ext>
            </a:extLst>
          </p:cNvPr>
          <p:cNvSpPr/>
          <p:nvPr userDrawn="1"/>
        </p:nvSpPr>
        <p:spPr>
          <a:xfrm>
            <a:off x="9582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4" name="pattern">
            <a:extLst>
              <a:ext uri="{FF2B5EF4-FFF2-40B4-BE49-F238E27FC236}">
                <a16:creationId xmlns:a16="http://schemas.microsoft.com/office/drawing/2014/main" id="{7CFAD7EA-CAEE-BCC2-D347-975EBDD27CDA}"/>
              </a:ext>
            </a:extLst>
          </p:cNvPr>
          <p:cNvSpPr/>
          <p:nvPr userDrawn="1"/>
        </p:nvSpPr>
        <p:spPr>
          <a:xfrm>
            <a:off x="9772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pattern">
            <a:extLst>
              <a:ext uri="{FF2B5EF4-FFF2-40B4-BE49-F238E27FC236}">
                <a16:creationId xmlns:a16="http://schemas.microsoft.com/office/drawing/2014/main" id="{79760B9D-33C5-A5CC-E53D-A2225178DF32}"/>
              </a:ext>
            </a:extLst>
          </p:cNvPr>
          <p:cNvSpPr/>
          <p:nvPr userDrawn="1"/>
        </p:nvSpPr>
        <p:spPr>
          <a:xfrm>
            <a:off x="9963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6" name="pattern">
            <a:extLst>
              <a:ext uri="{FF2B5EF4-FFF2-40B4-BE49-F238E27FC236}">
                <a16:creationId xmlns:a16="http://schemas.microsoft.com/office/drawing/2014/main" id="{ED131923-671F-2110-AB23-F4CED204C508}"/>
              </a:ext>
            </a:extLst>
          </p:cNvPr>
          <p:cNvSpPr/>
          <p:nvPr userDrawn="1"/>
        </p:nvSpPr>
        <p:spPr>
          <a:xfrm>
            <a:off x="10153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pattern">
            <a:extLst>
              <a:ext uri="{FF2B5EF4-FFF2-40B4-BE49-F238E27FC236}">
                <a16:creationId xmlns:a16="http://schemas.microsoft.com/office/drawing/2014/main" id="{FD4EA38C-69FB-E205-DAF0-1524172921B0}"/>
              </a:ext>
            </a:extLst>
          </p:cNvPr>
          <p:cNvSpPr/>
          <p:nvPr userDrawn="1"/>
        </p:nvSpPr>
        <p:spPr>
          <a:xfrm>
            <a:off x="10344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8" name="pattern">
            <a:extLst>
              <a:ext uri="{FF2B5EF4-FFF2-40B4-BE49-F238E27FC236}">
                <a16:creationId xmlns:a16="http://schemas.microsoft.com/office/drawing/2014/main" id="{D036F269-51E3-FEB6-E9E6-005145E8AFA1}"/>
              </a:ext>
            </a:extLst>
          </p:cNvPr>
          <p:cNvSpPr/>
          <p:nvPr userDrawn="1"/>
        </p:nvSpPr>
        <p:spPr>
          <a:xfrm>
            <a:off x="10534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pattern">
            <a:extLst>
              <a:ext uri="{FF2B5EF4-FFF2-40B4-BE49-F238E27FC236}">
                <a16:creationId xmlns:a16="http://schemas.microsoft.com/office/drawing/2014/main" id="{1F9A194A-9F29-8BB7-AE2E-AF0E0E7AAF35}"/>
              </a:ext>
            </a:extLst>
          </p:cNvPr>
          <p:cNvSpPr/>
          <p:nvPr userDrawn="1"/>
        </p:nvSpPr>
        <p:spPr>
          <a:xfrm>
            <a:off x="10725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0" name="pattern">
            <a:extLst>
              <a:ext uri="{FF2B5EF4-FFF2-40B4-BE49-F238E27FC236}">
                <a16:creationId xmlns:a16="http://schemas.microsoft.com/office/drawing/2014/main" id="{CA21A249-4341-B834-F8FF-A483C37E4228}"/>
              </a:ext>
            </a:extLst>
          </p:cNvPr>
          <p:cNvSpPr/>
          <p:nvPr userDrawn="1"/>
        </p:nvSpPr>
        <p:spPr>
          <a:xfrm>
            <a:off x="10915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pattern">
            <a:extLst>
              <a:ext uri="{FF2B5EF4-FFF2-40B4-BE49-F238E27FC236}">
                <a16:creationId xmlns:a16="http://schemas.microsoft.com/office/drawing/2014/main" id="{0DE155B7-2F05-A54B-BAD3-3477517AC1A8}"/>
              </a:ext>
            </a:extLst>
          </p:cNvPr>
          <p:cNvSpPr/>
          <p:nvPr userDrawn="1"/>
        </p:nvSpPr>
        <p:spPr>
          <a:xfrm>
            <a:off x="11106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2" name="pattern">
            <a:extLst>
              <a:ext uri="{FF2B5EF4-FFF2-40B4-BE49-F238E27FC236}">
                <a16:creationId xmlns:a16="http://schemas.microsoft.com/office/drawing/2014/main" id="{449FC7E1-B7D5-7DFF-A7C6-7018C64076CB}"/>
              </a:ext>
            </a:extLst>
          </p:cNvPr>
          <p:cNvSpPr/>
          <p:nvPr userDrawn="1"/>
        </p:nvSpPr>
        <p:spPr>
          <a:xfrm>
            <a:off x="11296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pattern">
            <a:extLst>
              <a:ext uri="{FF2B5EF4-FFF2-40B4-BE49-F238E27FC236}">
                <a16:creationId xmlns:a16="http://schemas.microsoft.com/office/drawing/2014/main" id="{38629B97-5C78-7BA9-39B9-3578B2553F0B}"/>
              </a:ext>
            </a:extLst>
          </p:cNvPr>
          <p:cNvSpPr/>
          <p:nvPr userDrawn="1"/>
        </p:nvSpPr>
        <p:spPr>
          <a:xfrm>
            <a:off x="11487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4" name="pattern">
            <a:extLst>
              <a:ext uri="{FF2B5EF4-FFF2-40B4-BE49-F238E27FC236}">
                <a16:creationId xmlns:a16="http://schemas.microsoft.com/office/drawing/2014/main" id="{DF1E4A6B-2C10-C364-C52F-111D59371E1E}"/>
              </a:ext>
            </a:extLst>
          </p:cNvPr>
          <p:cNvSpPr/>
          <p:nvPr userDrawn="1"/>
        </p:nvSpPr>
        <p:spPr>
          <a:xfrm>
            <a:off x="11677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pattern">
            <a:extLst>
              <a:ext uri="{FF2B5EF4-FFF2-40B4-BE49-F238E27FC236}">
                <a16:creationId xmlns:a16="http://schemas.microsoft.com/office/drawing/2014/main" id="{FFA3361B-72CD-7F78-49FE-D7A3C86D3B91}"/>
              </a:ext>
            </a:extLst>
          </p:cNvPr>
          <p:cNvSpPr/>
          <p:nvPr userDrawn="1"/>
        </p:nvSpPr>
        <p:spPr>
          <a:xfrm>
            <a:off x="11868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6" name="pattern">
            <a:extLst>
              <a:ext uri="{FF2B5EF4-FFF2-40B4-BE49-F238E27FC236}">
                <a16:creationId xmlns:a16="http://schemas.microsoft.com/office/drawing/2014/main" id="{0743ACB8-CC39-315E-1F57-9CEEA75D7033}"/>
              </a:ext>
            </a:extLst>
          </p:cNvPr>
          <p:cNvSpPr/>
          <p:nvPr userDrawn="1"/>
        </p:nvSpPr>
        <p:spPr>
          <a:xfrm>
            <a:off x="12058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pattern">
            <a:extLst>
              <a:ext uri="{FF2B5EF4-FFF2-40B4-BE49-F238E27FC236}">
                <a16:creationId xmlns:a16="http://schemas.microsoft.com/office/drawing/2014/main" id="{C7E01BE8-451D-53F7-F096-D72E7DA30C95}"/>
              </a:ext>
            </a:extLst>
          </p:cNvPr>
          <p:cNvSpPr/>
          <p:nvPr userDrawn="1"/>
        </p:nvSpPr>
        <p:spPr>
          <a:xfrm>
            <a:off x="12249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47596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tn:closing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901699"/>
            <a:ext cx="11125201" cy="1227774"/>
          </a:xfrm>
          <a:prstGeom prst="rect">
            <a:avLst/>
          </a:prstGeom>
        </p:spPr>
        <p:txBody>
          <a:bodyPr anchor="t"/>
          <a:lstStyle>
            <a:lvl1pPr>
              <a:defRPr sz="32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8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DE1F4D6-9B94-49E1-9259-C44CF083EB57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76" y="6492241"/>
            <a:ext cx="662624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022853CD-29C7-4A68-BCE3-2ED71C774B8A}" type="slidenum">
              <a:rPr lang="en-US" smtClean="0"/>
              <a:t>‹#›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0F7BCB4-DC28-7382-4A0F-0498411C4247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5560D8-36FC-D0D1-04BB-54F2CCBC8B5E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4932A0CD-9DA4-38C1-B1DC-4D7EAA53D814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658119" y="2372339"/>
            <a:ext cx="2843628" cy="56505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5E5125F9-E3B1-C2A1-FD07-14C0A74ECEA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601523" y="2372339"/>
            <a:ext cx="6535356" cy="56505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1F9BB869-4661-749B-CEF3-A7B1ABBF5C7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58119" y="3361186"/>
            <a:ext cx="2843628" cy="56505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AF1D0677-A906-5D4D-9248-304C2880964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601523" y="3361186"/>
            <a:ext cx="6535356" cy="56505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DDA3A0EE-2EB3-A7B2-16F0-96742A1758A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58119" y="4350033"/>
            <a:ext cx="2843628" cy="56505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1325D1AB-26DD-0BFA-2E43-D8E32FC9DA7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601523" y="4350033"/>
            <a:ext cx="6535356" cy="56505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31AE1100-4621-8F17-7383-CF9A4638583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58119" y="5338880"/>
            <a:ext cx="2843628" cy="56505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6539728A-8E9F-310A-D8EF-0741FD4CED6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601523" y="5338880"/>
            <a:ext cx="6535356" cy="56505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A169E0D0-3814-DF71-CF25-6B6D7ACA0A7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33398" y="6172198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95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1270482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tn:evidence_appendix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901699"/>
            <a:ext cx="11125201" cy="1227774"/>
          </a:xfrm>
          <a:prstGeom prst="rect">
            <a:avLst/>
          </a:prstGeom>
        </p:spPr>
        <p:txBody>
          <a:bodyPr anchor="t"/>
          <a:lstStyle>
            <a:lvl1pPr>
              <a:defRPr sz="32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8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DE1F4D6-9B94-49E1-9259-C44CF083EB57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76" y="6492241"/>
            <a:ext cx="662624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022853CD-29C7-4A68-BCE3-2ED71C774B8A}" type="slidenum">
              <a:rPr lang="en-US" smtClean="0"/>
              <a:t>‹#›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0F7BCB4-DC28-7382-4A0F-0498411C4247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5560D8-36FC-D0D1-04BB-54F2CCBC8B5E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9192E66C-DE1B-AD9F-4DF0-CE843EE86C25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533398" y="2231074"/>
            <a:ext cx="9728202" cy="3814124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4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source">
            <a:extLst>
              <a:ext uri="{FF2B5EF4-FFF2-40B4-BE49-F238E27FC236}">
                <a16:creationId xmlns:a16="http://schemas.microsoft.com/office/drawing/2014/main" id="{2B056B62-F17B-D943-973A-07678CA089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33398" y="6172198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95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42826111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tn:executive_summary:grid-2x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901699"/>
            <a:ext cx="11125201" cy="1227774"/>
          </a:xfrm>
          <a:prstGeom prst="rect">
            <a:avLst/>
          </a:prstGeom>
        </p:spPr>
        <p:txBody>
          <a:bodyPr anchor="t"/>
          <a:lstStyle>
            <a:lvl1pPr>
              <a:defRPr sz="32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8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DE1F4D6-9B94-49E1-9259-C44CF083EB57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76" y="6492241"/>
            <a:ext cx="662624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022853CD-29C7-4A68-BCE3-2ED71C774B8A}" type="slidenum">
              <a:rPr lang="en-US" smtClean="0"/>
              <a:t>‹#›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0F7BCB4-DC28-7382-4A0F-0498411C4247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5560D8-36FC-D0D1-04BB-54F2CCBC8B5E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C2DE300E-4D03-5644-7E93-3BDAF6DA501D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708008" y="2428844"/>
            <a:ext cx="4415107" cy="411327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09BF32E4-7886-E8EF-1336-F7A5EE6BDAA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08008" y="2840171"/>
            <a:ext cx="4415107" cy="98718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06D63313-DAF3-9ED8-9D6D-8C02B4CEBB9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71885" y="2428844"/>
            <a:ext cx="4415107" cy="41132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57CB7D07-C424-ECC5-B491-BEAACBE8A4B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671885" y="2840171"/>
            <a:ext cx="4415107" cy="98718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DE8DF948-1327-9F7E-1AC4-270AB630FB0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08008" y="4448917"/>
            <a:ext cx="4415107" cy="41132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7D912EE2-3881-2ABE-CA17-B99ED0C91A6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08008" y="4860245"/>
            <a:ext cx="4415107" cy="98718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F84989A9-D5D5-60D8-6218-4291A7F7FB3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671885" y="4448917"/>
            <a:ext cx="4415107" cy="41132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7DFFDBD3-C543-A4C3-CEDF-9176DBF1BEE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671885" y="4860245"/>
            <a:ext cx="4415107" cy="98718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E6ECC28D-5FAD-3F25-70F8-BE667C4669D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33398" y="6172198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95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64607634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tn:kpi:hero-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901699"/>
            <a:ext cx="11125201" cy="1227774"/>
          </a:xfrm>
          <a:prstGeom prst="rect">
            <a:avLst/>
          </a:prstGeom>
        </p:spPr>
        <p:txBody>
          <a:bodyPr anchor="t"/>
          <a:lstStyle>
            <a:lvl1pPr>
              <a:defRPr sz="32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8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DE1F4D6-9B94-49E1-9259-C44CF083EB57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76" y="6492241"/>
            <a:ext cx="662624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022853CD-29C7-4A68-BCE3-2ED71C774B8A}" type="slidenum">
              <a:rPr lang="en-US" smtClean="0"/>
              <a:t>‹#›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0F7BCB4-DC28-7382-4A0F-0498411C4247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5560D8-36FC-D0D1-04BB-54F2CCBC8B5E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40F6F3D5-2185-A9A2-3BFE-03CE83127245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6759448" y="2803193"/>
            <a:ext cx="3502153" cy="2669887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E33FE275-CC56-8759-38A3-D35D16CFB79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33399" y="2231075"/>
            <a:ext cx="5836921" cy="245193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08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1CB1BF9D-5568-85DA-15D8-C832A8B5572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33399" y="4683012"/>
            <a:ext cx="5836921" cy="136218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source">
            <a:extLst>
              <a:ext uri="{FF2B5EF4-FFF2-40B4-BE49-F238E27FC236}">
                <a16:creationId xmlns:a16="http://schemas.microsoft.com/office/drawing/2014/main" id="{069ACC38-9752-103C-68D7-AB8C659C27B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33398" y="6172198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95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78210040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tn:kpi:be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901699"/>
            <a:ext cx="11125201" cy="1227774"/>
          </a:xfrm>
          <a:prstGeom prst="rect">
            <a:avLst/>
          </a:prstGeom>
        </p:spPr>
        <p:txBody>
          <a:bodyPr anchor="t"/>
          <a:lstStyle>
            <a:lvl1pPr>
              <a:defRPr sz="32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8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DE1F4D6-9B94-49E1-9259-C44CF083EB57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76" y="6492241"/>
            <a:ext cx="662624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022853CD-29C7-4A68-BCE3-2ED71C774B8A}" type="slidenum">
              <a:rPr lang="en-US" smtClean="0"/>
              <a:t>‹#›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0F7BCB4-DC28-7382-4A0F-0498411C4247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5560D8-36FC-D0D1-04BB-54F2CCBC8B5E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21D5E955-D17D-F955-9F5A-943EFD4EF93E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533398" y="5358656"/>
            <a:ext cx="9728202" cy="686542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AFD446D5-C836-D99C-4354-B6424565A33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08007" y="2428843"/>
            <a:ext cx="4514884" cy="165823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D3BE4313-E63A-99C5-209A-3CBB228145A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08007" y="4087079"/>
            <a:ext cx="4514884" cy="92124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kpi_value_2">
            <a:extLst>
              <a:ext uri="{FF2B5EF4-FFF2-40B4-BE49-F238E27FC236}">
                <a16:creationId xmlns:a16="http://schemas.microsoft.com/office/drawing/2014/main" id="{5F1FCA3E-1C2C-7DD7-1C85-A5A6F236F78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771662" y="2428844"/>
            <a:ext cx="4315331" cy="6293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2" name="kpi_label_2">
            <a:extLst>
              <a:ext uri="{FF2B5EF4-FFF2-40B4-BE49-F238E27FC236}">
                <a16:creationId xmlns:a16="http://schemas.microsoft.com/office/drawing/2014/main" id="{C5E97ED8-1C64-70C7-C0A4-8A5A616A56D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71662" y="3058174"/>
            <a:ext cx="4315331" cy="34962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3" name="kpi_value_3">
            <a:extLst>
              <a:ext uri="{FF2B5EF4-FFF2-40B4-BE49-F238E27FC236}">
                <a16:creationId xmlns:a16="http://schemas.microsoft.com/office/drawing/2014/main" id="{CBE819B3-99EB-B889-1326-DA6CBB3EA32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771661" y="4029364"/>
            <a:ext cx="1883280" cy="6293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kpi_value_3</a:t>
            </a:r>
          </a:p>
        </p:txBody>
      </p:sp>
      <p:sp>
        <p:nvSpPr>
          <p:cNvPr id="14" name="kpi_label_3">
            <a:extLst>
              <a:ext uri="{FF2B5EF4-FFF2-40B4-BE49-F238E27FC236}">
                <a16:creationId xmlns:a16="http://schemas.microsoft.com/office/drawing/2014/main" id="{E25DDAEA-400B-CE01-A839-8E2C5C8A908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771661" y="4658693"/>
            <a:ext cx="1883280" cy="34962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kpi_label_3</a:t>
            </a:r>
          </a:p>
        </p:txBody>
      </p:sp>
      <p:sp>
        <p:nvSpPr>
          <p:cNvPr id="15" name="kpi_value_4">
            <a:extLst>
              <a:ext uri="{FF2B5EF4-FFF2-40B4-BE49-F238E27FC236}">
                <a16:creationId xmlns:a16="http://schemas.microsoft.com/office/drawing/2014/main" id="{43F2304A-D0F3-5C1C-9890-EBBB2A0B823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203712" y="4029364"/>
            <a:ext cx="1883280" cy="6293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kpi_value_4</a:t>
            </a:r>
          </a:p>
        </p:txBody>
      </p:sp>
      <p:sp>
        <p:nvSpPr>
          <p:cNvPr id="16" name="kpi_label_4">
            <a:extLst>
              <a:ext uri="{FF2B5EF4-FFF2-40B4-BE49-F238E27FC236}">
                <a16:creationId xmlns:a16="http://schemas.microsoft.com/office/drawing/2014/main" id="{A82FB10F-2EC8-C84A-058D-17946E0EC13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203712" y="4658693"/>
            <a:ext cx="1883280" cy="34962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kpi_label_4</a:t>
            </a:r>
          </a:p>
        </p:txBody>
      </p:sp>
      <p:sp>
        <p:nvSpPr>
          <p:cNvPr id="17" name="source">
            <a:extLst>
              <a:ext uri="{FF2B5EF4-FFF2-40B4-BE49-F238E27FC236}">
                <a16:creationId xmlns:a16="http://schemas.microsoft.com/office/drawing/2014/main" id="{9D756038-6279-8CE1-D216-F1548042A08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33398" y="6172198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95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48824508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tn:kpi:pictogr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901699"/>
            <a:ext cx="11125201" cy="1227774"/>
          </a:xfrm>
          <a:prstGeom prst="rect">
            <a:avLst/>
          </a:prstGeom>
        </p:spPr>
        <p:txBody>
          <a:bodyPr anchor="t"/>
          <a:lstStyle>
            <a:lvl1pPr>
              <a:defRPr sz="32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8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DE1F4D6-9B94-49E1-9259-C44CF083EB57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76" y="6492241"/>
            <a:ext cx="662624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022853CD-29C7-4A68-BCE3-2ED71C774B8A}" type="slidenum">
              <a:rPr lang="en-US" smtClean="0"/>
              <a:t>‹#›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0F7BCB4-DC28-7382-4A0F-0498411C4247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5560D8-36FC-D0D1-04BB-54F2CCBC8B5E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C9F4ECEA-AF4F-1722-0769-F0190759E26E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533398" y="5358656"/>
            <a:ext cx="9728202" cy="686542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17269875-4143-4E3D-E92A-87464D8A3AC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08008" y="2428844"/>
            <a:ext cx="4415107" cy="125488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FE00D9C0-E5B7-6A10-2922-7CCF5EF6023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08008" y="3683724"/>
            <a:ext cx="4415107" cy="69715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kpi_value_2">
            <a:extLst>
              <a:ext uri="{FF2B5EF4-FFF2-40B4-BE49-F238E27FC236}">
                <a16:creationId xmlns:a16="http://schemas.microsoft.com/office/drawing/2014/main" id="{0233A9B4-13A4-1BD7-8E24-74849BFC38C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671885" y="2428844"/>
            <a:ext cx="4415107" cy="125488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2" name="kpi_label_2">
            <a:extLst>
              <a:ext uri="{FF2B5EF4-FFF2-40B4-BE49-F238E27FC236}">
                <a16:creationId xmlns:a16="http://schemas.microsoft.com/office/drawing/2014/main" id="{E6E5CC2A-8B01-CAEF-20DF-840FC889118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1885" y="3683724"/>
            <a:ext cx="4415107" cy="69715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3" name="source">
            <a:extLst>
              <a:ext uri="{FF2B5EF4-FFF2-40B4-BE49-F238E27FC236}">
                <a16:creationId xmlns:a16="http://schemas.microsoft.com/office/drawing/2014/main" id="{A8B17AA6-B88A-802C-19DE-F47C54703BE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33398" y="6172198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95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10017648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tn:kpi:progres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901699"/>
            <a:ext cx="11125201" cy="1227774"/>
          </a:xfrm>
          <a:prstGeom prst="rect">
            <a:avLst/>
          </a:prstGeom>
        </p:spPr>
        <p:txBody>
          <a:bodyPr anchor="t"/>
          <a:lstStyle>
            <a:lvl1pPr>
              <a:defRPr sz="32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8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DE1F4D6-9B94-49E1-9259-C44CF083EB57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76" y="6492241"/>
            <a:ext cx="662624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022853CD-29C7-4A68-BCE3-2ED71C774B8A}" type="slidenum">
              <a:rPr lang="en-US" smtClean="0"/>
              <a:t>‹#›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0F7BCB4-DC28-7382-4A0F-0498411C4247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5560D8-36FC-D0D1-04BB-54F2CCBC8B5E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2E58BD51-F5C5-06BE-8803-A9EEB14BBA03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533398" y="5358656"/>
            <a:ext cx="9728202" cy="686542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94277564-8930-D3AF-B348-7FB742ED874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58119" y="2372339"/>
            <a:ext cx="2464478" cy="35527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2D468196-E98A-FD23-BBA2-07ED3DD6DFC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22374" y="2372339"/>
            <a:ext cx="6914507" cy="26316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kpi_value_2">
            <a:extLst>
              <a:ext uri="{FF2B5EF4-FFF2-40B4-BE49-F238E27FC236}">
                <a16:creationId xmlns:a16="http://schemas.microsoft.com/office/drawing/2014/main" id="{FE31501D-92CB-2F60-CF90-229CD23172D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58119" y="3151409"/>
            <a:ext cx="2464478" cy="35527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2" name="kpi_label_2">
            <a:extLst>
              <a:ext uri="{FF2B5EF4-FFF2-40B4-BE49-F238E27FC236}">
                <a16:creationId xmlns:a16="http://schemas.microsoft.com/office/drawing/2014/main" id="{F7D3D2A0-7E0A-F8A9-F16C-AF67039CCBA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222374" y="3151409"/>
            <a:ext cx="6914507" cy="26316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3" name="kpi_value_3">
            <a:extLst>
              <a:ext uri="{FF2B5EF4-FFF2-40B4-BE49-F238E27FC236}">
                <a16:creationId xmlns:a16="http://schemas.microsoft.com/office/drawing/2014/main" id="{6FD37633-41CD-7614-BC4C-966ADAF9944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58119" y="3930479"/>
            <a:ext cx="2464478" cy="35527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kpi_value_3</a:t>
            </a:r>
          </a:p>
        </p:txBody>
      </p:sp>
      <p:sp>
        <p:nvSpPr>
          <p:cNvPr id="14" name="kpi_label_3">
            <a:extLst>
              <a:ext uri="{FF2B5EF4-FFF2-40B4-BE49-F238E27FC236}">
                <a16:creationId xmlns:a16="http://schemas.microsoft.com/office/drawing/2014/main" id="{A5D50E31-483D-218F-7AD6-DF3F81C7428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22374" y="3930479"/>
            <a:ext cx="6914507" cy="26316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kpi_label_3</a:t>
            </a:r>
          </a:p>
        </p:txBody>
      </p:sp>
      <p:sp>
        <p:nvSpPr>
          <p:cNvPr id="15" name="kpi_value_4">
            <a:extLst>
              <a:ext uri="{FF2B5EF4-FFF2-40B4-BE49-F238E27FC236}">
                <a16:creationId xmlns:a16="http://schemas.microsoft.com/office/drawing/2014/main" id="{5508A08A-2A6B-04F3-FB17-30930A29A00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58119" y="4709549"/>
            <a:ext cx="2464478" cy="35527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kpi_value_4</a:t>
            </a:r>
          </a:p>
        </p:txBody>
      </p:sp>
      <p:sp>
        <p:nvSpPr>
          <p:cNvPr id="16" name="kpi_label_4">
            <a:extLst>
              <a:ext uri="{FF2B5EF4-FFF2-40B4-BE49-F238E27FC236}">
                <a16:creationId xmlns:a16="http://schemas.microsoft.com/office/drawing/2014/main" id="{9D0113E5-AA37-AC27-95A8-6866ED64CE4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22374" y="4709549"/>
            <a:ext cx="6914507" cy="26316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kpi_label_4</a:t>
            </a:r>
          </a:p>
        </p:txBody>
      </p:sp>
      <p:sp>
        <p:nvSpPr>
          <p:cNvPr id="17" name="source">
            <a:extLst>
              <a:ext uri="{FF2B5EF4-FFF2-40B4-BE49-F238E27FC236}">
                <a16:creationId xmlns:a16="http://schemas.microsoft.com/office/drawing/2014/main" id="{36DEB30C-DD1E-E1BC-E0FD-EB11C606CF8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33398" y="6172198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95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6287886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tn:finding:two-spl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901699"/>
            <a:ext cx="11125201" cy="1227774"/>
          </a:xfrm>
          <a:prstGeom prst="rect">
            <a:avLst/>
          </a:prstGeom>
        </p:spPr>
        <p:txBody>
          <a:bodyPr anchor="t"/>
          <a:lstStyle>
            <a:lvl1pPr>
              <a:defRPr sz="32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8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DE1F4D6-9B94-49E1-9259-C44CF083EB57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76" y="6492241"/>
            <a:ext cx="662624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022853CD-29C7-4A68-BCE3-2ED71C774B8A}" type="slidenum">
              <a:rPr lang="en-US" smtClean="0"/>
              <a:t>‹#›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0F7BCB4-DC28-7382-4A0F-0498411C4247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5560D8-36FC-D0D1-04BB-54F2CCBC8B5E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marker_1">
            <a:extLst>
              <a:ext uri="{FF2B5EF4-FFF2-40B4-BE49-F238E27FC236}">
                <a16:creationId xmlns:a16="http://schemas.microsoft.com/office/drawing/2014/main" id="{39E8C579-5B63-AB34-3537-6F15B404BEDD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708007" y="2428844"/>
            <a:ext cx="548770" cy="621561"/>
          </a:xfrm>
          <a:prstGeom prst="ellipse">
            <a:avLst/>
          </a:prstGeom>
          <a:solidFill>
            <a:schemeClr val="accent1">
              <a:lumMod val="95000"/>
            </a:schemeClr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marker_1</a:t>
            </a:r>
          </a:p>
        </p:txBody>
      </p:sp>
      <p:sp>
        <p:nvSpPr>
          <p:cNvPr id="9" name="item_1_title">
            <a:extLst>
              <a:ext uri="{FF2B5EF4-FFF2-40B4-BE49-F238E27FC236}">
                <a16:creationId xmlns:a16="http://schemas.microsoft.com/office/drawing/2014/main" id="{97E9A944-0662-5515-C019-C60A94B2E6C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356554" y="2428844"/>
            <a:ext cx="8730438" cy="41132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0" name="item_1">
            <a:extLst>
              <a:ext uri="{FF2B5EF4-FFF2-40B4-BE49-F238E27FC236}">
                <a16:creationId xmlns:a16="http://schemas.microsoft.com/office/drawing/2014/main" id="{33C8ECAE-CB88-4F0B-950B-A5E72F47931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356554" y="2840171"/>
            <a:ext cx="8730438" cy="98718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1" name="marker_2">
            <a:extLst>
              <a:ext uri="{FF2B5EF4-FFF2-40B4-BE49-F238E27FC236}">
                <a16:creationId xmlns:a16="http://schemas.microsoft.com/office/drawing/2014/main" id="{655901BD-9271-9DC2-D183-B49F4B80FED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708007" y="4448917"/>
            <a:ext cx="548770" cy="621561"/>
          </a:xfrm>
          <a:prstGeom prst="ellipse">
            <a:avLst/>
          </a:prstGeom>
          <a:solidFill>
            <a:schemeClr val="accent1">
              <a:lumMod val="95000"/>
            </a:schemeClr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marker_2</a:t>
            </a:r>
          </a:p>
        </p:txBody>
      </p:sp>
      <p:sp>
        <p:nvSpPr>
          <p:cNvPr id="12" name="item_2_title">
            <a:extLst>
              <a:ext uri="{FF2B5EF4-FFF2-40B4-BE49-F238E27FC236}">
                <a16:creationId xmlns:a16="http://schemas.microsoft.com/office/drawing/2014/main" id="{59D7CD33-591B-F696-DB74-743AE54860F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356554" y="4448917"/>
            <a:ext cx="8730438" cy="41132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3" name="item_2">
            <a:extLst>
              <a:ext uri="{FF2B5EF4-FFF2-40B4-BE49-F238E27FC236}">
                <a16:creationId xmlns:a16="http://schemas.microsoft.com/office/drawing/2014/main" id="{58D3E291-51F1-369C-A483-016A4B87C9A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356554" y="4860245"/>
            <a:ext cx="8730438" cy="98718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A0C18041-8E24-67B7-2E98-417F361B508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33398" y="6172198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95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74766522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tn:finding:grid-2x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901699"/>
            <a:ext cx="11125201" cy="1227774"/>
          </a:xfrm>
          <a:prstGeom prst="rect">
            <a:avLst/>
          </a:prstGeom>
        </p:spPr>
        <p:txBody>
          <a:bodyPr anchor="t"/>
          <a:lstStyle>
            <a:lvl1pPr>
              <a:defRPr sz="32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8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DE1F4D6-9B94-49E1-9259-C44CF083EB57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76" y="6492241"/>
            <a:ext cx="662624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022853CD-29C7-4A68-BCE3-2ED71C774B8A}" type="slidenum">
              <a:rPr lang="en-US" smtClean="0"/>
              <a:t>‹#›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0F7BCB4-DC28-7382-4A0F-0498411C4247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5560D8-36FC-D0D1-04BB-54F2CCBC8B5E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1123813A-4C76-103A-BC28-B43AABC4F13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708008" y="2428844"/>
            <a:ext cx="4415107" cy="411327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A27BF77A-1BB5-FA1D-2134-E308267DB34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08008" y="2840171"/>
            <a:ext cx="4415107" cy="98718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3BBED63D-046B-9225-0420-DC3823A230A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71885" y="2428844"/>
            <a:ext cx="4415107" cy="41132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4B082E0B-86E2-CCEA-7E0C-7EFCB098861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671885" y="2840171"/>
            <a:ext cx="4415107" cy="98718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5ACC2569-F356-F88A-DDAD-F0008AEDE71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08008" y="4448917"/>
            <a:ext cx="4415107" cy="41132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64319C02-C4DD-2725-792F-7B46DECE329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08008" y="4860245"/>
            <a:ext cx="4415107" cy="98718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A8C2D3DF-994D-1990-F8CA-403FF486053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671885" y="4448917"/>
            <a:ext cx="4415107" cy="41132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1BDB1407-3152-AA33-4341-689A8C1AA3E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671885" y="4860245"/>
            <a:ext cx="4415107" cy="98718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99A8F37E-4460-8E27-B9CE-5FA5BD12C23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33398" y="6172198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95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420676965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tn:finding: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901699"/>
            <a:ext cx="11125201" cy="1227774"/>
          </a:xfrm>
          <a:prstGeom prst="rect">
            <a:avLst/>
          </a:prstGeom>
        </p:spPr>
        <p:txBody>
          <a:bodyPr anchor="t"/>
          <a:lstStyle>
            <a:lvl1pPr>
              <a:defRPr sz="32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8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DE1F4D6-9B94-49E1-9259-C44CF083EB57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76" y="6492241"/>
            <a:ext cx="662624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022853CD-29C7-4A68-BCE3-2ED71C774B8A}" type="slidenum">
              <a:rPr lang="en-US" smtClean="0"/>
              <a:t>‹#›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0F7BCB4-DC28-7382-4A0F-0498411C4247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5560D8-36FC-D0D1-04BB-54F2CCBC8B5E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0FC475FF-EA20-FF34-1EAE-80C4B804A7BD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708007" y="2788694"/>
            <a:ext cx="1933168" cy="899628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6EA30EA7-0C49-7FC9-870D-484344D5886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08007" y="3688323"/>
            <a:ext cx="1933168" cy="21591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EC33538E-090B-2CC4-6878-DC6A98735E5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189946" y="2788694"/>
            <a:ext cx="1933168" cy="89962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F1FE26C5-5EB7-D24F-6FE6-0BF0673254E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189946" y="3688323"/>
            <a:ext cx="1933168" cy="21591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E503AAA0-9702-5F47-50D2-55DA441DA42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1884" y="2788694"/>
            <a:ext cx="1933168" cy="89962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9A08F387-F5B6-583E-3192-7B93A0C2963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671884" y="3688323"/>
            <a:ext cx="1933168" cy="21591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FBEEFAB6-E75F-F962-64A5-F5F6B2FC497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153823" y="2788694"/>
            <a:ext cx="1933168" cy="89962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2ABB5E4D-981C-6671-CDB5-C2A8AF426AFD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153823" y="3688323"/>
            <a:ext cx="1933168" cy="21591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044DCDBC-30B2-558D-9378-3F8D4215E9F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33398" y="6172198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95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66722482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tn:finding:single-he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901699"/>
            <a:ext cx="11125201" cy="1227774"/>
          </a:xfrm>
          <a:prstGeom prst="rect">
            <a:avLst/>
          </a:prstGeom>
        </p:spPr>
        <p:txBody>
          <a:bodyPr anchor="t"/>
          <a:lstStyle>
            <a:lvl1pPr>
              <a:defRPr sz="32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8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DE1F4D6-9B94-49E1-9259-C44CF083EB57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76" y="6492241"/>
            <a:ext cx="662624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022853CD-29C7-4A68-BCE3-2ED71C774B8A}" type="slidenum">
              <a:rPr lang="en-US" smtClean="0"/>
              <a:t>‹#›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0F7BCB4-DC28-7382-4A0F-0498411C4247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5560D8-36FC-D0D1-04BB-54F2CCBC8B5E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kpi_value_1">
            <a:extLst>
              <a:ext uri="{FF2B5EF4-FFF2-40B4-BE49-F238E27FC236}">
                <a16:creationId xmlns:a16="http://schemas.microsoft.com/office/drawing/2014/main" id="{00F0100E-9C76-D182-6C5F-66E3E7D0C771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708007" y="2428844"/>
            <a:ext cx="4709448" cy="2119523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08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9" name="kpi_label_1">
            <a:extLst>
              <a:ext uri="{FF2B5EF4-FFF2-40B4-BE49-F238E27FC236}">
                <a16:creationId xmlns:a16="http://schemas.microsoft.com/office/drawing/2014/main" id="{F6E50464-9984-431E-2DFC-34450CA5235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08007" y="4616739"/>
            <a:ext cx="4709448" cy="123069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0" name="quote">
            <a:extLst>
              <a:ext uri="{FF2B5EF4-FFF2-40B4-BE49-F238E27FC236}">
                <a16:creationId xmlns:a16="http://schemas.microsoft.com/office/drawing/2014/main" id="{95BF23D6-F48C-45E9-D5C0-5D8D2E0E457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08007" y="2428844"/>
            <a:ext cx="4709448" cy="266649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i="1">
                <a:latin typeface="+mj-lt"/>
              </a:defRPr>
            </a:lvl1pPr>
          </a:lstStyle>
          <a:p>
            <a:pPr lvl="0"/>
            <a:r>
              <a:rPr lang="en-US"/>
              <a:t>quote</a:t>
            </a:r>
          </a:p>
        </p:txBody>
      </p:sp>
      <p:sp>
        <p:nvSpPr>
          <p:cNvPr id="11" name="attribution">
            <a:extLst>
              <a:ext uri="{FF2B5EF4-FFF2-40B4-BE49-F238E27FC236}">
                <a16:creationId xmlns:a16="http://schemas.microsoft.com/office/drawing/2014/main" id="{B7538425-A5FB-7C7B-066B-C062F37F137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708007" y="5163713"/>
            <a:ext cx="4709448" cy="68371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attribution</a:t>
            </a:r>
          </a:p>
        </p:txBody>
      </p:sp>
      <p:sp>
        <p:nvSpPr>
          <p:cNvPr id="12" name="item_1_title">
            <a:extLst>
              <a:ext uri="{FF2B5EF4-FFF2-40B4-BE49-F238E27FC236}">
                <a16:creationId xmlns:a16="http://schemas.microsoft.com/office/drawing/2014/main" id="{949F677A-7869-5D9D-0C6F-F66FAFC9FD5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981192" y="2231075"/>
            <a:ext cx="4280409" cy="112180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3" name="item_1">
            <a:extLst>
              <a:ext uri="{FF2B5EF4-FFF2-40B4-BE49-F238E27FC236}">
                <a16:creationId xmlns:a16="http://schemas.microsoft.com/office/drawing/2014/main" id="{B0E91AAF-B1C9-BA60-E6AD-581EAD4B790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981192" y="3352876"/>
            <a:ext cx="4280409" cy="269232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B6A1AB26-5356-FABF-0D95-7075A743C99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33398" y="6172198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95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40913046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tn:implications:cards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901699"/>
            <a:ext cx="11125201" cy="1227774"/>
          </a:xfrm>
          <a:prstGeom prst="rect">
            <a:avLst/>
          </a:prstGeom>
        </p:spPr>
        <p:txBody>
          <a:bodyPr anchor="t"/>
          <a:lstStyle>
            <a:lvl1pPr>
              <a:defRPr sz="32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8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DE1F4D6-9B94-49E1-9259-C44CF083EB57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76" y="6492241"/>
            <a:ext cx="662624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022853CD-29C7-4A68-BCE3-2ED71C774B8A}" type="slidenum">
              <a:rPr lang="en-US" smtClean="0"/>
              <a:t>‹#›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0F7BCB4-DC28-7382-4A0F-0498411C4247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5560D8-36FC-D0D1-04BB-54F2CCBC8B5E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A5DE85E1-D1E9-7FE8-5387-5CE7BC912D09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708008" y="2428843"/>
            <a:ext cx="2760481" cy="1005466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30855746-E478-EE20-CC83-F99C55323F2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08008" y="3434310"/>
            <a:ext cx="2760481" cy="241311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526429FC-6A9D-E138-3FAE-2B33319CB19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017259" y="2428843"/>
            <a:ext cx="2760481" cy="100546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743E7B2F-2686-BDE6-65F0-F3FA6EC54BD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017259" y="3434310"/>
            <a:ext cx="2760481" cy="241311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485F8B12-390B-3B4E-B1CE-0B5789AB277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326511" y="2428843"/>
            <a:ext cx="2760481" cy="100546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E27A246F-F126-1C37-D7A6-306B64B3D26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326511" y="3434310"/>
            <a:ext cx="2760481" cy="241311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2F12C14E-471E-C0D3-A2F4-71B30B3ACDF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33398" y="6172198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95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08774641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tn:implications:two-spl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901699"/>
            <a:ext cx="11125201" cy="1227774"/>
          </a:xfrm>
          <a:prstGeom prst="rect">
            <a:avLst/>
          </a:prstGeom>
        </p:spPr>
        <p:txBody>
          <a:bodyPr anchor="t"/>
          <a:lstStyle>
            <a:lvl1pPr>
              <a:defRPr sz="32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8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DE1F4D6-9B94-49E1-9259-C44CF083EB57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76" y="6492241"/>
            <a:ext cx="662624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022853CD-29C7-4A68-BCE3-2ED71C774B8A}" type="slidenum">
              <a:rPr lang="en-US" smtClean="0"/>
              <a:t>‹#›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0F7BCB4-DC28-7382-4A0F-0498411C4247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5560D8-36FC-D0D1-04BB-54F2CCBC8B5E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marker_1">
            <a:extLst>
              <a:ext uri="{FF2B5EF4-FFF2-40B4-BE49-F238E27FC236}">
                <a16:creationId xmlns:a16="http://schemas.microsoft.com/office/drawing/2014/main" id="{3F3447C6-8E43-F7F3-26EB-49C6639DD962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708007" y="2428844"/>
            <a:ext cx="548770" cy="621561"/>
          </a:xfrm>
          <a:prstGeom prst="ellipse">
            <a:avLst/>
          </a:prstGeom>
          <a:solidFill>
            <a:schemeClr val="accent1">
              <a:lumMod val="95000"/>
            </a:schemeClr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marker_1</a:t>
            </a:r>
          </a:p>
        </p:txBody>
      </p:sp>
      <p:sp>
        <p:nvSpPr>
          <p:cNvPr id="9" name="item_1_title">
            <a:extLst>
              <a:ext uri="{FF2B5EF4-FFF2-40B4-BE49-F238E27FC236}">
                <a16:creationId xmlns:a16="http://schemas.microsoft.com/office/drawing/2014/main" id="{147CA542-411A-0AFE-AC39-80A2DBE3165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356554" y="2428844"/>
            <a:ext cx="8730438" cy="41132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0" name="item_1">
            <a:extLst>
              <a:ext uri="{FF2B5EF4-FFF2-40B4-BE49-F238E27FC236}">
                <a16:creationId xmlns:a16="http://schemas.microsoft.com/office/drawing/2014/main" id="{4CC448E1-E358-F328-C4B1-6F5D2B87E6E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356554" y="2840171"/>
            <a:ext cx="8730438" cy="98718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1" name="marker_2">
            <a:extLst>
              <a:ext uri="{FF2B5EF4-FFF2-40B4-BE49-F238E27FC236}">
                <a16:creationId xmlns:a16="http://schemas.microsoft.com/office/drawing/2014/main" id="{87327A66-A125-96E0-15AA-2B5FA39FFC4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708007" y="4448917"/>
            <a:ext cx="548770" cy="621561"/>
          </a:xfrm>
          <a:prstGeom prst="ellipse">
            <a:avLst/>
          </a:prstGeom>
          <a:solidFill>
            <a:schemeClr val="accent1">
              <a:lumMod val="95000"/>
            </a:schemeClr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marker_2</a:t>
            </a:r>
          </a:p>
        </p:txBody>
      </p:sp>
      <p:sp>
        <p:nvSpPr>
          <p:cNvPr id="12" name="item_2_title">
            <a:extLst>
              <a:ext uri="{FF2B5EF4-FFF2-40B4-BE49-F238E27FC236}">
                <a16:creationId xmlns:a16="http://schemas.microsoft.com/office/drawing/2014/main" id="{E0ED15C0-ED45-F5DB-E8FC-AC36F30F59F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356554" y="4448917"/>
            <a:ext cx="8730438" cy="41132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3" name="item_2">
            <a:extLst>
              <a:ext uri="{FF2B5EF4-FFF2-40B4-BE49-F238E27FC236}">
                <a16:creationId xmlns:a16="http://schemas.microsoft.com/office/drawing/2014/main" id="{239AED16-8376-6F2B-3586-1697BB644FB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356554" y="4860245"/>
            <a:ext cx="8730438" cy="98718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B05A8F9C-0271-4F7B-DADA-B43EB2353AE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33398" y="6172198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95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74862383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tn:implications:single-he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901699"/>
            <a:ext cx="11125201" cy="1227774"/>
          </a:xfrm>
          <a:prstGeom prst="rect">
            <a:avLst/>
          </a:prstGeom>
        </p:spPr>
        <p:txBody>
          <a:bodyPr anchor="t"/>
          <a:lstStyle>
            <a:lvl1pPr>
              <a:defRPr sz="32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8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DE1F4D6-9B94-49E1-9259-C44CF083EB57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76" y="6492241"/>
            <a:ext cx="662624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022853CD-29C7-4A68-BCE3-2ED71C774B8A}" type="slidenum">
              <a:rPr lang="en-US" smtClean="0"/>
              <a:t>‹#›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0F7BCB4-DC28-7382-4A0F-0498411C4247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5560D8-36FC-D0D1-04BB-54F2CCBC8B5E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kpi_value_1">
            <a:extLst>
              <a:ext uri="{FF2B5EF4-FFF2-40B4-BE49-F238E27FC236}">
                <a16:creationId xmlns:a16="http://schemas.microsoft.com/office/drawing/2014/main" id="{0F12F94C-5B13-E1ED-C8F0-3AE60CAA009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708007" y="2428844"/>
            <a:ext cx="4709448" cy="2119523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08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9" name="kpi_label_1">
            <a:extLst>
              <a:ext uri="{FF2B5EF4-FFF2-40B4-BE49-F238E27FC236}">
                <a16:creationId xmlns:a16="http://schemas.microsoft.com/office/drawing/2014/main" id="{996FC380-8FD5-C11A-8FB7-CDDBDD73383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08007" y="4616739"/>
            <a:ext cx="4709448" cy="123069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0" name="quote">
            <a:extLst>
              <a:ext uri="{FF2B5EF4-FFF2-40B4-BE49-F238E27FC236}">
                <a16:creationId xmlns:a16="http://schemas.microsoft.com/office/drawing/2014/main" id="{3EE8D273-D5A1-AF30-06D9-697FAF06E69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08007" y="2428844"/>
            <a:ext cx="4709448" cy="266649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i="1">
                <a:latin typeface="+mj-lt"/>
              </a:defRPr>
            </a:lvl1pPr>
          </a:lstStyle>
          <a:p>
            <a:pPr lvl="0"/>
            <a:r>
              <a:rPr lang="en-US"/>
              <a:t>quote</a:t>
            </a:r>
          </a:p>
        </p:txBody>
      </p:sp>
      <p:sp>
        <p:nvSpPr>
          <p:cNvPr id="11" name="attribution">
            <a:extLst>
              <a:ext uri="{FF2B5EF4-FFF2-40B4-BE49-F238E27FC236}">
                <a16:creationId xmlns:a16="http://schemas.microsoft.com/office/drawing/2014/main" id="{58415963-E43D-B426-B0FD-610615CF019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708007" y="5163713"/>
            <a:ext cx="4709448" cy="68371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attribution</a:t>
            </a:r>
          </a:p>
        </p:txBody>
      </p:sp>
      <p:sp>
        <p:nvSpPr>
          <p:cNvPr id="12" name="item_1_title">
            <a:extLst>
              <a:ext uri="{FF2B5EF4-FFF2-40B4-BE49-F238E27FC236}">
                <a16:creationId xmlns:a16="http://schemas.microsoft.com/office/drawing/2014/main" id="{BB00D00A-F0D8-82DA-BEBE-20A9C53148C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981192" y="2231075"/>
            <a:ext cx="4280409" cy="112180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3" name="item_1">
            <a:extLst>
              <a:ext uri="{FF2B5EF4-FFF2-40B4-BE49-F238E27FC236}">
                <a16:creationId xmlns:a16="http://schemas.microsoft.com/office/drawing/2014/main" id="{6A695682-E209-0864-EB6A-F668EEC535F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981192" y="3352876"/>
            <a:ext cx="4280409" cy="269232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56E6B6E0-A447-6AEC-1ADF-9A3E8B1D4BE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33398" y="6172198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95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4920981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tn:limitations:number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901699"/>
            <a:ext cx="11125201" cy="1227774"/>
          </a:xfrm>
          <a:prstGeom prst="rect">
            <a:avLst/>
          </a:prstGeom>
        </p:spPr>
        <p:txBody>
          <a:bodyPr anchor="t"/>
          <a:lstStyle>
            <a:lvl1pPr>
              <a:defRPr sz="32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8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DE1F4D6-9B94-49E1-9259-C44CF083EB57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76" y="6492241"/>
            <a:ext cx="662624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022853CD-29C7-4A68-BCE3-2ED71C774B8A}" type="slidenum">
              <a:rPr lang="en-US" smtClean="0"/>
              <a:t>‹#›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0F7BCB4-DC28-7382-4A0F-0498411C4247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5560D8-36FC-D0D1-04BB-54F2CCBC8B5E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marker_1">
            <a:extLst>
              <a:ext uri="{FF2B5EF4-FFF2-40B4-BE49-F238E27FC236}">
                <a16:creationId xmlns:a16="http://schemas.microsoft.com/office/drawing/2014/main" id="{0A18809A-38F9-216C-03F5-BD6B491DF534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658119" y="2372339"/>
            <a:ext cx="548770" cy="621561"/>
          </a:xfrm>
          <a:prstGeom prst="ellipse">
            <a:avLst/>
          </a:prstGeom>
          <a:solidFill>
            <a:schemeClr val="accent1">
              <a:lumMod val="95000"/>
            </a:schemeClr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marker_1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75F48472-6591-E3EC-C2CD-1268BC25762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306666" y="2372339"/>
            <a:ext cx="8830215" cy="56505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marker_2">
            <a:extLst>
              <a:ext uri="{FF2B5EF4-FFF2-40B4-BE49-F238E27FC236}">
                <a16:creationId xmlns:a16="http://schemas.microsoft.com/office/drawing/2014/main" id="{C8F28449-6039-5BC4-8253-7E9D50B32A9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58119" y="3361186"/>
            <a:ext cx="548770" cy="621561"/>
          </a:xfrm>
          <a:prstGeom prst="ellipse">
            <a:avLst/>
          </a:prstGeom>
          <a:solidFill>
            <a:schemeClr val="accent1">
              <a:lumMod val="95000"/>
            </a:schemeClr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marker_2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BCF2F66B-4809-8B1F-1E4D-6D774205BFE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306666" y="3361186"/>
            <a:ext cx="8830215" cy="56505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marker_3">
            <a:extLst>
              <a:ext uri="{FF2B5EF4-FFF2-40B4-BE49-F238E27FC236}">
                <a16:creationId xmlns:a16="http://schemas.microsoft.com/office/drawing/2014/main" id="{A4B6EBB9-A544-AB13-FDEE-22AF52E6727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58119" y="4350033"/>
            <a:ext cx="548770" cy="621561"/>
          </a:xfrm>
          <a:prstGeom prst="ellipse">
            <a:avLst/>
          </a:prstGeom>
          <a:solidFill>
            <a:schemeClr val="accent1">
              <a:lumMod val="95000"/>
            </a:schemeClr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marker_3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4066EA7D-F5F9-4C9B-E584-A29B2604841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306666" y="4350033"/>
            <a:ext cx="8830215" cy="56505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marker_4">
            <a:extLst>
              <a:ext uri="{FF2B5EF4-FFF2-40B4-BE49-F238E27FC236}">
                <a16:creationId xmlns:a16="http://schemas.microsoft.com/office/drawing/2014/main" id="{80D55F8B-A28D-CCF2-7A32-7B3425C88A1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58119" y="5338880"/>
            <a:ext cx="548770" cy="621561"/>
          </a:xfrm>
          <a:prstGeom prst="ellipse">
            <a:avLst/>
          </a:prstGeom>
          <a:solidFill>
            <a:schemeClr val="accent1">
              <a:lumMod val="95000"/>
            </a:schemeClr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marker_4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3F131B8D-7EA3-F360-EA9C-57788279E5F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306666" y="5338880"/>
            <a:ext cx="8830215" cy="56505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9E0B4CA2-0F6B-20E8-2563-8D51C26251F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33398" y="6172198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95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405980796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tn:closing:takeaway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901699"/>
            <a:ext cx="11125201" cy="1227774"/>
          </a:xfrm>
          <a:prstGeom prst="rect">
            <a:avLst/>
          </a:prstGeom>
        </p:spPr>
        <p:txBody>
          <a:bodyPr anchor="t"/>
          <a:lstStyle>
            <a:lvl1pPr>
              <a:defRPr sz="32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8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DE1F4D6-9B94-49E1-9259-C44CF083EB57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76" y="6492241"/>
            <a:ext cx="662624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022853CD-29C7-4A68-BCE3-2ED71C774B8A}" type="slidenum">
              <a:rPr lang="en-US" smtClean="0"/>
              <a:t>‹#›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0F7BCB4-DC28-7382-4A0F-0498411C4247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5560D8-36FC-D0D1-04BB-54F2CCBC8B5E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decisions_title">
            <a:extLst>
              <a:ext uri="{FF2B5EF4-FFF2-40B4-BE49-F238E27FC236}">
                <a16:creationId xmlns:a16="http://schemas.microsoft.com/office/drawing/2014/main" id="{35ECFC49-9D26-DBC9-E8FA-B3E3B681B1AC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708007" y="4946166"/>
            <a:ext cx="2354724" cy="901263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decisions_title</a:t>
            </a:r>
          </a:p>
        </p:txBody>
      </p:sp>
      <p:sp>
        <p:nvSpPr>
          <p:cNvPr id="9" name="decisions">
            <a:extLst>
              <a:ext uri="{FF2B5EF4-FFF2-40B4-BE49-F238E27FC236}">
                <a16:creationId xmlns:a16="http://schemas.microsoft.com/office/drawing/2014/main" id="{574580F6-A04E-ACB8-5C0A-3270F1CDECC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160014" y="4946166"/>
            <a:ext cx="6926979" cy="90126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decisions</a:t>
            </a:r>
          </a:p>
        </p:txBody>
      </p:sp>
      <p:sp>
        <p:nvSpPr>
          <p:cNvPr id="10" name="item_1_title">
            <a:extLst>
              <a:ext uri="{FF2B5EF4-FFF2-40B4-BE49-F238E27FC236}">
                <a16:creationId xmlns:a16="http://schemas.microsoft.com/office/drawing/2014/main" id="{98117D7D-1AF8-C671-9E70-00590C2DBD5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08008" y="2428843"/>
            <a:ext cx="2760481" cy="55674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1" name="item_1">
            <a:extLst>
              <a:ext uri="{FF2B5EF4-FFF2-40B4-BE49-F238E27FC236}">
                <a16:creationId xmlns:a16="http://schemas.microsoft.com/office/drawing/2014/main" id="{A168F92B-901E-17CC-4F48-4374C51A969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708008" y="2985589"/>
            <a:ext cx="2760481" cy="133619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2" name="item_2_title">
            <a:extLst>
              <a:ext uri="{FF2B5EF4-FFF2-40B4-BE49-F238E27FC236}">
                <a16:creationId xmlns:a16="http://schemas.microsoft.com/office/drawing/2014/main" id="{C5C95C49-DC14-9E83-31FA-57FE1A48A4A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017259" y="2428843"/>
            <a:ext cx="2760481" cy="55674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3" name="item_2">
            <a:extLst>
              <a:ext uri="{FF2B5EF4-FFF2-40B4-BE49-F238E27FC236}">
                <a16:creationId xmlns:a16="http://schemas.microsoft.com/office/drawing/2014/main" id="{02E7775B-164A-47E9-FCF7-C1BF8F6D648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17259" y="2985589"/>
            <a:ext cx="2760481" cy="133619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4" name="item_3_title">
            <a:extLst>
              <a:ext uri="{FF2B5EF4-FFF2-40B4-BE49-F238E27FC236}">
                <a16:creationId xmlns:a16="http://schemas.microsoft.com/office/drawing/2014/main" id="{EF9FEF92-8153-3A37-AD0A-A4909A825EA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326511" y="2428843"/>
            <a:ext cx="2760481" cy="55674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5" name="item_3">
            <a:extLst>
              <a:ext uri="{FF2B5EF4-FFF2-40B4-BE49-F238E27FC236}">
                <a16:creationId xmlns:a16="http://schemas.microsoft.com/office/drawing/2014/main" id="{F95AD823-54DF-D6B3-AE50-04DC275CDC0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326511" y="2985589"/>
            <a:ext cx="2760481" cy="133619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B78C47DA-4A34-4A03-EA9D-FB08896C20E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33398" y="6172198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95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7303933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1016955"/>
            <a:ext cx="11125201" cy="74675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33398" y="1748474"/>
            <a:ext cx="11125202" cy="47285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33399" y="6476998"/>
            <a:ext cx="8576637" cy="3810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800">
                <a:solidFill>
                  <a:schemeClr val="tx2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110036" y="6476998"/>
            <a:ext cx="1885951" cy="3810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rtl="0">
              <a:defRPr sz="800">
                <a:solidFill>
                  <a:schemeClr val="tx2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DE1F4D6-9B94-49E1-9259-C44CF083EB57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01379" y="6476998"/>
            <a:ext cx="657221" cy="3810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rtl="0">
              <a:defRPr sz="800">
                <a:solidFill>
                  <a:schemeClr val="tx2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022853CD-29C7-4A68-BCE3-2ED71C774B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91922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8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  <p:sldLayoutId id="2147483696" r:id="rId9"/>
    <p:sldLayoutId id="2147483697" r:id="rId10"/>
    <p:sldLayoutId id="2147483698" r:id="rId11"/>
    <p:sldLayoutId id="2147483699" r:id="rId12"/>
    <p:sldLayoutId id="2147483700" r:id="rId13"/>
    <p:sldLayoutId id="2147483701" r:id="rId14"/>
    <p:sldLayoutId id="2147483702" r:id="rId15"/>
    <p:sldLayoutId id="2147483703" r:id="rId16"/>
    <p:sldLayoutId id="2147483704" r:id="rId17"/>
    <p:sldLayoutId id="2147483705" r:id="rId18"/>
    <p:sldLayoutId id="2147483706" r:id="rId19"/>
    <p:sldLayoutId id="2147483707" r:id="rId20"/>
    <p:sldLayoutId id="2147483708" r:id="rId21"/>
    <p:sldLayoutId id="2147483709" r:id="rId22"/>
    <p:sldLayoutId id="2147483710" r:id="rId23"/>
    <p:sldLayoutId id="2147483711" r:id="rId24"/>
    <p:sldLayoutId id="2147483712" r:id="rId25"/>
    <p:sldLayoutId id="2147483713" r:id="rId26"/>
    <p:sldLayoutId id="2147483714" r:id="rId27"/>
    <p:sldLayoutId id="2147483715" r:id="rId28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3600" b="0" kern="1200" spc="0" baseline="0">
          <a:solidFill>
            <a:schemeClr val="tx2"/>
          </a:solidFill>
          <a:latin typeface="+mj-lt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Arial" panose="020B0604020202020204" pitchFamily="34" charset="0"/>
        </a:defRPr>
      </a:lvl1pPr>
      <a:lvl2pPr marL="457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Arial" panose="020B0604020202020204" pitchFamily="34" charset="0"/>
        </a:defRPr>
      </a:lvl2pPr>
      <a:lvl3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Arial" panose="020B0604020202020204" pitchFamily="34" charset="0"/>
        </a:defRPr>
      </a:lvl3pPr>
      <a:lvl4pPr marL="914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Arial" panose="020B0604020202020204" pitchFamily="34" charset="0"/>
        </a:defRPr>
      </a:lvl4pPr>
      <a:lvl5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0" orient="horz" pos="2160">
          <p15:clr>
            <a:srgbClr val="F26B43"/>
          </p15:clr>
        </p15:guide>
        <p15:guide id="31" pos="3840">
          <p15:clr>
            <a:srgbClr val="F26B43"/>
          </p15:clr>
        </p15:guide>
        <p15:guide id="32" pos="336">
          <p15:clr>
            <a:srgbClr val="F26B43"/>
          </p15:clr>
        </p15:guide>
        <p15:guide id="33" pos="7344">
          <p15:clr>
            <a:srgbClr val="F26B43"/>
          </p15:clr>
        </p15:guide>
        <p15:guide id="34" orient="horz" pos="4080">
          <p15:clr>
            <a:srgbClr val="F26B43"/>
          </p15:clr>
        </p15:guide>
        <p15:guide id="35" orient="horz" pos="1344">
          <p15:clr>
            <a:srgbClr val="F26B43"/>
          </p15:clr>
        </p15:guide>
        <p15:guide id="36" orient="horz" pos="3888">
          <p15:clr>
            <a:srgbClr val="F26B43"/>
          </p15:clr>
        </p15:guide>
      </p15:sldGuideLst>
    </p:ext>
  </p:extLst>
</p:sldMaster>
</file>

<file path=ppt/theme/theme1.xml><?xml version="1.0" encoding="utf-8"?>
<a:theme xmlns:a="http://schemas.openxmlformats.org/drawingml/2006/main" name="Modulo">
  <a:themeElements>
    <a:clrScheme name="Project Status Report">
      <a:dk1>
        <a:srgbClr val="000000"/>
      </a:dk1>
      <a:lt1>
        <a:srgbClr val="FFFFFF"/>
      </a:lt1>
      <a:dk2>
        <a:srgbClr val="3B4546"/>
      </a:dk2>
      <a:lt2>
        <a:srgbClr val="E7E6E6"/>
      </a:lt2>
      <a:accent1>
        <a:srgbClr val="B36041"/>
      </a:accent1>
      <a:accent2>
        <a:srgbClr val="6F8185"/>
      </a:accent2>
      <a:accent3>
        <a:srgbClr val="C78F8F"/>
      </a:accent3>
      <a:accent4>
        <a:srgbClr val="647961"/>
      </a:accent4>
      <a:accent5>
        <a:srgbClr val="B09C54"/>
      </a:accent5>
      <a:accent6>
        <a:srgbClr val="9AA749"/>
      </a:accent6>
      <a:hlink>
        <a:srgbClr val="75A073"/>
      </a:hlink>
      <a:folHlink>
        <a:srgbClr val="BD9C5C"/>
      </a:folHlink>
    </a:clrScheme>
    <a:fontScheme name="Arial">
      <a:majorFont>
        <a:latin typeface="Bahnschrift SemiBold" panose="020B0604020202020204"/>
        <a:ea typeface=""/>
        <a:cs typeface="Segoe UI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Segoe UI" panose="020B0604020202020204"/>
        <a:ea typeface=""/>
        <a:cs typeface="Segoe UI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odulo" id="{37AC43F2-9181-4AE3-B669-CCC580C183C1}" vid="{7A2AE0A7-E8DE-4D1D-AEB1-3FD192448292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Modulo</Template>
  <TotalTime>0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Arial</vt:lpstr>
      <vt:lpstr>Bahnschrift SemiBold</vt:lpstr>
      <vt:lpstr>Segoe UI</vt:lpstr>
      <vt:lpstr>Modulo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Asma Sami</dc:creator>
  <cp:lastModifiedBy>Asma Sami</cp:lastModifiedBy>
  <cp:revision>1</cp:revision>
  <dcterms:created xsi:type="dcterms:W3CDTF">2026-10-03T23:10:36Z</dcterms:created>
  <dcterms:modified xsi:type="dcterms:W3CDTF">2026-10-03T23:10:46Z</dcterms:modified>
</cp:coreProperties>
</file>