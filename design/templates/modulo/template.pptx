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Sz cx="12192000" cy="6858000"/>
  <p:notesSz cx="6858000" cy="9144000"/>
  <p:defaultTextStyle>
    <a:defPPr lvl="0">
      <a:defRPr lang="en-US"/>
    </a:defPPr>
    <a:lvl1pPr marL="0" lvl="1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lvl="2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lvl="3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lvl="4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viewProps" Target="viewProps.xml"/><Relationship Id="rId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5" Type="http://schemas.openxmlformats.org/officeDocument/2006/relationships/tableStyles" Target="tableStyles.xml"/><Relationship Id="rId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matn:title:default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77005" y="1016955"/>
            <a:ext cx="9140954" cy="33465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4000" cap="all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62963" y="4869030"/>
            <a:ext cx="7152030" cy="9872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2000" b="1" i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400" y="6492240"/>
            <a:ext cx="8582023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41" y="6477000"/>
            <a:ext cx="1885955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9A66F8C-F25E-4B2E-B2E2-0A218D44351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8" y="6492240"/>
            <a:ext cx="657221" cy="36576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69B3908-4DF9-450B-8F99-2A754569D7A5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631FF2A-9DA0-DC5C-0C53-91FDE15093DD}"/>
              </a:ext>
            </a:extLst>
          </p:cNvPr>
          <p:cNvSpPr/>
          <p:nvPr/>
        </p:nvSpPr>
        <p:spPr>
          <a:xfrm>
            <a:off x="9110040" y="6155911"/>
            <a:ext cx="3081959" cy="6400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CA4208E-B529-0934-86E0-24278D43C68A}"/>
              </a:ext>
            </a:extLst>
          </p:cNvPr>
          <p:cNvSpPr/>
          <p:nvPr/>
        </p:nvSpPr>
        <p:spPr>
          <a:xfrm>
            <a:off x="3467745" y="6155911"/>
            <a:ext cx="5642289" cy="640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1933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n:executive_summary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901699"/>
            <a:ext cx="11125201" cy="1227774"/>
          </a:xfrm>
          <a:prstGeom prst="rect">
            <a:avLst/>
          </a:prstGeom>
        </p:spPr>
        <p:txBody>
          <a:bodyPr anchor="t"/>
          <a:lstStyle>
            <a:lvl1pPr>
              <a:defRPr sz="3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A66F8C-F25E-4B2E-B2E2-0A218D44351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69B3908-4DF9-450B-8F99-2A754569D7A5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4A2C7D0C-AFBA-B968-0F8F-BD79FF803235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76029" y="2372339"/>
            <a:ext cx="3251982" cy="56505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58034229-23C9-8671-DE44-264C1DC15F6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42116" y="2372339"/>
            <a:ext cx="7473854" cy="56505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B8FAEE87-F320-3DE4-A5A6-827019248FB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76029" y="3361186"/>
            <a:ext cx="3251982" cy="56505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B3E26289-6130-A572-F145-39BCBAD573C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042116" y="3361186"/>
            <a:ext cx="7473854" cy="56505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156B9FD5-554D-C763-F4BB-8B84481E9A9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76029" y="4350033"/>
            <a:ext cx="3251982" cy="56505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B9A60F21-6071-B26E-DC5C-DEF9941EC50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42116" y="4350033"/>
            <a:ext cx="7473854" cy="56505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3BCB0E45-9A5B-7683-DDAE-907AF036EA3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6029" y="5338880"/>
            <a:ext cx="3251982" cy="56505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4EDB95E3-FAA1-1919-4843-7C3A4D3662B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042116" y="5338880"/>
            <a:ext cx="7473854" cy="56505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0CDF9BD5-A80E-B5B0-598A-EE8B1CCFBE7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33398" y="6172198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95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2113839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n:kpi:big-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901699"/>
            <a:ext cx="11125201" cy="1227774"/>
          </a:xfrm>
          <a:prstGeom prst="rect">
            <a:avLst/>
          </a:prstGeom>
        </p:spPr>
        <p:txBody>
          <a:bodyPr anchor="t"/>
          <a:lstStyle>
            <a:lvl1pPr>
              <a:defRPr sz="3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A66F8C-F25E-4B2E-B2E2-0A218D44351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69B3908-4DF9-450B-8F99-2A754569D7A5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6ADC8E16-72D4-FED7-B0CF-AFD11A6F6223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533398" y="5282374"/>
            <a:ext cx="11125202" cy="762825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DEC2528E-550E-D8D1-AF71-7AFEA9590E0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61607" y="2457096"/>
            <a:ext cx="4992078" cy="157287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84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4C242AE1-5DFE-FB7C-5803-EE545EDCAE1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1607" y="4029968"/>
            <a:ext cx="4992078" cy="87381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37E76861-BBA6-D295-A850-4FCE7EA400B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438313" y="2457096"/>
            <a:ext cx="4992078" cy="157287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84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2D4BCD91-8EC8-2D12-0BE6-EBE277AC49D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438313" y="4029968"/>
            <a:ext cx="4992078" cy="87381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source">
            <a:extLst>
              <a:ext uri="{FF2B5EF4-FFF2-40B4-BE49-F238E27FC236}">
                <a16:creationId xmlns:a16="http://schemas.microsoft.com/office/drawing/2014/main" id="{5AD15BC0-ABE1-113E-1A37-3F633127B1B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33398" y="6172198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95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2014025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n:kpi:car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901699"/>
            <a:ext cx="11125201" cy="1227774"/>
          </a:xfrm>
          <a:prstGeom prst="rect">
            <a:avLst/>
          </a:prstGeom>
        </p:spPr>
        <p:txBody>
          <a:bodyPr anchor="t"/>
          <a:lstStyle>
            <a:lvl1pPr>
              <a:defRPr sz="3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A66F8C-F25E-4B2E-B2E2-0A218D44351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69B3908-4DF9-450B-8F99-2A754569D7A5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A459651F-641C-B3CB-14E7-3F9178FAF65C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533398" y="5282374"/>
            <a:ext cx="11125202" cy="762825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C91F5BD6-2CF2-AD1A-38D4-9256B894336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61608" y="2457096"/>
            <a:ext cx="2153725" cy="157287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FD1F8163-719D-93CB-80FE-D4C0C67EA78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1608" y="4029968"/>
            <a:ext cx="2153725" cy="87381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E99D6E48-3145-985D-161F-2C297B3ECBB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599961" y="2457096"/>
            <a:ext cx="2153725" cy="157287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8C5735A8-4B18-8A17-EF2E-E58FD5ED4B4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99961" y="4029968"/>
            <a:ext cx="2153725" cy="87381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kpi_value_3">
            <a:extLst>
              <a:ext uri="{FF2B5EF4-FFF2-40B4-BE49-F238E27FC236}">
                <a16:creationId xmlns:a16="http://schemas.microsoft.com/office/drawing/2014/main" id="{38B21BE6-FC54-1344-E593-55FF6D4A29A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438314" y="2457096"/>
            <a:ext cx="2153725" cy="157287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4" name="kpi_label_3">
            <a:extLst>
              <a:ext uri="{FF2B5EF4-FFF2-40B4-BE49-F238E27FC236}">
                <a16:creationId xmlns:a16="http://schemas.microsoft.com/office/drawing/2014/main" id="{54813F40-633B-606B-5B38-1B90404BBB6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38314" y="4029968"/>
            <a:ext cx="2153725" cy="87381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5" name="kpi_value_4">
            <a:extLst>
              <a:ext uri="{FF2B5EF4-FFF2-40B4-BE49-F238E27FC236}">
                <a16:creationId xmlns:a16="http://schemas.microsoft.com/office/drawing/2014/main" id="{5886464C-BC25-152C-CA77-9B6B9169BCD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276667" y="2457096"/>
            <a:ext cx="2153725" cy="157287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6" name="kpi_label_4">
            <a:extLst>
              <a:ext uri="{FF2B5EF4-FFF2-40B4-BE49-F238E27FC236}">
                <a16:creationId xmlns:a16="http://schemas.microsoft.com/office/drawing/2014/main" id="{30B9BD1E-CC72-7445-3797-F26C43D73E5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276667" y="4029968"/>
            <a:ext cx="2153725" cy="87381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7" name="source">
            <a:extLst>
              <a:ext uri="{FF2B5EF4-FFF2-40B4-BE49-F238E27FC236}">
                <a16:creationId xmlns:a16="http://schemas.microsoft.com/office/drawing/2014/main" id="{CD27442B-4F6D-628B-3FD5-94BEB56484C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33398" y="6172198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95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5675145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n:finding:split-60-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901699"/>
            <a:ext cx="11125201" cy="1227774"/>
          </a:xfrm>
          <a:prstGeom prst="rect">
            <a:avLst/>
          </a:prstGeom>
        </p:spPr>
        <p:txBody>
          <a:bodyPr anchor="t"/>
          <a:lstStyle>
            <a:lvl1pPr>
              <a:defRPr sz="3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A66F8C-F25E-4B2E-B2E2-0A218D44351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69B3908-4DF9-450B-8F99-2A754569D7A5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3574065A-37D2-23F3-6141-4E0ECB8E5BBC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533398" y="2231074"/>
            <a:ext cx="6230114" cy="3814124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quote">
            <a:extLst>
              <a:ext uri="{FF2B5EF4-FFF2-40B4-BE49-F238E27FC236}">
                <a16:creationId xmlns:a16="http://schemas.microsoft.com/office/drawing/2014/main" id="{BB8A24D6-A7C7-9958-AE56-B7CF47358D1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436729" y="2457097"/>
            <a:ext cx="3993662" cy="259925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4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10" name="attribution">
            <a:extLst>
              <a:ext uri="{FF2B5EF4-FFF2-40B4-BE49-F238E27FC236}">
                <a16:creationId xmlns:a16="http://schemas.microsoft.com/office/drawing/2014/main" id="{2F9C5ED7-D04F-357F-79DC-5EF846305D8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436729" y="5508396"/>
            <a:ext cx="3993662" cy="3107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1" name="source">
            <a:extLst>
              <a:ext uri="{FF2B5EF4-FFF2-40B4-BE49-F238E27FC236}">
                <a16:creationId xmlns:a16="http://schemas.microsoft.com/office/drawing/2014/main" id="{F02F9647-BEB5-B11B-3FB5-3C0F45D8197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33398" y="6172198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95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6558262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n:finding:cards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901699"/>
            <a:ext cx="11125201" cy="1227774"/>
          </a:xfrm>
          <a:prstGeom prst="rect">
            <a:avLst/>
          </a:prstGeom>
        </p:spPr>
        <p:txBody>
          <a:bodyPr anchor="t"/>
          <a:lstStyle>
            <a:lvl1pPr>
              <a:defRPr sz="3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A66F8C-F25E-4B2E-B2E2-0A218D44351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69B3908-4DF9-450B-8F99-2A754569D7A5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1CD29DA3-87DB-F8D3-834D-36419A49F4BF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761608" y="2457097"/>
            <a:ext cx="3099843" cy="988847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9751D91A-0CD2-16D2-6B6B-9B5A76BA55A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61608" y="3445944"/>
            <a:ext cx="3099843" cy="237323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CCA0CFF8-9003-865B-91EB-8CAF4875995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46079" y="2457097"/>
            <a:ext cx="3099843" cy="9888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A87EBC71-5309-32AD-90C4-587AF1509F2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46079" y="3445944"/>
            <a:ext cx="3099843" cy="237323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59C4FF96-D508-40BB-67C3-ACCD58EC3F5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330549" y="2457097"/>
            <a:ext cx="3099843" cy="9888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E881CC93-0169-7C36-02B0-13A9A23AA3A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330549" y="3445944"/>
            <a:ext cx="3099843" cy="237323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8CC67AAF-DABD-6C7E-DD09-22C45CEF38A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33398" y="6172198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95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2295791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n:finding:two-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901699"/>
            <a:ext cx="11125201" cy="1227774"/>
          </a:xfrm>
          <a:prstGeom prst="rect">
            <a:avLst/>
          </a:prstGeom>
        </p:spPr>
        <p:txBody>
          <a:bodyPr anchor="t"/>
          <a:lstStyle>
            <a:lvl1pPr>
              <a:defRPr sz="3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A66F8C-F25E-4B2E-B2E2-0A218D44351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69B3908-4DF9-450B-8F99-2A754569D7A5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241719DB-BCAD-886C-4E12-2030A5D2C18F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761607" y="2457097"/>
            <a:ext cx="4992078" cy="988847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2E9C7B50-8C60-D5FD-6164-D553B00FAD5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61607" y="3445944"/>
            <a:ext cx="4992078" cy="237323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A5993AA8-3BF0-9966-1EB2-DFD3A194A4F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438313" y="2457097"/>
            <a:ext cx="4992078" cy="9888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74AC4E6C-FF1C-5DF5-88E3-F9775D789A0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438313" y="3445944"/>
            <a:ext cx="4992078" cy="237323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source">
            <a:extLst>
              <a:ext uri="{FF2B5EF4-FFF2-40B4-BE49-F238E27FC236}">
                <a16:creationId xmlns:a16="http://schemas.microsoft.com/office/drawing/2014/main" id="{CADF64F9-CB37-D517-28A5-02382CF22C2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33398" y="6172198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95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8751571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n:chart: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901699"/>
            <a:ext cx="11125201" cy="1227774"/>
          </a:xfrm>
          <a:prstGeom prst="rect">
            <a:avLst/>
          </a:prstGeom>
        </p:spPr>
        <p:txBody>
          <a:bodyPr anchor="t"/>
          <a:lstStyle>
            <a:lvl1pPr>
              <a:defRPr sz="3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A66F8C-F25E-4B2E-B2E2-0A218D44351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69B3908-4DF9-450B-8F99-2A754569D7A5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hart">
            <a:extLst>
              <a:ext uri="{FF2B5EF4-FFF2-40B4-BE49-F238E27FC236}">
                <a16:creationId xmlns:a16="http://schemas.microsoft.com/office/drawing/2014/main" id="{103CECF6-14A4-CC1A-DF5A-D95AB133EF13}"/>
              </a:ext>
            </a:extLst>
          </p:cNvPr>
          <p:cNvSpPr>
            <a:spLocks noGrp="1"/>
          </p:cNvSpPr>
          <p:nvPr>
            <p:ph type="chart" idx="13"/>
          </p:nvPr>
        </p:nvSpPr>
        <p:spPr>
          <a:xfrm>
            <a:off x="533398" y="2231074"/>
            <a:ext cx="7787642" cy="3814124"/>
          </a:xfrm>
        </p:spPr>
        <p:txBody>
          <a:bodyPr/>
          <a:lstStyle/>
          <a:p>
            <a:endParaRPr lang="en-US"/>
          </a:p>
        </p:txBody>
      </p:sp>
      <p:sp>
        <p:nvSpPr>
          <p:cNvPr id="9" name="body">
            <a:extLst>
              <a:ext uri="{FF2B5EF4-FFF2-40B4-BE49-F238E27FC236}">
                <a16:creationId xmlns:a16="http://schemas.microsoft.com/office/drawing/2014/main" id="{A02520E1-8800-1EE8-5F0E-CC60E2A04E3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766049" y="2383639"/>
            <a:ext cx="2892553" cy="3508994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10" name="source">
            <a:extLst>
              <a:ext uri="{FF2B5EF4-FFF2-40B4-BE49-F238E27FC236}">
                <a16:creationId xmlns:a16="http://schemas.microsoft.com/office/drawing/2014/main" id="{3818DE63-0E8F-D5DB-001F-033A25DE6B2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33398" y="6172198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95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3503694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n:implication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901699"/>
            <a:ext cx="11125201" cy="1227774"/>
          </a:xfrm>
          <a:prstGeom prst="rect">
            <a:avLst/>
          </a:prstGeom>
        </p:spPr>
        <p:txBody>
          <a:bodyPr anchor="t"/>
          <a:lstStyle>
            <a:lvl1pPr>
              <a:defRPr sz="3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A66F8C-F25E-4B2E-B2E2-0A218D44351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69B3908-4DF9-450B-8F99-2A754569D7A5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6E8BF4B1-38F3-792D-0ACC-E59F19A03642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761607" y="2457096"/>
            <a:ext cx="4992078" cy="394708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62AF5613-BF32-9961-440E-6980E8164D4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61607" y="2851805"/>
            <a:ext cx="4992078" cy="94729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919CCD0E-1858-4282-36EA-5CE5A9E4585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438313" y="2457096"/>
            <a:ext cx="4992078" cy="39470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F6B89DDA-D3D2-5D17-1280-96F806C6293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438313" y="2851805"/>
            <a:ext cx="4992078" cy="94729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A8BA81BD-151A-4925-1465-3C28A97058A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61607" y="4477169"/>
            <a:ext cx="4992078" cy="39470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55C69D33-3958-4522-3100-4132684473B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61607" y="4871878"/>
            <a:ext cx="4992078" cy="94729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186E2142-2377-C849-F7DF-3935D027CA4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38313" y="4477169"/>
            <a:ext cx="4992078" cy="39470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C7817058-C1B5-1A14-7F08-3471D71C131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438313" y="4871878"/>
            <a:ext cx="4992078" cy="94729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9E676FD3-FF7C-70BF-D876-3A2D6F4215C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33398" y="6172198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95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2812425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n:limitation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901699"/>
            <a:ext cx="11125201" cy="1227774"/>
          </a:xfrm>
          <a:prstGeom prst="rect">
            <a:avLst/>
          </a:prstGeom>
        </p:spPr>
        <p:txBody>
          <a:bodyPr anchor="t"/>
          <a:lstStyle>
            <a:lvl1pPr>
              <a:defRPr sz="3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A66F8C-F25E-4B2E-B2E2-0A218D44351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69B3908-4DF9-450B-8F99-2A754569D7A5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5ACEFA47-9263-E444-9A3F-89FD20563F3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533398" y="2231074"/>
            <a:ext cx="11125202" cy="3814124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source">
            <a:extLst>
              <a:ext uri="{FF2B5EF4-FFF2-40B4-BE49-F238E27FC236}">
                <a16:creationId xmlns:a16="http://schemas.microsoft.com/office/drawing/2014/main" id="{9C2DBEC1-3213-DD20-C196-854D5664819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33398" y="6172198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95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3704824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n:source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901699"/>
            <a:ext cx="11125201" cy="1227774"/>
          </a:xfrm>
          <a:prstGeom prst="rect">
            <a:avLst/>
          </a:prstGeom>
        </p:spPr>
        <p:txBody>
          <a:bodyPr anchor="t"/>
          <a:lstStyle>
            <a:lvl1pPr>
              <a:defRPr sz="3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A66F8C-F25E-4B2E-B2E2-0A218D44351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69B3908-4DF9-450B-8F99-2A754569D7A5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03F40CAF-7773-EC1B-0F2C-37A325CECF61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533398" y="2231074"/>
            <a:ext cx="11125202" cy="3814124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body</a:t>
            </a:r>
          </a:p>
        </p:txBody>
      </p:sp>
    </p:spTree>
    <p:extLst>
      <p:ext uri="{BB962C8B-B14F-4D97-AF65-F5344CB8AC3E}">
        <p14:creationId xmlns:p14="http://schemas.microsoft.com/office/powerpoint/2010/main" val="26368076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matn:section_divider:default">
    <p:bg>
      <p:bgPr>
        <a:solidFill>
          <a:srgbClr val="AF5E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5360" y="3538727"/>
            <a:ext cx="10241280" cy="1536192"/>
          </a:xfrm>
          <a:prstGeom prst="rect">
            <a:avLst/>
          </a:prstGeom>
        </p:spPr>
        <p:txBody>
          <a:bodyPr lIns="0" anchor="t"/>
          <a:lstStyle>
            <a:lvl1pPr>
              <a:defRPr sz="3600" cap="all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section_number">
            <a:extLst>
              <a:ext uri="{FF2B5EF4-FFF2-40B4-BE49-F238E27FC236}">
                <a16:creationId xmlns:a16="http://schemas.microsoft.com/office/drawing/2014/main" id="{91C8B03C-5D8E-4A64-56B1-8F0945242640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975360" y="685800"/>
            <a:ext cx="6144768" cy="2743200"/>
          </a:xfrm>
        </p:spPr>
        <p:txBody>
          <a:bodyPr wrap="square" lIns="0" tIns="0" bIns="0" anchor="b">
            <a:noAutofit/>
          </a:bodyPr>
          <a:lstStyle>
            <a:lvl1pPr marL="0" indent="0">
              <a:lnSpc>
                <a:spcPct val="85000"/>
              </a:lnSpc>
              <a:spcBef>
                <a:spcPts val="0"/>
              </a:spcBef>
              <a:buFontTx/>
              <a:buNone/>
              <a:defRPr sz="16000" b="1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15E32326-25CE-DCAB-D320-9D550814C76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75360" y="5184648"/>
            <a:ext cx="10241280" cy="987552"/>
          </a:xfrm>
          <a:prstGeom prst="rect">
            <a:avLst/>
          </a:prstGeom>
        </p:spPr>
        <p:txBody>
          <a:bodyPr wrap="square" lIns="0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10" name="pattern">
            <a:extLst>
              <a:ext uri="{FF2B5EF4-FFF2-40B4-BE49-F238E27FC236}">
                <a16:creationId xmlns:a16="http://schemas.microsoft.com/office/drawing/2014/main" id="{59533718-0651-DEEE-B5A2-04108BEDFFE4}"/>
              </a:ext>
            </a:extLst>
          </p:cNvPr>
          <p:cNvSpPr/>
          <p:nvPr userDrawn="1"/>
        </p:nvSpPr>
        <p:spPr>
          <a:xfrm>
            <a:off x="152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pattern">
            <a:extLst>
              <a:ext uri="{FF2B5EF4-FFF2-40B4-BE49-F238E27FC236}">
                <a16:creationId xmlns:a16="http://schemas.microsoft.com/office/drawing/2014/main" id="{FEA57707-AC60-D9D2-25C7-642E52DC6BB1}"/>
              </a:ext>
            </a:extLst>
          </p:cNvPr>
          <p:cNvSpPr/>
          <p:nvPr userDrawn="1"/>
        </p:nvSpPr>
        <p:spPr>
          <a:xfrm>
            <a:off x="342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pattern">
            <a:extLst>
              <a:ext uri="{FF2B5EF4-FFF2-40B4-BE49-F238E27FC236}">
                <a16:creationId xmlns:a16="http://schemas.microsoft.com/office/drawing/2014/main" id="{C9E50A58-4CD3-5B70-7742-14219019DBF7}"/>
              </a:ext>
            </a:extLst>
          </p:cNvPr>
          <p:cNvSpPr/>
          <p:nvPr userDrawn="1"/>
        </p:nvSpPr>
        <p:spPr>
          <a:xfrm>
            <a:off x="533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pattern">
            <a:extLst>
              <a:ext uri="{FF2B5EF4-FFF2-40B4-BE49-F238E27FC236}">
                <a16:creationId xmlns:a16="http://schemas.microsoft.com/office/drawing/2014/main" id="{0D6B0F0B-B493-A37E-BA53-D6A7EDBB3EF2}"/>
              </a:ext>
            </a:extLst>
          </p:cNvPr>
          <p:cNvSpPr/>
          <p:nvPr userDrawn="1"/>
        </p:nvSpPr>
        <p:spPr>
          <a:xfrm>
            <a:off x="723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pattern">
            <a:extLst>
              <a:ext uri="{FF2B5EF4-FFF2-40B4-BE49-F238E27FC236}">
                <a16:creationId xmlns:a16="http://schemas.microsoft.com/office/drawing/2014/main" id="{45825164-85D4-400B-798B-5AFDD1573828}"/>
              </a:ext>
            </a:extLst>
          </p:cNvPr>
          <p:cNvSpPr/>
          <p:nvPr userDrawn="1"/>
        </p:nvSpPr>
        <p:spPr>
          <a:xfrm>
            <a:off x="914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pattern">
            <a:extLst>
              <a:ext uri="{FF2B5EF4-FFF2-40B4-BE49-F238E27FC236}">
                <a16:creationId xmlns:a16="http://schemas.microsoft.com/office/drawing/2014/main" id="{71FD7982-ED2D-6A31-9BA9-8275E0D1D908}"/>
              </a:ext>
            </a:extLst>
          </p:cNvPr>
          <p:cNvSpPr/>
          <p:nvPr userDrawn="1"/>
        </p:nvSpPr>
        <p:spPr>
          <a:xfrm>
            <a:off x="1104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pattern">
            <a:extLst>
              <a:ext uri="{FF2B5EF4-FFF2-40B4-BE49-F238E27FC236}">
                <a16:creationId xmlns:a16="http://schemas.microsoft.com/office/drawing/2014/main" id="{09EF5D6B-0485-E5AA-EAA9-AE20C09AE29D}"/>
              </a:ext>
            </a:extLst>
          </p:cNvPr>
          <p:cNvSpPr/>
          <p:nvPr userDrawn="1"/>
        </p:nvSpPr>
        <p:spPr>
          <a:xfrm>
            <a:off x="1295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attern">
            <a:extLst>
              <a:ext uri="{FF2B5EF4-FFF2-40B4-BE49-F238E27FC236}">
                <a16:creationId xmlns:a16="http://schemas.microsoft.com/office/drawing/2014/main" id="{A15E913D-D325-84F1-6AAE-C2350E3C68A3}"/>
              </a:ext>
            </a:extLst>
          </p:cNvPr>
          <p:cNvSpPr/>
          <p:nvPr userDrawn="1"/>
        </p:nvSpPr>
        <p:spPr>
          <a:xfrm>
            <a:off x="1485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pattern">
            <a:extLst>
              <a:ext uri="{FF2B5EF4-FFF2-40B4-BE49-F238E27FC236}">
                <a16:creationId xmlns:a16="http://schemas.microsoft.com/office/drawing/2014/main" id="{44274A9A-619F-330D-5290-59736959C32B}"/>
              </a:ext>
            </a:extLst>
          </p:cNvPr>
          <p:cNvSpPr/>
          <p:nvPr userDrawn="1"/>
        </p:nvSpPr>
        <p:spPr>
          <a:xfrm>
            <a:off x="1676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pattern">
            <a:extLst>
              <a:ext uri="{FF2B5EF4-FFF2-40B4-BE49-F238E27FC236}">
                <a16:creationId xmlns:a16="http://schemas.microsoft.com/office/drawing/2014/main" id="{EA3D2577-4BB6-4884-EE1B-91A0E46DD7F7}"/>
              </a:ext>
            </a:extLst>
          </p:cNvPr>
          <p:cNvSpPr/>
          <p:nvPr userDrawn="1"/>
        </p:nvSpPr>
        <p:spPr>
          <a:xfrm>
            <a:off x="1866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pattern">
            <a:extLst>
              <a:ext uri="{FF2B5EF4-FFF2-40B4-BE49-F238E27FC236}">
                <a16:creationId xmlns:a16="http://schemas.microsoft.com/office/drawing/2014/main" id="{D94B7A76-EE5D-5EDD-0AD6-690A0F6AC9EF}"/>
              </a:ext>
            </a:extLst>
          </p:cNvPr>
          <p:cNvSpPr/>
          <p:nvPr userDrawn="1"/>
        </p:nvSpPr>
        <p:spPr>
          <a:xfrm>
            <a:off x="2057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pattern">
            <a:extLst>
              <a:ext uri="{FF2B5EF4-FFF2-40B4-BE49-F238E27FC236}">
                <a16:creationId xmlns:a16="http://schemas.microsoft.com/office/drawing/2014/main" id="{C51DAB11-FEC4-D67D-16DC-B62598180388}"/>
              </a:ext>
            </a:extLst>
          </p:cNvPr>
          <p:cNvSpPr/>
          <p:nvPr userDrawn="1"/>
        </p:nvSpPr>
        <p:spPr>
          <a:xfrm>
            <a:off x="2247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pattern">
            <a:extLst>
              <a:ext uri="{FF2B5EF4-FFF2-40B4-BE49-F238E27FC236}">
                <a16:creationId xmlns:a16="http://schemas.microsoft.com/office/drawing/2014/main" id="{A0C69BF0-A73F-4CF0-4B83-0A0904535ABB}"/>
              </a:ext>
            </a:extLst>
          </p:cNvPr>
          <p:cNvSpPr/>
          <p:nvPr userDrawn="1"/>
        </p:nvSpPr>
        <p:spPr>
          <a:xfrm>
            <a:off x="2438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pattern">
            <a:extLst>
              <a:ext uri="{FF2B5EF4-FFF2-40B4-BE49-F238E27FC236}">
                <a16:creationId xmlns:a16="http://schemas.microsoft.com/office/drawing/2014/main" id="{EC0B16F0-480F-46B9-0A0D-26EBE9BD9422}"/>
              </a:ext>
            </a:extLst>
          </p:cNvPr>
          <p:cNvSpPr/>
          <p:nvPr userDrawn="1"/>
        </p:nvSpPr>
        <p:spPr>
          <a:xfrm>
            <a:off x="2628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pattern">
            <a:extLst>
              <a:ext uri="{FF2B5EF4-FFF2-40B4-BE49-F238E27FC236}">
                <a16:creationId xmlns:a16="http://schemas.microsoft.com/office/drawing/2014/main" id="{625CE88B-5823-8ACC-165C-E337563EE8B5}"/>
              </a:ext>
            </a:extLst>
          </p:cNvPr>
          <p:cNvSpPr/>
          <p:nvPr userDrawn="1"/>
        </p:nvSpPr>
        <p:spPr>
          <a:xfrm>
            <a:off x="2819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pattern">
            <a:extLst>
              <a:ext uri="{FF2B5EF4-FFF2-40B4-BE49-F238E27FC236}">
                <a16:creationId xmlns:a16="http://schemas.microsoft.com/office/drawing/2014/main" id="{BB862C77-94E9-F518-1BF5-A52BF5261612}"/>
              </a:ext>
            </a:extLst>
          </p:cNvPr>
          <p:cNvSpPr/>
          <p:nvPr userDrawn="1"/>
        </p:nvSpPr>
        <p:spPr>
          <a:xfrm>
            <a:off x="3009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pattern">
            <a:extLst>
              <a:ext uri="{FF2B5EF4-FFF2-40B4-BE49-F238E27FC236}">
                <a16:creationId xmlns:a16="http://schemas.microsoft.com/office/drawing/2014/main" id="{84210D3C-9748-5B52-CBAE-1BFAF82C9A3B}"/>
              </a:ext>
            </a:extLst>
          </p:cNvPr>
          <p:cNvSpPr/>
          <p:nvPr userDrawn="1"/>
        </p:nvSpPr>
        <p:spPr>
          <a:xfrm>
            <a:off x="3200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pattern">
            <a:extLst>
              <a:ext uri="{FF2B5EF4-FFF2-40B4-BE49-F238E27FC236}">
                <a16:creationId xmlns:a16="http://schemas.microsoft.com/office/drawing/2014/main" id="{D9D934B8-BE1F-D3AF-5787-0AF13B8418F8}"/>
              </a:ext>
            </a:extLst>
          </p:cNvPr>
          <p:cNvSpPr/>
          <p:nvPr userDrawn="1"/>
        </p:nvSpPr>
        <p:spPr>
          <a:xfrm>
            <a:off x="3390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pattern">
            <a:extLst>
              <a:ext uri="{FF2B5EF4-FFF2-40B4-BE49-F238E27FC236}">
                <a16:creationId xmlns:a16="http://schemas.microsoft.com/office/drawing/2014/main" id="{B4180453-4095-7660-3C44-F94FA9CD1519}"/>
              </a:ext>
            </a:extLst>
          </p:cNvPr>
          <p:cNvSpPr/>
          <p:nvPr userDrawn="1"/>
        </p:nvSpPr>
        <p:spPr>
          <a:xfrm>
            <a:off x="3581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pattern">
            <a:extLst>
              <a:ext uri="{FF2B5EF4-FFF2-40B4-BE49-F238E27FC236}">
                <a16:creationId xmlns:a16="http://schemas.microsoft.com/office/drawing/2014/main" id="{AE5F0B30-961F-3C98-D698-67B3EF9115A6}"/>
              </a:ext>
            </a:extLst>
          </p:cNvPr>
          <p:cNvSpPr/>
          <p:nvPr userDrawn="1"/>
        </p:nvSpPr>
        <p:spPr>
          <a:xfrm>
            <a:off x="3771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pattern">
            <a:extLst>
              <a:ext uri="{FF2B5EF4-FFF2-40B4-BE49-F238E27FC236}">
                <a16:creationId xmlns:a16="http://schemas.microsoft.com/office/drawing/2014/main" id="{F99AD452-E520-9DD9-0D5A-9743E78F688C}"/>
              </a:ext>
            </a:extLst>
          </p:cNvPr>
          <p:cNvSpPr/>
          <p:nvPr userDrawn="1"/>
        </p:nvSpPr>
        <p:spPr>
          <a:xfrm>
            <a:off x="3962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pattern">
            <a:extLst>
              <a:ext uri="{FF2B5EF4-FFF2-40B4-BE49-F238E27FC236}">
                <a16:creationId xmlns:a16="http://schemas.microsoft.com/office/drawing/2014/main" id="{E1078C5E-52D0-A2FF-2F4C-1517B4E6E167}"/>
              </a:ext>
            </a:extLst>
          </p:cNvPr>
          <p:cNvSpPr/>
          <p:nvPr userDrawn="1"/>
        </p:nvSpPr>
        <p:spPr>
          <a:xfrm>
            <a:off x="4152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pattern">
            <a:extLst>
              <a:ext uri="{FF2B5EF4-FFF2-40B4-BE49-F238E27FC236}">
                <a16:creationId xmlns:a16="http://schemas.microsoft.com/office/drawing/2014/main" id="{59828F5E-85FD-0D1A-E7FD-681283DF4C7A}"/>
              </a:ext>
            </a:extLst>
          </p:cNvPr>
          <p:cNvSpPr/>
          <p:nvPr userDrawn="1"/>
        </p:nvSpPr>
        <p:spPr>
          <a:xfrm>
            <a:off x="4343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pattern">
            <a:extLst>
              <a:ext uri="{FF2B5EF4-FFF2-40B4-BE49-F238E27FC236}">
                <a16:creationId xmlns:a16="http://schemas.microsoft.com/office/drawing/2014/main" id="{067B1537-4581-A67B-9091-756BFEC98C0F}"/>
              </a:ext>
            </a:extLst>
          </p:cNvPr>
          <p:cNvSpPr/>
          <p:nvPr userDrawn="1"/>
        </p:nvSpPr>
        <p:spPr>
          <a:xfrm>
            <a:off x="4533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pattern">
            <a:extLst>
              <a:ext uri="{FF2B5EF4-FFF2-40B4-BE49-F238E27FC236}">
                <a16:creationId xmlns:a16="http://schemas.microsoft.com/office/drawing/2014/main" id="{871C5217-6DAF-4431-5930-820092F1F973}"/>
              </a:ext>
            </a:extLst>
          </p:cNvPr>
          <p:cNvSpPr/>
          <p:nvPr userDrawn="1"/>
        </p:nvSpPr>
        <p:spPr>
          <a:xfrm>
            <a:off x="4724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pattern">
            <a:extLst>
              <a:ext uri="{FF2B5EF4-FFF2-40B4-BE49-F238E27FC236}">
                <a16:creationId xmlns:a16="http://schemas.microsoft.com/office/drawing/2014/main" id="{F06DB54C-74CD-3821-F000-7EF1D7070E10}"/>
              </a:ext>
            </a:extLst>
          </p:cNvPr>
          <p:cNvSpPr/>
          <p:nvPr userDrawn="1"/>
        </p:nvSpPr>
        <p:spPr>
          <a:xfrm>
            <a:off x="4914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pattern">
            <a:extLst>
              <a:ext uri="{FF2B5EF4-FFF2-40B4-BE49-F238E27FC236}">
                <a16:creationId xmlns:a16="http://schemas.microsoft.com/office/drawing/2014/main" id="{6985C3DE-B019-6710-62EE-71BE49DCBE6A}"/>
              </a:ext>
            </a:extLst>
          </p:cNvPr>
          <p:cNvSpPr/>
          <p:nvPr userDrawn="1"/>
        </p:nvSpPr>
        <p:spPr>
          <a:xfrm>
            <a:off x="5105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pattern">
            <a:extLst>
              <a:ext uri="{FF2B5EF4-FFF2-40B4-BE49-F238E27FC236}">
                <a16:creationId xmlns:a16="http://schemas.microsoft.com/office/drawing/2014/main" id="{DA756ABE-50BD-4738-EA6E-EC674993A766}"/>
              </a:ext>
            </a:extLst>
          </p:cNvPr>
          <p:cNvSpPr/>
          <p:nvPr userDrawn="1"/>
        </p:nvSpPr>
        <p:spPr>
          <a:xfrm>
            <a:off x="5295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pattern">
            <a:extLst>
              <a:ext uri="{FF2B5EF4-FFF2-40B4-BE49-F238E27FC236}">
                <a16:creationId xmlns:a16="http://schemas.microsoft.com/office/drawing/2014/main" id="{B722D2B1-DB3C-6362-DA6B-7B78095FFC2A}"/>
              </a:ext>
            </a:extLst>
          </p:cNvPr>
          <p:cNvSpPr/>
          <p:nvPr userDrawn="1"/>
        </p:nvSpPr>
        <p:spPr>
          <a:xfrm>
            <a:off x="5486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pattern">
            <a:extLst>
              <a:ext uri="{FF2B5EF4-FFF2-40B4-BE49-F238E27FC236}">
                <a16:creationId xmlns:a16="http://schemas.microsoft.com/office/drawing/2014/main" id="{30ADB43B-0BBA-A088-0D30-5CD9E0999E3B}"/>
              </a:ext>
            </a:extLst>
          </p:cNvPr>
          <p:cNvSpPr/>
          <p:nvPr userDrawn="1"/>
        </p:nvSpPr>
        <p:spPr>
          <a:xfrm>
            <a:off x="5676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pattern">
            <a:extLst>
              <a:ext uri="{FF2B5EF4-FFF2-40B4-BE49-F238E27FC236}">
                <a16:creationId xmlns:a16="http://schemas.microsoft.com/office/drawing/2014/main" id="{4B61B19C-B1BE-A794-3E2B-43269DA03F08}"/>
              </a:ext>
            </a:extLst>
          </p:cNvPr>
          <p:cNvSpPr/>
          <p:nvPr userDrawn="1"/>
        </p:nvSpPr>
        <p:spPr>
          <a:xfrm>
            <a:off x="5867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pattern">
            <a:extLst>
              <a:ext uri="{FF2B5EF4-FFF2-40B4-BE49-F238E27FC236}">
                <a16:creationId xmlns:a16="http://schemas.microsoft.com/office/drawing/2014/main" id="{62B8990B-1547-9412-21F3-C3C75024DC26}"/>
              </a:ext>
            </a:extLst>
          </p:cNvPr>
          <p:cNvSpPr/>
          <p:nvPr userDrawn="1"/>
        </p:nvSpPr>
        <p:spPr>
          <a:xfrm>
            <a:off x="6057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pattern">
            <a:extLst>
              <a:ext uri="{FF2B5EF4-FFF2-40B4-BE49-F238E27FC236}">
                <a16:creationId xmlns:a16="http://schemas.microsoft.com/office/drawing/2014/main" id="{52F3C2E7-77B6-1E5B-C7AF-8D31F554F259}"/>
              </a:ext>
            </a:extLst>
          </p:cNvPr>
          <p:cNvSpPr/>
          <p:nvPr userDrawn="1"/>
        </p:nvSpPr>
        <p:spPr>
          <a:xfrm>
            <a:off x="6248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pattern">
            <a:extLst>
              <a:ext uri="{FF2B5EF4-FFF2-40B4-BE49-F238E27FC236}">
                <a16:creationId xmlns:a16="http://schemas.microsoft.com/office/drawing/2014/main" id="{AF12A255-D707-0986-AE28-A1C2A7B96930}"/>
              </a:ext>
            </a:extLst>
          </p:cNvPr>
          <p:cNvSpPr/>
          <p:nvPr userDrawn="1"/>
        </p:nvSpPr>
        <p:spPr>
          <a:xfrm>
            <a:off x="6438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pattern">
            <a:extLst>
              <a:ext uri="{FF2B5EF4-FFF2-40B4-BE49-F238E27FC236}">
                <a16:creationId xmlns:a16="http://schemas.microsoft.com/office/drawing/2014/main" id="{3F74CE37-AC8F-031F-E18C-7A9E45E49A4E}"/>
              </a:ext>
            </a:extLst>
          </p:cNvPr>
          <p:cNvSpPr/>
          <p:nvPr userDrawn="1"/>
        </p:nvSpPr>
        <p:spPr>
          <a:xfrm>
            <a:off x="6629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pattern">
            <a:extLst>
              <a:ext uri="{FF2B5EF4-FFF2-40B4-BE49-F238E27FC236}">
                <a16:creationId xmlns:a16="http://schemas.microsoft.com/office/drawing/2014/main" id="{73A02407-8536-61C6-5E28-2A1C17919C88}"/>
              </a:ext>
            </a:extLst>
          </p:cNvPr>
          <p:cNvSpPr/>
          <p:nvPr userDrawn="1"/>
        </p:nvSpPr>
        <p:spPr>
          <a:xfrm>
            <a:off x="6819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pattern">
            <a:extLst>
              <a:ext uri="{FF2B5EF4-FFF2-40B4-BE49-F238E27FC236}">
                <a16:creationId xmlns:a16="http://schemas.microsoft.com/office/drawing/2014/main" id="{BCA8EFE2-06BF-00A3-C075-55D340361A07}"/>
              </a:ext>
            </a:extLst>
          </p:cNvPr>
          <p:cNvSpPr/>
          <p:nvPr userDrawn="1"/>
        </p:nvSpPr>
        <p:spPr>
          <a:xfrm>
            <a:off x="7010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pattern">
            <a:extLst>
              <a:ext uri="{FF2B5EF4-FFF2-40B4-BE49-F238E27FC236}">
                <a16:creationId xmlns:a16="http://schemas.microsoft.com/office/drawing/2014/main" id="{965A8ECE-DF92-3EE5-3012-D794DCB47D79}"/>
              </a:ext>
            </a:extLst>
          </p:cNvPr>
          <p:cNvSpPr/>
          <p:nvPr userDrawn="1"/>
        </p:nvSpPr>
        <p:spPr>
          <a:xfrm>
            <a:off x="7200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pattern">
            <a:extLst>
              <a:ext uri="{FF2B5EF4-FFF2-40B4-BE49-F238E27FC236}">
                <a16:creationId xmlns:a16="http://schemas.microsoft.com/office/drawing/2014/main" id="{98E979CC-DEC6-D848-DF4B-192F51FC4CF5}"/>
              </a:ext>
            </a:extLst>
          </p:cNvPr>
          <p:cNvSpPr/>
          <p:nvPr userDrawn="1"/>
        </p:nvSpPr>
        <p:spPr>
          <a:xfrm>
            <a:off x="7391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pattern">
            <a:extLst>
              <a:ext uri="{FF2B5EF4-FFF2-40B4-BE49-F238E27FC236}">
                <a16:creationId xmlns:a16="http://schemas.microsoft.com/office/drawing/2014/main" id="{9B124075-6C0E-DB8F-233E-737A963DBA31}"/>
              </a:ext>
            </a:extLst>
          </p:cNvPr>
          <p:cNvSpPr/>
          <p:nvPr userDrawn="1"/>
        </p:nvSpPr>
        <p:spPr>
          <a:xfrm>
            <a:off x="7581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pattern">
            <a:extLst>
              <a:ext uri="{FF2B5EF4-FFF2-40B4-BE49-F238E27FC236}">
                <a16:creationId xmlns:a16="http://schemas.microsoft.com/office/drawing/2014/main" id="{7BE99B20-CBDB-733C-7567-3643B060A700}"/>
              </a:ext>
            </a:extLst>
          </p:cNvPr>
          <p:cNvSpPr/>
          <p:nvPr userDrawn="1"/>
        </p:nvSpPr>
        <p:spPr>
          <a:xfrm>
            <a:off x="7772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pattern">
            <a:extLst>
              <a:ext uri="{FF2B5EF4-FFF2-40B4-BE49-F238E27FC236}">
                <a16:creationId xmlns:a16="http://schemas.microsoft.com/office/drawing/2014/main" id="{19BDE725-DF25-C3C8-0FEC-A14A057E7497}"/>
              </a:ext>
            </a:extLst>
          </p:cNvPr>
          <p:cNvSpPr/>
          <p:nvPr userDrawn="1"/>
        </p:nvSpPr>
        <p:spPr>
          <a:xfrm>
            <a:off x="7962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pattern">
            <a:extLst>
              <a:ext uri="{FF2B5EF4-FFF2-40B4-BE49-F238E27FC236}">
                <a16:creationId xmlns:a16="http://schemas.microsoft.com/office/drawing/2014/main" id="{E8BEEDDB-F4AD-823B-E074-191E005DDF52}"/>
              </a:ext>
            </a:extLst>
          </p:cNvPr>
          <p:cNvSpPr/>
          <p:nvPr userDrawn="1"/>
        </p:nvSpPr>
        <p:spPr>
          <a:xfrm>
            <a:off x="8153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pattern">
            <a:extLst>
              <a:ext uri="{FF2B5EF4-FFF2-40B4-BE49-F238E27FC236}">
                <a16:creationId xmlns:a16="http://schemas.microsoft.com/office/drawing/2014/main" id="{96CA02E3-2E2E-569E-00E7-E2BC68503B82}"/>
              </a:ext>
            </a:extLst>
          </p:cNvPr>
          <p:cNvSpPr/>
          <p:nvPr userDrawn="1"/>
        </p:nvSpPr>
        <p:spPr>
          <a:xfrm>
            <a:off x="8343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pattern">
            <a:extLst>
              <a:ext uri="{FF2B5EF4-FFF2-40B4-BE49-F238E27FC236}">
                <a16:creationId xmlns:a16="http://schemas.microsoft.com/office/drawing/2014/main" id="{EB5E1ADF-DD43-9920-C2BC-20068B6CDA05}"/>
              </a:ext>
            </a:extLst>
          </p:cNvPr>
          <p:cNvSpPr/>
          <p:nvPr userDrawn="1"/>
        </p:nvSpPr>
        <p:spPr>
          <a:xfrm>
            <a:off x="8534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pattern">
            <a:extLst>
              <a:ext uri="{FF2B5EF4-FFF2-40B4-BE49-F238E27FC236}">
                <a16:creationId xmlns:a16="http://schemas.microsoft.com/office/drawing/2014/main" id="{82072E5D-13BC-1A52-EB50-B1FF60C4D14E}"/>
              </a:ext>
            </a:extLst>
          </p:cNvPr>
          <p:cNvSpPr/>
          <p:nvPr userDrawn="1"/>
        </p:nvSpPr>
        <p:spPr>
          <a:xfrm>
            <a:off x="8724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pattern">
            <a:extLst>
              <a:ext uri="{FF2B5EF4-FFF2-40B4-BE49-F238E27FC236}">
                <a16:creationId xmlns:a16="http://schemas.microsoft.com/office/drawing/2014/main" id="{BDF611F3-203A-7B02-FBC8-48FE4337D209}"/>
              </a:ext>
            </a:extLst>
          </p:cNvPr>
          <p:cNvSpPr/>
          <p:nvPr userDrawn="1"/>
        </p:nvSpPr>
        <p:spPr>
          <a:xfrm>
            <a:off x="8915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pattern">
            <a:extLst>
              <a:ext uri="{FF2B5EF4-FFF2-40B4-BE49-F238E27FC236}">
                <a16:creationId xmlns:a16="http://schemas.microsoft.com/office/drawing/2014/main" id="{DCED34CA-B1FE-6449-23B1-B7F833255EC4}"/>
              </a:ext>
            </a:extLst>
          </p:cNvPr>
          <p:cNvSpPr/>
          <p:nvPr userDrawn="1"/>
        </p:nvSpPr>
        <p:spPr>
          <a:xfrm>
            <a:off x="9105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pattern">
            <a:extLst>
              <a:ext uri="{FF2B5EF4-FFF2-40B4-BE49-F238E27FC236}">
                <a16:creationId xmlns:a16="http://schemas.microsoft.com/office/drawing/2014/main" id="{88061A13-1B8F-7A36-8477-3087B19054AD}"/>
              </a:ext>
            </a:extLst>
          </p:cNvPr>
          <p:cNvSpPr/>
          <p:nvPr userDrawn="1"/>
        </p:nvSpPr>
        <p:spPr>
          <a:xfrm>
            <a:off x="9296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pattern">
            <a:extLst>
              <a:ext uri="{FF2B5EF4-FFF2-40B4-BE49-F238E27FC236}">
                <a16:creationId xmlns:a16="http://schemas.microsoft.com/office/drawing/2014/main" id="{642B9640-8DCF-0521-F40D-D4CAE6AAD99A}"/>
              </a:ext>
            </a:extLst>
          </p:cNvPr>
          <p:cNvSpPr/>
          <p:nvPr userDrawn="1"/>
        </p:nvSpPr>
        <p:spPr>
          <a:xfrm>
            <a:off x="9486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pattern">
            <a:extLst>
              <a:ext uri="{FF2B5EF4-FFF2-40B4-BE49-F238E27FC236}">
                <a16:creationId xmlns:a16="http://schemas.microsoft.com/office/drawing/2014/main" id="{DD0EDB41-3817-EA2D-D2E8-12973404A759}"/>
              </a:ext>
            </a:extLst>
          </p:cNvPr>
          <p:cNvSpPr/>
          <p:nvPr userDrawn="1"/>
        </p:nvSpPr>
        <p:spPr>
          <a:xfrm>
            <a:off x="9677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pattern">
            <a:extLst>
              <a:ext uri="{FF2B5EF4-FFF2-40B4-BE49-F238E27FC236}">
                <a16:creationId xmlns:a16="http://schemas.microsoft.com/office/drawing/2014/main" id="{82A3BA25-E0B6-AABC-AF39-8F7CD08DBCB8}"/>
              </a:ext>
            </a:extLst>
          </p:cNvPr>
          <p:cNvSpPr/>
          <p:nvPr userDrawn="1"/>
        </p:nvSpPr>
        <p:spPr>
          <a:xfrm>
            <a:off x="9867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pattern">
            <a:extLst>
              <a:ext uri="{FF2B5EF4-FFF2-40B4-BE49-F238E27FC236}">
                <a16:creationId xmlns:a16="http://schemas.microsoft.com/office/drawing/2014/main" id="{C3ABB9A3-3AE2-6283-5557-610C7F5FAB72}"/>
              </a:ext>
            </a:extLst>
          </p:cNvPr>
          <p:cNvSpPr/>
          <p:nvPr userDrawn="1"/>
        </p:nvSpPr>
        <p:spPr>
          <a:xfrm>
            <a:off x="10058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pattern">
            <a:extLst>
              <a:ext uri="{FF2B5EF4-FFF2-40B4-BE49-F238E27FC236}">
                <a16:creationId xmlns:a16="http://schemas.microsoft.com/office/drawing/2014/main" id="{BE763D0D-20CD-BAB5-15DD-E15F6A7FBE5F}"/>
              </a:ext>
            </a:extLst>
          </p:cNvPr>
          <p:cNvSpPr/>
          <p:nvPr userDrawn="1"/>
        </p:nvSpPr>
        <p:spPr>
          <a:xfrm>
            <a:off x="10248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pattern">
            <a:extLst>
              <a:ext uri="{FF2B5EF4-FFF2-40B4-BE49-F238E27FC236}">
                <a16:creationId xmlns:a16="http://schemas.microsoft.com/office/drawing/2014/main" id="{87B207D1-93FD-7D5C-4079-C2AF8AD1D105}"/>
              </a:ext>
            </a:extLst>
          </p:cNvPr>
          <p:cNvSpPr/>
          <p:nvPr userDrawn="1"/>
        </p:nvSpPr>
        <p:spPr>
          <a:xfrm>
            <a:off x="10439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pattern">
            <a:extLst>
              <a:ext uri="{FF2B5EF4-FFF2-40B4-BE49-F238E27FC236}">
                <a16:creationId xmlns:a16="http://schemas.microsoft.com/office/drawing/2014/main" id="{F49868AA-ABA6-E07A-1456-08B2252B3975}"/>
              </a:ext>
            </a:extLst>
          </p:cNvPr>
          <p:cNvSpPr/>
          <p:nvPr userDrawn="1"/>
        </p:nvSpPr>
        <p:spPr>
          <a:xfrm>
            <a:off x="10629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pattern">
            <a:extLst>
              <a:ext uri="{FF2B5EF4-FFF2-40B4-BE49-F238E27FC236}">
                <a16:creationId xmlns:a16="http://schemas.microsoft.com/office/drawing/2014/main" id="{5A8E4CBB-496F-2235-D766-01E79A6B47F3}"/>
              </a:ext>
            </a:extLst>
          </p:cNvPr>
          <p:cNvSpPr/>
          <p:nvPr userDrawn="1"/>
        </p:nvSpPr>
        <p:spPr>
          <a:xfrm>
            <a:off x="10820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pattern">
            <a:extLst>
              <a:ext uri="{FF2B5EF4-FFF2-40B4-BE49-F238E27FC236}">
                <a16:creationId xmlns:a16="http://schemas.microsoft.com/office/drawing/2014/main" id="{EBD98386-92D2-84BD-2F25-6AA232E9F00E}"/>
              </a:ext>
            </a:extLst>
          </p:cNvPr>
          <p:cNvSpPr/>
          <p:nvPr userDrawn="1"/>
        </p:nvSpPr>
        <p:spPr>
          <a:xfrm>
            <a:off x="11010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pattern">
            <a:extLst>
              <a:ext uri="{FF2B5EF4-FFF2-40B4-BE49-F238E27FC236}">
                <a16:creationId xmlns:a16="http://schemas.microsoft.com/office/drawing/2014/main" id="{CFB93584-BDA6-94E7-C6B2-F85128DA92E2}"/>
              </a:ext>
            </a:extLst>
          </p:cNvPr>
          <p:cNvSpPr/>
          <p:nvPr userDrawn="1"/>
        </p:nvSpPr>
        <p:spPr>
          <a:xfrm>
            <a:off x="11201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pattern">
            <a:extLst>
              <a:ext uri="{FF2B5EF4-FFF2-40B4-BE49-F238E27FC236}">
                <a16:creationId xmlns:a16="http://schemas.microsoft.com/office/drawing/2014/main" id="{EBFC48D8-26AD-C99F-1998-9A2E7BE07BA5}"/>
              </a:ext>
            </a:extLst>
          </p:cNvPr>
          <p:cNvSpPr/>
          <p:nvPr userDrawn="1"/>
        </p:nvSpPr>
        <p:spPr>
          <a:xfrm>
            <a:off x="11391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pattern">
            <a:extLst>
              <a:ext uri="{FF2B5EF4-FFF2-40B4-BE49-F238E27FC236}">
                <a16:creationId xmlns:a16="http://schemas.microsoft.com/office/drawing/2014/main" id="{E8A15515-77E6-294E-DE87-1D552192DBD4}"/>
              </a:ext>
            </a:extLst>
          </p:cNvPr>
          <p:cNvSpPr/>
          <p:nvPr userDrawn="1"/>
        </p:nvSpPr>
        <p:spPr>
          <a:xfrm>
            <a:off x="11582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pattern">
            <a:extLst>
              <a:ext uri="{FF2B5EF4-FFF2-40B4-BE49-F238E27FC236}">
                <a16:creationId xmlns:a16="http://schemas.microsoft.com/office/drawing/2014/main" id="{6BB09FA3-4E8C-E969-B6F3-8FE7C97634B8}"/>
              </a:ext>
            </a:extLst>
          </p:cNvPr>
          <p:cNvSpPr/>
          <p:nvPr userDrawn="1"/>
        </p:nvSpPr>
        <p:spPr>
          <a:xfrm>
            <a:off x="11772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pattern">
            <a:extLst>
              <a:ext uri="{FF2B5EF4-FFF2-40B4-BE49-F238E27FC236}">
                <a16:creationId xmlns:a16="http://schemas.microsoft.com/office/drawing/2014/main" id="{47B3E994-2448-4795-5B0B-BCAC9FF55157}"/>
              </a:ext>
            </a:extLst>
          </p:cNvPr>
          <p:cNvSpPr/>
          <p:nvPr userDrawn="1"/>
        </p:nvSpPr>
        <p:spPr>
          <a:xfrm>
            <a:off x="11963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pattern">
            <a:extLst>
              <a:ext uri="{FF2B5EF4-FFF2-40B4-BE49-F238E27FC236}">
                <a16:creationId xmlns:a16="http://schemas.microsoft.com/office/drawing/2014/main" id="{E09F8F17-524B-DEBC-DBFB-8CAA6D2C35C0}"/>
              </a:ext>
            </a:extLst>
          </p:cNvPr>
          <p:cNvSpPr/>
          <p:nvPr userDrawn="1"/>
        </p:nvSpPr>
        <p:spPr>
          <a:xfrm>
            <a:off x="12153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pattern">
            <a:extLst>
              <a:ext uri="{FF2B5EF4-FFF2-40B4-BE49-F238E27FC236}">
                <a16:creationId xmlns:a16="http://schemas.microsoft.com/office/drawing/2014/main" id="{5648E4CD-4FC0-AFD7-AD04-E438A8D3B102}"/>
              </a:ext>
            </a:extLst>
          </p:cNvPr>
          <p:cNvSpPr/>
          <p:nvPr userDrawn="1"/>
        </p:nvSpPr>
        <p:spPr>
          <a:xfrm>
            <a:off x="247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pattern">
            <a:extLst>
              <a:ext uri="{FF2B5EF4-FFF2-40B4-BE49-F238E27FC236}">
                <a16:creationId xmlns:a16="http://schemas.microsoft.com/office/drawing/2014/main" id="{4C8F0582-FD6F-1112-0ADD-98D0D6071FE1}"/>
              </a:ext>
            </a:extLst>
          </p:cNvPr>
          <p:cNvSpPr/>
          <p:nvPr userDrawn="1"/>
        </p:nvSpPr>
        <p:spPr>
          <a:xfrm>
            <a:off x="438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pattern">
            <a:extLst>
              <a:ext uri="{FF2B5EF4-FFF2-40B4-BE49-F238E27FC236}">
                <a16:creationId xmlns:a16="http://schemas.microsoft.com/office/drawing/2014/main" id="{5AF30891-2742-DB46-1708-1E7E9C16CD0E}"/>
              </a:ext>
            </a:extLst>
          </p:cNvPr>
          <p:cNvSpPr/>
          <p:nvPr userDrawn="1"/>
        </p:nvSpPr>
        <p:spPr>
          <a:xfrm>
            <a:off x="628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pattern">
            <a:extLst>
              <a:ext uri="{FF2B5EF4-FFF2-40B4-BE49-F238E27FC236}">
                <a16:creationId xmlns:a16="http://schemas.microsoft.com/office/drawing/2014/main" id="{07F5564D-AA47-9135-EA87-69841CA88DCE}"/>
              </a:ext>
            </a:extLst>
          </p:cNvPr>
          <p:cNvSpPr/>
          <p:nvPr userDrawn="1"/>
        </p:nvSpPr>
        <p:spPr>
          <a:xfrm>
            <a:off x="819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pattern">
            <a:extLst>
              <a:ext uri="{FF2B5EF4-FFF2-40B4-BE49-F238E27FC236}">
                <a16:creationId xmlns:a16="http://schemas.microsoft.com/office/drawing/2014/main" id="{0E61ECAB-4436-799E-B8EA-85A2DAE66201}"/>
              </a:ext>
            </a:extLst>
          </p:cNvPr>
          <p:cNvSpPr/>
          <p:nvPr userDrawn="1"/>
        </p:nvSpPr>
        <p:spPr>
          <a:xfrm>
            <a:off x="1009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pattern">
            <a:extLst>
              <a:ext uri="{FF2B5EF4-FFF2-40B4-BE49-F238E27FC236}">
                <a16:creationId xmlns:a16="http://schemas.microsoft.com/office/drawing/2014/main" id="{98900592-2825-2D3B-ED3C-F773D3729FBD}"/>
              </a:ext>
            </a:extLst>
          </p:cNvPr>
          <p:cNvSpPr/>
          <p:nvPr userDrawn="1"/>
        </p:nvSpPr>
        <p:spPr>
          <a:xfrm>
            <a:off x="1200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pattern">
            <a:extLst>
              <a:ext uri="{FF2B5EF4-FFF2-40B4-BE49-F238E27FC236}">
                <a16:creationId xmlns:a16="http://schemas.microsoft.com/office/drawing/2014/main" id="{5722AB7C-97BF-B627-C37D-AD06CB34E4E7}"/>
              </a:ext>
            </a:extLst>
          </p:cNvPr>
          <p:cNvSpPr/>
          <p:nvPr userDrawn="1"/>
        </p:nvSpPr>
        <p:spPr>
          <a:xfrm>
            <a:off x="1390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pattern">
            <a:extLst>
              <a:ext uri="{FF2B5EF4-FFF2-40B4-BE49-F238E27FC236}">
                <a16:creationId xmlns:a16="http://schemas.microsoft.com/office/drawing/2014/main" id="{EDA366BE-0B34-C3F5-DA35-12AA899315CC}"/>
              </a:ext>
            </a:extLst>
          </p:cNvPr>
          <p:cNvSpPr/>
          <p:nvPr userDrawn="1"/>
        </p:nvSpPr>
        <p:spPr>
          <a:xfrm>
            <a:off x="1581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pattern">
            <a:extLst>
              <a:ext uri="{FF2B5EF4-FFF2-40B4-BE49-F238E27FC236}">
                <a16:creationId xmlns:a16="http://schemas.microsoft.com/office/drawing/2014/main" id="{E277B697-C88B-5AE3-FF00-29B9FBAEB21C}"/>
              </a:ext>
            </a:extLst>
          </p:cNvPr>
          <p:cNvSpPr/>
          <p:nvPr userDrawn="1"/>
        </p:nvSpPr>
        <p:spPr>
          <a:xfrm>
            <a:off x="1771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pattern">
            <a:extLst>
              <a:ext uri="{FF2B5EF4-FFF2-40B4-BE49-F238E27FC236}">
                <a16:creationId xmlns:a16="http://schemas.microsoft.com/office/drawing/2014/main" id="{044C19C3-E5AF-6BAC-980C-BE5850269FF0}"/>
              </a:ext>
            </a:extLst>
          </p:cNvPr>
          <p:cNvSpPr/>
          <p:nvPr userDrawn="1"/>
        </p:nvSpPr>
        <p:spPr>
          <a:xfrm>
            <a:off x="1962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pattern">
            <a:extLst>
              <a:ext uri="{FF2B5EF4-FFF2-40B4-BE49-F238E27FC236}">
                <a16:creationId xmlns:a16="http://schemas.microsoft.com/office/drawing/2014/main" id="{B93E8BFD-2F3F-68FE-0AD9-B6EF08AAB74D}"/>
              </a:ext>
            </a:extLst>
          </p:cNvPr>
          <p:cNvSpPr/>
          <p:nvPr userDrawn="1"/>
        </p:nvSpPr>
        <p:spPr>
          <a:xfrm>
            <a:off x="2152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pattern">
            <a:extLst>
              <a:ext uri="{FF2B5EF4-FFF2-40B4-BE49-F238E27FC236}">
                <a16:creationId xmlns:a16="http://schemas.microsoft.com/office/drawing/2014/main" id="{8003117D-432F-F250-29F9-7C7403C121E7}"/>
              </a:ext>
            </a:extLst>
          </p:cNvPr>
          <p:cNvSpPr/>
          <p:nvPr userDrawn="1"/>
        </p:nvSpPr>
        <p:spPr>
          <a:xfrm>
            <a:off x="2343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pattern">
            <a:extLst>
              <a:ext uri="{FF2B5EF4-FFF2-40B4-BE49-F238E27FC236}">
                <a16:creationId xmlns:a16="http://schemas.microsoft.com/office/drawing/2014/main" id="{4E90CD3B-B7C2-0934-A749-63A7E4D58E86}"/>
              </a:ext>
            </a:extLst>
          </p:cNvPr>
          <p:cNvSpPr/>
          <p:nvPr userDrawn="1"/>
        </p:nvSpPr>
        <p:spPr>
          <a:xfrm>
            <a:off x="2533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pattern">
            <a:extLst>
              <a:ext uri="{FF2B5EF4-FFF2-40B4-BE49-F238E27FC236}">
                <a16:creationId xmlns:a16="http://schemas.microsoft.com/office/drawing/2014/main" id="{253A2A7F-0D58-1F87-11D2-8CC339A6E84A}"/>
              </a:ext>
            </a:extLst>
          </p:cNvPr>
          <p:cNvSpPr/>
          <p:nvPr userDrawn="1"/>
        </p:nvSpPr>
        <p:spPr>
          <a:xfrm>
            <a:off x="2724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pattern">
            <a:extLst>
              <a:ext uri="{FF2B5EF4-FFF2-40B4-BE49-F238E27FC236}">
                <a16:creationId xmlns:a16="http://schemas.microsoft.com/office/drawing/2014/main" id="{E6375E6F-FF21-C3CB-74D6-52C5EE53C74B}"/>
              </a:ext>
            </a:extLst>
          </p:cNvPr>
          <p:cNvSpPr/>
          <p:nvPr userDrawn="1"/>
        </p:nvSpPr>
        <p:spPr>
          <a:xfrm>
            <a:off x="2914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pattern">
            <a:extLst>
              <a:ext uri="{FF2B5EF4-FFF2-40B4-BE49-F238E27FC236}">
                <a16:creationId xmlns:a16="http://schemas.microsoft.com/office/drawing/2014/main" id="{75844F2B-272E-7BB2-D9B7-683B01DAC353}"/>
              </a:ext>
            </a:extLst>
          </p:cNvPr>
          <p:cNvSpPr/>
          <p:nvPr userDrawn="1"/>
        </p:nvSpPr>
        <p:spPr>
          <a:xfrm>
            <a:off x="3105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pattern">
            <a:extLst>
              <a:ext uri="{FF2B5EF4-FFF2-40B4-BE49-F238E27FC236}">
                <a16:creationId xmlns:a16="http://schemas.microsoft.com/office/drawing/2014/main" id="{C81A6E14-D9E7-DE70-17DB-9C473785B41F}"/>
              </a:ext>
            </a:extLst>
          </p:cNvPr>
          <p:cNvSpPr/>
          <p:nvPr userDrawn="1"/>
        </p:nvSpPr>
        <p:spPr>
          <a:xfrm>
            <a:off x="3295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pattern">
            <a:extLst>
              <a:ext uri="{FF2B5EF4-FFF2-40B4-BE49-F238E27FC236}">
                <a16:creationId xmlns:a16="http://schemas.microsoft.com/office/drawing/2014/main" id="{BF2EE266-B6A6-CF3D-6864-6F890DE4E6FE}"/>
              </a:ext>
            </a:extLst>
          </p:cNvPr>
          <p:cNvSpPr/>
          <p:nvPr userDrawn="1"/>
        </p:nvSpPr>
        <p:spPr>
          <a:xfrm>
            <a:off x="3486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pattern">
            <a:extLst>
              <a:ext uri="{FF2B5EF4-FFF2-40B4-BE49-F238E27FC236}">
                <a16:creationId xmlns:a16="http://schemas.microsoft.com/office/drawing/2014/main" id="{FE931A37-A178-5551-28C4-2275AA7C912E}"/>
              </a:ext>
            </a:extLst>
          </p:cNvPr>
          <p:cNvSpPr/>
          <p:nvPr userDrawn="1"/>
        </p:nvSpPr>
        <p:spPr>
          <a:xfrm>
            <a:off x="3676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pattern">
            <a:extLst>
              <a:ext uri="{FF2B5EF4-FFF2-40B4-BE49-F238E27FC236}">
                <a16:creationId xmlns:a16="http://schemas.microsoft.com/office/drawing/2014/main" id="{933EE64F-958F-936F-795C-3C06B42A934C}"/>
              </a:ext>
            </a:extLst>
          </p:cNvPr>
          <p:cNvSpPr/>
          <p:nvPr userDrawn="1"/>
        </p:nvSpPr>
        <p:spPr>
          <a:xfrm>
            <a:off x="3867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pattern">
            <a:extLst>
              <a:ext uri="{FF2B5EF4-FFF2-40B4-BE49-F238E27FC236}">
                <a16:creationId xmlns:a16="http://schemas.microsoft.com/office/drawing/2014/main" id="{3752CBF5-4D90-F49D-7F90-8B55EF259BAF}"/>
              </a:ext>
            </a:extLst>
          </p:cNvPr>
          <p:cNvSpPr/>
          <p:nvPr userDrawn="1"/>
        </p:nvSpPr>
        <p:spPr>
          <a:xfrm>
            <a:off x="4057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pattern">
            <a:extLst>
              <a:ext uri="{FF2B5EF4-FFF2-40B4-BE49-F238E27FC236}">
                <a16:creationId xmlns:a16="http://schemas.microsoft.com/office/drawing/2014/main" id="{F59552C8-5116-C633-5396-210CFB9B14FC}"/>
              </a:ext>
            </a:extLst>
          </p:cNvPr>
          <p:cNvSpPr/>
          <p:nvPr userDrawn="1"/>
        </p:nvSpPr>
        <p:spPr>
          <a:xfrm>
            <a:off x="4248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pattern">
            <a:extLst>
              <a:ext uri="{FF2B5EF4-FFF2-40B4-BE49-F238E27FC236}">
                <a16:creationId xmlns:a16="http://schemas.microsoft.com/office/drawing/2014/main" id="{927E5B61-D9F6-9951-7A02-3E528100E878}"/>
              </a:ext>
            </a:extLst>
          </p:cNvPr>
          <p:cNvSpPr/>
          <p:nvPr userDrawn="1"/>
        </p:nvSpPr>
        <p:spPr>
          <a:xfrm>
            <a:off x="4438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pattern">
            <a:extLst>
              <a:ext uri="{FF2B5EF4-FFF2-40B4-BE49-F238E27FC236}">
                <a16:creationId xmlns:a16="http://schemas.microsoft.com/office/drawing/2014/main" id="{8BDE51A2-3839-4DF6-3BC0-D17CD58CD6CC}"/>
              </a:ext>
            </a:extLst>
          </p:cNvPr>
          <p:cNvSpPr/>
          <p:nvPr userDrawn="1"/>
        </p:nvSpPr>
        <p:spPr>
          <a:xfrm>
            <a:off x="4629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pattern">
            <a:extLst>
              <a:ext uri="{FF2B5EF4-FFF2-40B4-BE49-F238E27FC236}">
                <a16:creationId xmlns:a16="http://schemas.microsoft.com/office/drawing/2014/main" id="{8A78E6C6-9D37-C635-8095-B2453D7DE21A}"/>
              </a:ext>
            </a:extLst>
          </p:cNvPr>
          <p:cNvSpPr/>
          <p:nvPr userDrawn="1"/>
        </p:nvSpPr>
        <p:spPr>
          <a:xfrm>
            <a:off x="4819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pattern">
            <a:extLst>
              <a:ext uri="{FF2B5EF4-FFF2-40B4-BE49-F238E27FC236}">
                <a16:creationId xmlns:a16="http://schemas.microsoft.com/office/drawing/2014/main" id="{197ACDE4-9BD8-63E9-C052-E12A6E65CF5E}"/>
              </a:ext>
            </a:extLst>
          </p:cNvPr>
          <p:cNvSpPr/>
          <p:nvPr userDrawn="1"/>
        </p:nvSpPr>
        <p:spPr>
          <a:xfrm>
            <a:off x="5010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pattern">
            <a:extLst>
              <a:ext uri="{FF2B5EF4-FFF2-40B4-BE49-F238E27FC236}">
                <a16:creationId xmlns:a16="http://schemas.microsoft.com/office/drawing/2014/main" id="{E2E138CD-241B-1B79-86E1-4DB27E34736B}"/>
              </a:ext>
            </a:extLst>
          </p:cNvPr>
          <p:cNvSpPr/>
          <p:nvPr userDrawn="1"/>
        </p:nvSpPr>
        <p:spPr>
          <a:xfrm>
            <a:off x="5200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pattern">
            <a:extLst>
              <a:ext uri="{FF2B5EF4-FFF2-40B4-BE49-F238E27FC236}">
                <a16:creationId xmlns:a16="http://schemas.microsoft.com/office/drawing/2014/main" id="{A4E4CD26-66FD-BBF9-398B-0244E5F7C871}"/>
              </a:ext>
            </a:extLst>
          </p:cNvPr>
          <p:cNvSpPr/>
          <p:nvPr userDrawn="1"/>
        </p:nvSpPr>
        <p:spPr>
          <a:xfrm>
            <a:off x="5391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pattern">
            <a:extLst>
              <a:ext uri="{FF2B5EF4-FFF2-40B4-BE49-F238E27FC236}">
                <a16:creationId xmlns:a16="http://schemas.microsoft.com/office/drawing/2014/main" id="{1A104BD7-45DF-A3ED-9601-4616F0B6F299}"/>
              </a:ext>
            </a:extLst>
          </p:cNvPr>
          <p:cNvSpPr/>
          <p:nvPr userDrawn="1"/>
        </p:nvSpPr>
        <p:spPr>
          <a:xfrm>
            <a:off x="5581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pattern">
            <a:extLst>
              <a:ext uri="{FF2B5EF4-FFF2-40B4-BE49-F238E27FC236}">
                <a16:creationId xmlns:a16="http://schemas.microsoft.com/office/drawing/2014/main" id="{04F769AA-0A6E-2A1D-0075-0A227F757F2D}"/>
              </a:ext>
            </a:extLst>
          </p:cNvPr>
          <p:cNvSpPr/>
          <p:nvPr userDrawn="1"/>
        </p:nvSpPr>
        <p:spPr>
          <a:xfrm>
            <a:off x="5772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pattern">
            <a:extLst>
              <a:ext uri="{FF2B5EF4-FFF2-40B4-BE49-F238E27FC236}">
                <a16:creationId xmlns:a16="http://schemas.microsoft.com/office/drawing/2014/main" id="{C6B6E763-5B82-B095-A91B-6AAFB3BD8A3F}"/>
              </a:ext>
            </a:extLst>
          </p:cNvPr>
          <p:cNvSpPr/>
          <p:nvPr userDrawn="1"/>
        </p:nvSpPr>
        <p:spPr>
          <a:xfrm>
            <a:off x="5962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pattern">
            <a:extLst>
              <a:ext uri="{FF2B5EF4-FFF2-40B4-BE49-F238E27FC236}">
                <a16:creationId xmlns:a16="http://schemas.microsoft.com/office/drawing/2014/main" id="{07E1FA90-DA48-7D00-3BB5-F1BF9B1F4F07}"/>
              </a:ext>
            </a:extLst>
          </p:cNvPr>
          <p:cNvSpPr/>
          <p:nvPr userDrawn="1"/>
        </p:nvSpPr>
        <p:spPr>
          <a:xfrm>
            <a:off x="6153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pattern">
            <a:extLst>
              <a:ext uri="{FF2B5EF4-FFF2-40B4-BE49-F238E27FC236}">
                <a16:creationId xmlns:a16="http://schemas.microsoft.com/office/drawing/2014/main" id="{F815C9F3-A7A4-7B2F-BD66-ADD7CBFBB6DF}"/>
              </a:ext>
            </a:extLst>
          </p:cNvPr>
          <p:cNvSpPr/>
          <p:nvPr userDrawn="1"/>
        </p:nvSpPr>
        <p:spPr>
          <a:xfrm>
            <a:off x="6343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pattern">
            <a:extLst>
              <a:ext uri="{FF2B5EF4-FFF2-40B4-BE49-F238E27FC236}">
                <a16:creationId xmlns:a16="http://schemas.microsoft.com/office/drawing/2014/main" id="{3EE9EB98-1883-E257-6EEB-7A25FFCD5050}"/>
              </a:ext>
            </a:extLst>
          </p:cNvPr>
          <p:cNvSpPr/>
          <p:nvPr userDrawn="1"/>
        </p:nvSpPr>
        <p:spPr>
          <a:xfrm>
            <a:off x="6534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pattern">
            <a:extLst>
              <a:ext uri="{FF2B5EF4-FFF2-40B4-BE49-F238E27FC236}">
                <a16:creationId xmlns:a16="http://schemas.microsoft.com/office/drawing/2014/main" id="{F6360E3D-F7A7-CC44-5F1D-0FA1D1A8797B}"/>
              </a:ext>
            </a:extLst>
          </p:cNvPr>
          <p:cNvSpPr/>
          <p:nvPr userDrawn="1"/>
        </p:nvSpPr>
        <p:spPr>
          <a:xfrm>
            <a:off x="6724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pattern">
            <a:extLst>
              <a:ext uri="{FF2B5EF4-FFF2-40B4-BE49-F238E27FC236}">
                <a16:creationId xmlns:a16="http://schemas.microsoft.com/office/drawing/2014/main" id="{BE22A9F3-C80B-4F1A-0420-F34DCE31A28D}"/>
              </a:ext>
            </a:extLst>
          </p:cNvPr>
          <p:cNvSpPr/>
          <p:nvPr userDrawn="1"/>
        </p:nvSpPr>
        <p:spPr>
          <a:xfrm>
            <a:off x="6915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pattern">
            <a:extLst>
              <a:ext uri="{FF2B5EF4-FFF2-40B4-BE49-F238E27FC236}">
                <a16:creationId xmlns:a16="http://schemas.microsoft.com/office/drawing/2014/main" id="{320DE222-1CED-82D2-FC65-CF241A3C77E9}"/>
              </a:ext>
            </a:extLst>
          </p:cNvPr>
          <p:cNvSpPr/>
          <p:nvPr userDrawn="1"/>
        </p:nvSpPr>
        <p:spPr>
          <a:xfrm>
            <a:off x="7105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pattern">
            <a:extLst>
              <a:ext uri="{FF2B5EF4-FFF2-40B4-BE49-F238E27FC236}">
                <a16:creationId xmlns:a16="http://schemas.microsoft.com/office/drawing/2014/main" id="{8FD68B0E-244A-0F1D-8F86-A74E0BE0AC10}"/>
              </a:ext>
            </a:extLst>
          </p:cNvPr>
          <p:cNvSpPr/>
          <p:nvPr userDrawn="1"/>
        </p:nvSpPr>
        <p:spPr>
          <a:xfrm>
            <a:off x="7296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pattern">
            <a:extLst>
              <a:ext uri="{FF2B5EF4-FFF2-40B4-BE49-F238E27FC236}">
                <a16:creationId xmlns:a16="http://schemas.microsoft.com/office/drawing/2014/main" id="{6CAD33C8-E0A6-8AC6-3B6F-6C72A4648C09}"/>
              </a:ext>
            </a:extLst>
          </p:cNvPr>
          <p:cNvSpPr/>
          <p:nvPr userDrawn="1"/>
        </p:nvSpPr>
        <p:spPr>
          <a:xfrm>
            <a:off x="7486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pattern">
            <a:extLst>
              <a:ext uri="{FF2B5EF4-FFF2-40B4-BE49-F238E27FC236}">
                <a16:creationId xmlns:a16="http://schemas.microsoft.com/office/drawing/2014/main" id="{9895975D-2713-9A4F-6BDB-AEC54E345D5D}"/>
              </a:ext>
            </a:extLst>
          </p:cNvPr>
          <p:cNvSpPr/>
          <p:nvPr userDrawn="1"/>
        </p:nvSpPr>
        <p:spPr>
          <a:xfrm>
            <a:off x="7677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pattern">
            <a:extLst>
              <a:ext uri="{FF2B5EF4-FFF2-40B4-BE49-F238E27FC236}">
                <a16:creationId xmlns:a16="http://schemas.microsoft.com/office/drawing/2014/main" id="{BACEDFB5-C2D5-EC31-98CA-D62305375872}"/>
              </a:ext>
            </a:extLst>
          </p:cNvPr>
          <p:cNvSpPr/>
          <p:nvPr userDrawn="1"/>
        </p:nvSpPr>
        <p:spPr>
          <a:xfrm>
            <a:off x="7867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pattern">
            <a:extLst>
              <a:ext uri="{FF2B5EF4-FFF2-40B4-BE49-F238E27FC236}">
                <a16:creationId xmlns:a16="http://schemas.microsoft.com/office/drawing/2014/main" id="{DEF7741B-58A2-5C56-36F1-849059344148}"/>
              </a:ext>
            </a:extLst>
          </p:cNvPr>
          <p:cNvSpPr/>
          <p:nvPr userDrawn="1"/>
        </p:nvSpPr>
        <p:spPr>
          <a:xfrm>
            <a:off x="8058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pattern">
            <a:extLst>
              <a:ext uri="{FF2B5EF4-FFF2-40B4-BE49-F238E27FC236}">
                <a16:creationId xmlns:a16="http://schemas.microsoft.com/office/drawing/2014/main" id="{C1222DCD-4363-30A7-AAE9-166B2C78EC0A}"/>
              </a:ext>
            </a:extLst>
          </p:cNvPr>
          <p:cNvSpPr/>
          <p:nvPr userDrawn="1"/>
        </p:nvSpPr>
        <p:spPr>
          <a:xfrm>
            <a:off x="8248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pattern">
            <a:extLst>
              <a:ext uri="{FF2B5EF4-FFF2-40B4-BE49-F238E27FC236}">
                <a16:creationId xmlns:a16="http://schemas.microsoft.com/office/drawing/2014/main" id="{7F2C2BDF-51A2-3088-E9E0-058A940033FA}"/>
              </a:ext>
            </a:extLst>
          </p:cNvPr>
          <p:cNvSpPr/>
          <p:nvPr userDrawn="1"/>
        </p:nvSpPr>
        <p:spPr>
          <a:xfrm>
            <a:off x="8439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pattern">
            <a:extLst>
              <a:ext uri="{FF2B5EF4-FFF2-40B4-BE49-F238E27FC236}">
                <a16:creationId xmlns:a16="http://schemas.microsoft.com/office/drawing/2014/main" id="{0221288D-9EAA-7DC8-0934-633FBDFA3BF5}"/>
              </a:ext>
            </a:extLst>
          </p:cNvPr>
          <p:cNvSpPr/>
          <p:nvPr userDrawn="1"/>
        </p:nvSpPr>
        <p:spPr>
          <a:xfrm>
            <a:off x="8629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pattern">
            <a:extLst>
              <a:ext uri="{FF2B5EF4-FFF2-40B4-BE49-F238E27FC236}">
                <a16:creationId xmlns:a16="http://schemas.microsoft.com/office/drawing/2014/main" id="{8C8FDF81-6750-7C84-99DA-759DBC6537D3}"/>
              </a:ext>
            </a:extLst>
          </p:cNvPr>
          <p:cNvSpPr/>
          <p:nvPr userDrawn="1"/>
        </p:nvSpPr>
        <p:spPr>
          <a:xfrm>
            <a:off x="8820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pattern">
            <a:extLst>
              <a:ext uri="{FF2B5EF4-FFF2-40B4-BE49-F238E27FC236}">
                <a16:creationId xmlns:a16="http://schemas.microsoft.com/office/drawing/2014/main" id="{ED55D43E-AA80-B85D-2B08-025126DA1D97}"/>
              </a:ext>
            </a:extLst>
          </p:cNvPr>
          <p:cNvSpPr/>
          <p:nvPr userDrawn="1"/>
        </p:nvSpPr>
        <p:spPr>
          <a:xfrm>
            <a:off x="9010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pattern">
            <a:extLst>
              <a:ext uri="{FF2B5EF4-FFF2-40B4-BE49-F238E27FC236}">
                <a16:creationId xmlns:a16="http://schemas.microsoft.com/office/drawing/2014/main" id="{47B84734-19CD-1147-E079-60E3FB23112A}"/>
              </a:ext>
            </a:extLst>
          </p:cNvPr>
          <p:cNvSpPr/>
          <p:nvPr userDrawn="1"/>
        </p:nvSpPr>
        <p:spPr>
          <a:xfrm>
            <a:off x="9201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pattern">
            <a:extLst>
              <a:ext uri="{FF2B5EF4-FFF2-40B4-BE49-F238E27FC236}">
                <a16:creationId xmlns:a16="http://schemas.microsoft.com/office/drawing/2014/main" id="{C4B86191-8C1B-4AAD-1ECC-2270E0F55693}"/>
              </a:ext>
            </a:extLst>
          </p:cNvPr>
          <p:cNvSpPr/>
          <p:nvPr userDrawn="1"/>
        </p:nvSpPr>
        <p:spPr>
          <a:xfrm>
            <a:off x="9391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pattern">
            <a:extLst>
              <a:ext uri="{FF2B5EF4-FFF2-40B4-BE49-F238E27FC236}">
                <a16:creationId xmlns:a16="http://schemas.microsoft.com/office/drawing/2014/main" id="{F46281D7-4A22-AB16-9860-C952E8541E3F}"/>
              </a:ext>
            </a:extLst>
          </p:cNvPr>
          <p:cNvSpPr/>
          <p:nvPr userDrawn="1"/>
        </p:nvSpPr>
        <p:spPr>
          <a:xfrm>
            <a:off x="9582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pattern">
            <a:extLst>
              <a:ext uri="{FF2B5EF4-FFF2-40B4-BE49-F238E27FC236}">
                <a16:creationId xmlns:a16="http://schemas.microsoft.com/office/drawing/2014/main" id="{F94CA788-7668-6FEE-8AAC-FA875FA5E683}"/>
              </a:ext>
            </a:extLst>
          </p:cNvPr>
          <p:cNvSpPr/>
          <p:nvPr userDrawn="1"/>
        </p:nvSpPr>
        <p:spPr>
          <a:xfrm>
            <a:off x="9772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pattern">
            <a:extLst>
              <a:ext uri="{FF2B5EF4-FFF2-40B4-BE49-F238E27FC236}">
                <a16:creationId xmlns:a16="http://schemas.microsoft.com/office/drawing/2014/main" id="{C17B968A-9542-CD05-4B58-451CEA828C95}"/>
              </a:ext>
            </a:extLst>
          </p:cNvPr>
          <p:cNvSpPr/>
          <p:nvPr userDrawn="1"/>
        </p:nvSpPr>
        <p:spPr>
          <a:xfrm>
            <a:off x="9963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pattern">
            <a:extLst>
              <a:ext uri="{FF2B5EF4-FFF2-40B4-BE49-F238E27FC236}">
                <a16:creationId xmlns:a16="http://schemas.microsoft.com/office/drawing/2014/main" id="{F87C8A61-547E-8281-F471-B40E30425157}"/>
              </a:ext>
            </a:extLst>
          </p:cNvPr>
          <p:cNvSpPr/>
          <p:nvPr userDrawn="1"/>
        </p:nvSpPr>
        <p:spPr>
          <a:xfrm>
            <a:off x="10153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pattern">
            <a:extLst>
              <a:ext uri="{FF2B5EF4-FFF2-40B4-BE49-F238E27FC236}">
                <a16:creationId xmlns:a16="http://schemas.microsoft.com/office/drawing/2014/main" id="{4B106BDD-9453-FDC8-25B4-F03096017492}"/>
              </a:ext>
            </a:extLst>
          </p:cNvPr>
          <p:cNvSpPr/>
          <p:nvPr userDrawn="1"/>
        </p:nvSpPr>
        <p:spPr>
          <a:xfrm>
            <a:off x="10344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8" name="pattern">
            <a:extLst>
              <a:ext uri="{FF2B5EF4-FFF2-40B4-BE49-F238E27FC236}">
                <a16:creationId xmlns:a16="http://schemas.microsoft.com/office/drawing/2014/main" id="{606EFE72-0365-F65E-085D-BAE11B18FFF9}"/>
              </a:ext>
            </a:extLst>
          </p:cNvPr>
          <p:cNvSpPr/>
          <p:nvPr userDrawn="1"/>
        </p:nvSpPr>
        <p:spPr>
          <a:xfrm>
            <a:off x="10534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pattern">
            <a:extLst>
              <a:ext uri="{FF2B5EF4-FFF2-40B4-BE49-F238E27FC236}">
                <a16:creationId xmlns:a16="http://schemas.microsoft.com/office/drawing/2014/main" id="{7FF742DA-F82D-E46B-BBD7-31ACA0F9012A}"/>
              </a:ext>
            </a:extLst>
          </p:cNvPr>
          <p:cNvSpPr/>
          <p:nvPr userDrawn="1"/>
        </p:nvSpPr>
        <p:spPr>
          <a:xfrm>
            <a:off x="10725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0" name="pattern">
            <a:extLst>
              <a:ext uri="{FF2B5EF4-FFF2-40B4-BE49-F238E27FC236}">
                <a16:creationId xmlns:a16="http://schemas.microsoft.com/office/drawing/2014/main" id="{F6B304B1-12E4-3684-41AA-4D48AD9AD48D}"/>
              </a:ext>
            </a:extLst>
          </p:cNvPr>
          <p:cNvSpPr/>
          <p:nvPr userDrawn="1"/>
        </p:nvSpPr>
        <p:spPr>
          <a:xfrm>
            <a:off x="10915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pattern">
            <a:extLst>
              <a:ext uri="{FF2B5EF4-FFF2-40B4-BE49-F238E27FC236}">
                <a16:creationId xmlns:a16="http://schemas.microsoft.com/office/drawing/2014/main" id="{DE5639AD-6D74-4A22-27AC-BCDAC7980E90}"/>
              </a:ext>
            </a:extLst>
          </p:cNvPr>
          <p:cNvSpPr/>
          <p:nvPr userDrawn="1"/>
        </p:nvSpPr>
        <p:spPr>
          <a:xfrm>
            <a:off x="11106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2" name="pattern">
            <a:extLst>
              <a:ext uri="{FF2B5EF4-FFF2-40B4-BE49-F238E27FC236}">
                <a16:creationId xmlns:a16="http://schemas.microsoft.com/office/drawing/2014/main" id="{80916C30-D7E6-347F-7449-984B2CF1310B}"/>
              </a:ext>
            </a:extLst>
          </p:cNvPr>
          <p:cNvSpPr/>
          <p:nvPr userDrawn="1"/>
        </p:nvSpPr>
        <p:spPr>
          <a:xfrm>
            <a:off x="11296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pattern">
            <a:extLst>
              <a:ext uri="{FF2B5EF4-FFF2-40B4-BE49-F238E27FC236}">
                <a16:creationId xmlns:a16="http://schemas.microsoft.com/office/drawing/2014/main" id="{8658AFBB-251A-1E63-0D8F-7B7916447A97}"/>
              </a:ext>
            </a:extLst>
          </p:cNvPr>
          <p:cNvSpPr/>
          <p:nvPr userDrawn="1"/>
        </p:nvSpPr>
        <p:spPr>
          <a:xfrm>
            <a:off x="11487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4" name="pattern">
            <a:extLst>
              <a:ext uri="{FF2B5EF4-FFF2-40B4-BE49-F238E27FC236}">
                <a16:creationId xmlns:a16="http://schemas.microsoft.com/office/drawing/2014/main" id="{B8890CE2-142F-5DC6-1E48-B6638A7C97E7}"/>
              </a:ext>
            </a:extLst>
          </p:cNvPr>
          <p:cNvSpPr/>
          <p:nvPr userDrawn="1"/>
        </p:nvSpPr>
        <p:spPr>
          <a:xfrm>
            <a:off x="11677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pattern">
            <a:extLst>
              <a:ext uri="{FF2B5EF4-FFF2-40B4-BE49-F238E27FC236}">
                <a16:creationId xmlns:a16="http://schemas.microsoft.com/office/drawing/2014/main" id="{04CD1BD2-3207-881F-B1FC-FA1FA027F0DC}"/>
              </a:ext>
            </a:extLst>
          </p:cNvPr>
          <p:cNvSpPr/>
          <p:nvPr userDrawn="1"/>
        </p:nvSpPr>
        <p:spPr>
          <a:xfrm>
            <a:off x="11868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6" name="pattern">
            <a:extLst>
              <a:ext uri="{FF2B5EF4-FFF2-40B4-BE49-F238E27FC236}">
                <a16:creationId xmlns:a16="http://schemas.microsoft.com/office/drawing/2014/main" id="{7B0B0E44-7516-38C8-D640-2B5868185707}"/>
              </a:ext>
            </a:extLst>
          </p:cNvPr>
          <p:cNvSpPr/>
          <p:nvPr userDrawn="1"/>
        </p:nvSpPr>
        <p:spPr>
          <a:xfrm>
            <a:off x="12058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pattern">
            <a:extLst>
              <a:ext uri="{FF2B5EF4-FFF2-40B4-BE49-F238E27FC236}">
                <a16:creationId xmlns:a16="http://schemas.microsoft.com/office/drawing/2014/main" id="{768F90B1-0D4C-6491-2995-ABCE78A14AD7}"/>
              </a:ext>
            </a:extLst>
          </p:cNvPr>
          <p:cNvSpPr/>
          <p:nvPr userDrawn="1"/>
        </p:nvSpPr>
        <p:spPr>
          <a:xfrm>
            <a:off x="12249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620281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n:closing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901699"/>
            <a:ext cx="11125201" cy="1227774"/>
          </a:xfrm>
          <a:prstGeom prst="rect">
            <a:avLst/>
          </a:prstGeom>
        </p:spPr>
        <p:txBody>
          <a:bodyPr anchor="t"/>
          <a:lstStyle>
            <a:lvl1pPr>
              <a:defRPr sz="3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A66F8C-F25E-4B2E-B2E2-0A218D44351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69B3908-4DF9-450B-8F99-2A754569D7A5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059FCCDA-7095-AF28-E5F9-7E8A1DAA140B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76029" y="2372339"/>
            <a:ext cx="3251982" cy="56505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A7FF1DC0-D313-C510-560D-7FEADF6B339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42116" y="2372339"/>
            <a:ext cx="7473854" cy="56505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1159F5A5-538F-D96C-DDB8-BBA98A13BA1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76029" y="3361186"/>
            <a:ext cx="3251982" cy="56505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3C25FD99-109D-C465-3BA9-22F74C58FBD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042116" y="3361186"/>
            <a:ext cx="7473854" cy="56505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B0B06251-BA1E-ABC4-E3D0-38F8100F973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76029" y="4350033"/>
            <a:ext cx="3251982" cy="56505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3015833D-8202-78E7-99AA-8D70A59EAEF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42116" y="4350033"/>
            <a:ext cx="7473854" cy="56505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B7252A54-FDA4-77AE-99B4-B7649AD4E92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6029" y="5338880"/>
            <a:ext cx="3251982" cy="56505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1B2B8AEB-DDF3-F297-1DE4-79278D0081C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042116" y="5338880"/>
            <a:ext cx="7473854" cy="56505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C21B2248-7FC2-0BEE-2F23-45D14FBFF12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33398" y="6172198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95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19567717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n:evidence_appendix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901699"/>
            <a:ext cx="11125201" cy="1227774"/>
          </a:xfrm>
          <a:prstGeom prst="rect">
            <a:avLst/>
          </a:prstGeom>
        </p:spPr>
        <p:txBody>
          <a:bodyPr anchor="t"/>
          <a:lstStyle>
            <a:lvl1pPr>
              <a:defRPr sz="3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A66F8C-F25E-4B2E-B2E2-0A218D44351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69B3908-4DF9-450B-8F99-2A754569D7A5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A1E5F270-71CE-BE92-7382-C0D05F10B0EC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533398" y="2231074"/>
            <a:ext cx="11125202" cy="3814124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source">
            <a:extLst>
              <a:ext uri="{FF2B5EF4-FFF2-40B4-BE49-F238E27FC236}">
                <a16:creationId xmlns:a16="http://schemas.microsoft.com/office/drawing/2014/main" id="{ADEDA1B4-5087-F369-D16C-ECF414EB97B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33398" y="6172198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95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98196994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n:executive_summary:grid-2x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901699"/>
            <a:ext cx="11125201" cy="1227774"/>
          </a:xfrm>
          <a:prstGeom prst="rect">
            <a:avLst/>
          </a:prstGeom>
        </p:spPr>
        <p:txBody>
          <a:bodyPr anchor="t"/>
          <a:lstStyle>
            <a:lvl1pPr>
              <a:defRPr sz="3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A66F8C-F25E-4B2E-B2E2-0A218D44351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69B3908-4DF9-450B-8F99-2A754569D7A5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E1600693-0E5D-D031-930F-A8D5B72F5C32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761607" y="2457096"/>
            <a:ext cx="4992078" cy="394708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B2C4F865-BAD2-2FA5-DB0D-B57D7C998BF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61607" y="2851805"/>
            <a:ext cx="4992078" cy="94729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1AC1E14B-9DFC-630C-12D3-C50ECFE0B55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438313" y="2457096"/>
            <a:ext cx="4992078" cy="39470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0DAB29C3-E178-8D97-441F-AEB04035BC2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438313" y="2851805"/>
            <a:ext cx="4992078" cy="94729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E813E218-530F-39E8-D3FA-7842F3374EE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61607" y="4477169"/>
            <a:ext cx="4992078" cy="39470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14472401-17E6-8342-762C-BB7098B1370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61607" y="4871878"/>
            <a:ext cx="4992078" cy="94729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DDB6A4A6-71A9-B0F3-40FF-E2C3177D08F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38313" y="4477169"/>
            <a:ext cx="4992078" cy="39470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79C55AEC-E8D2-E6E4-762C-931B4667361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438313" y="4871878"/>
            <a:ext cx="4992078" cy="94729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2494ADD0-5A1D-5964-A021-145A45E2EA4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33398" y="6172198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95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8392380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n:kpi:hero-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901699"/>
            <a:ext cx="11125201" cy="1227774"/>
          </a:xfrm>
          <a:prstGeom prst="rect">
            <a:avLst/>
          </a:prstGeom>
        </p:spPr>
        <p:txBody>
          <a:bodyPr anchor="t"/>
          <a:lstStyle>
            <a:lvl1pPr>
              <a:defRPr sz="3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A66F8C-F25E-4B2E-B2E2-0A218D44351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69B3908-4DF9-450B-8F99-2A754569D7A5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B804D8A8-385A-5419-9228-395C16B9F9D1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7653528" y="2803193"/>
            <a:ext cx="4005073" cy="2669887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AE2B6442-FA99-5019-EEF7-E60A7AB0CD7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33399" y="2231075"/>
            <a:ext cx="6675121" cy="245193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620913E0-D040-9E87-3321-49AB849FB88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33399" y="4683012"/>
            <a:ext cx="6675121" cy="136218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source">
            <a:extLst>
              <a:ext uri="{FF2B5EF4-FFF2-40B4-BE49-F238E27FC236}">
                <a16:creationId xmlns:a16="http://schemas.microsoft.com/office/drawing/2014/main" id="{98798700-8AB4-A41D-0F4F-F5E9782AB15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33398" y="6172198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95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28760439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n:kpi:be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901699"/>
            <a:ext cx="11125201" cy="1227774"/>
          </a:xfrm>
          <a:prstGeom prst="rect">
            <a:avLst/>
          </a:prstGeom>
        </p:spPr>
        <p:txBody>
          <a:bodyPr anchor="t"/>
          <a:lstStyle>
            <a:lvl1pPr>
              <a:defRPr sz="3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A66F8C-F25E-4B2E-B2E2-0A218D44351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69B3908-4DF9-450B-8F99-2A754569D7A5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4FCA2ED5-9BAD-ADCB-1603-86B75221DA73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533398" y="5358656"/>
            <a:ext cx="11125202" cy="686542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D9CDC17A-3483-93FB-95B6-8CC6682E246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61608" y="2457097"/>
            <a:ext cx="5106183" cy="162191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84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09E95606-D9AD-D1BA-B513-F8B570DE4F2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1608" y="4079007"/>
            <a:ext cx="5106183" cy="90106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BB1B8EF6-A419-00F7-51A3-D1CE8F0B55D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552418" y="2457096"/>
            <a:ext cx="4877974" cy="59300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822785BF-B0F2-5EAB-B4F8-CDA808ECE60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552418" y="3050101"/>
            <a:ext cx="4877974" cy="3294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kpi_value_3">
            <a:extLst>
              <a:ext uri="{FF2B5EF4-FFF2-40B4-BE49-F238E27FC236}">
                <a16:creationId xmlns:a16="http://schemas.microsoft.com/office/drawing/2014/main" id="{38B475AE-C57D-1C97-C804-1D8DB99E291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552419" y="4057616"/>
            <a:ext cx="2096673" cy="59300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4" name="kpi_label_3">
            <a:extLst>
              <a:ext uri="{FF2B5EF4-FFF2-40B4-BE49-F238E27FC236}">
                <a16:creationId xmlns:a16="http://schemas.microsoft.com/office/drawing/2014/main" id="{08F86E40-D3AC-D76B-1D3B-0CA67F999C2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552419" y="4650621"/>
            <a:ext cx="2096673" cy="3294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5" name="kpi_value_4">
            <a:extLst>
              <a:ext uri="{FF2B5EF4-FFF2-40B4-BE49-F238E27FC236}">
                <a16:creationId xmlns:a16="http://schemas.microsoft.com/office/drawing/2014/main" id="{157D3FD1-FB36-FC30-4841-A7CAE96A959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333720" y="4057616"/>
            <a:ext cx="2096673" cy="59300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6" name="kpi_label_4">
            <a:extLst>
              <a:ext uri="{FF2B5EF4-FFF2-40B4-BE49-F238E27FC236}">
                <a16:creationId xmlns:a16="http://schemas.microsoft.com/office/drawing/2014/main" id="{416997BE-9741-DA05-A0EA-89C8242286C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333720" y="4650621"/>
            <a:ext cx="2096673" cy="3294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7" name="source">
            <a:extLst>
              <a:ext uri="{FF2B5EF4-FFF2-40B4-BE49-F238E27FC236}">
                <a16:creationId xmlns:a16="http://schemas.microsoft.com/office/drawing/2014/main" id="{9628E0F0-E184-8B30-81D3-C6B5E0DA3C4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33398" y="6172198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95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42786879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n:kpi:pictogr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901699"/>
            <a:ext cx="11125201" cy="1227774"/>
          </a:xfrm>
          <a:prstGeom prst="rect">
            <a:avLst/>
          </a:prstGeom>
        </p:spPr>
        <p:txBody>
          <a:bodyPr anchor="t"/>
          <a:lstStyle>
            <a:lvl1pPr>
              <a:defRPr sz="3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A66F8C-F25E-4B2E-B2E2-0A218D44351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69B3908-4DF9-450B-8F99-2A754569D7A5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54E3CC45-AC5C-2B37-81ED-B099106ED15C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533398" y="5358656"/>
            <a:ext cx="11125202" cy="686542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0F7540B5-9A9B-1D02-4882-49FB27E1D45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61607" y="2457096"/>
            <a:ext cx="4992078" cy="122739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8D42CF52-DC67-2919-B7DF-2BCF2B8834A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1607" y="3684488"/>
            <a:ext cx="4992078" cy="681884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8EE4FFEA-B547-036C-2A4C-29E808046AE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438313" y="2457096"/>
            <a:ext cx="4992078" cy="122739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42DC6339-169D-5D3F-F12F-13C42BA0E47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438313" y="3684488"/>
            <a:ext cx="4992078" cy="681884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source">
            <a:extLst>
              <a:ext uri="{FF2B5EF4-FFF2-40B4-BE49-F238E27FC236}">
                <a16:creationId xmlns:a16="http://schemas.microsoft.com/office/drawing/2014/main" id="{EBA6A2B7-D006-BDD8-9FA6-4F24C76EF68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33398" y="6172198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95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04896863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n:kpi:progre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901699"/>
            <a:ext cx="11125201" cy="1227774"/>
          </a:xfrm>
          <a:prstGeom prst="rect">
            <a:avLst/>
          </a:prstGeom>
        </p:spPr>
        <p:txBody>
          <a:bodyPr anchor="t"/>
          <a:lstStyle>
            <a:lvl1pPr>
              <a:defRPr sz="3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A66F8C-F25E-4B2E-B2E2-0A218D44351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69B3908-4DF9-450B-8F99-2A754569D7A5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CCC14418-2440-C2C8-AAC2-06AE4EA2D49D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533398" y="5358656"/>
            <a:ext cx="11125202" cy="686542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F41FDC1F-8126-B8D5-612A-DD0CBFF8488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76030" y="2372339"/>
            <a:ext cx="2818385" cy="35527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4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E39505FD-AEE6-3487-314E-DB05E578173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608519" y="2372339"/>
            <a:ext cx="7907451" cy="26316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E2078117-72F9-201B-FBF5-37099DF3C83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6030" y="3151409"/>
            <a:ext cx="2818385" cy="35527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4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EF42DFC7-473D-0181-41A6-B9FE280BCEE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608519" y="3151409"/>
            <a:ext cx="7907451" cy="26316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kpi_value_3">
            <a:extLst>
              <a:ext uri="{FF2B5EF4-FFF2-40B4-BE49-F238E27FC236}">
                <a16:creationId xmlns:a16="http://schemas.microsoft.com/office/drawing/2014/main" id="{94C89390-F5C2-F3D7-1169-51815FEC968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76030" y="3930479"/>
            <a:ext cx="2818385" cy="35527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4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4" name="kpi_label_3">
            <a:extLst>
              <a:ext uri="{FF2B5EF4-FFF2-40B4-BE49-F238E27FC236}">
                <a16:creationId xmlns:a16="http://schemas.microsoft.com/office/drawing/2014/main" id="{A4902ADE-B0A0-8163-BCF3-6C63B380B65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608519" y="3930479"/>
            <a:ext cx="7907451" cy="26316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5" name="kpi_value_4">
            <a:extLst>
              <a:ext uri="{FF2B5EF4-FFF2-40B4-BE49-F238E27FC236}">
                <a16:creationId xmlns:a16="http://schemas.microsoft.com/office/drawing/2014/main" id="{14A09B58-75B9-0F83-FFAF-7A09ECBF892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76030" y="4709549"/>
            <a:ext cx="2818385" cy="35527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4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6" name="kpi_label_4">
            <a:extLst>
              <a:ext uri="{FF2B5EF4-FFF2-40B4-BE49-F238E27FC236}">
                <a16:creationId xmlns:a16="http://schemas.microsoft.com/office/drawing/2014/main" id="{29C1A1C2-244C-41EB-0520-314AAB6713E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608519" y="4709549"/>
            <a:ext cx="7907451" cy="26316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7" name="source">
            <a:extLst>
              <a:ext uri="{FF2B5EF4-FFF2-40B4-BE49-F238E27FC236}">
                <a16:creationId xmlns:a16="http://schemas.microsoft.com/office/drawing/2014/main" id="{646E547B-6DEC-5D30-D52A-E6EEDA1E0F9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33398" y="6172198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95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68451779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n:finding:two-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901699"/>
            <a:ext cx="11125201" cy="1227774"/>
          </a:xfrm>
          <a:prstGeom prst="rect">
            <a:avLst/>
          </a:prstGeom>
        </p:spPr>
        <p:txBody>
          <a:bodyPr anchor="t"/>
          <a:lstStyle>
            <a:lvl1pPr>
              <a:defRPr sz="3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A66F8C-F25E-4B2E-B2E2-0A218D44351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69B3908-4DF9-450B-8F99-2A754569D7A5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marker_1">
            <a:extLst>
              <a:ext uri="{FF2B5EF4-FFF2-40B4-BE49-F238E27FC236}">
                <a16:creationId xmlns:a16="http://schemas.microsoft.com/office/drawing/2014/main" id="{DA950547-21FE-F520-A764-D3ABDE310C9C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761607" y="2457097"/>
            <a:ext cx="627576" cy="621561"/>
          </a:xfrm>
          <a:prstGeom prst="ellipse">
            <a:avLst/>
          </a:prstGeom>
          <a:solidFill>
            <a:schemeClr val="accent1">
              <a:lumMod val="95000"/>
            </a:schemeClr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4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9" name="item_1_title">
            <a:extLst>
              <a:ext uri="{FF2B5EF4-FFF2-40B4-BE49-F238E27FC236}">
                <a16:creationId xmlns:a16="http://schemas.microsoft.com/office/drawing/2014/main" id="{9E382803-7900-78FF-D591-D2331A091A0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503287" y="2457096"/>
            <a:ext cx="9927104" cy="39470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0" name="item_1">
            <a:extLst>
              <a:ext uri="{FF2B5EF4-FFF2-40B4-BE49-F238E27FC236}">
                <a16:creationId xmlns:a16="http://schemas.microsoft.com/office/drawing/2014/main" id="{2AB12019-A81F-0134-D371-8593816CCE0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503287" y="2851805"/>
            <a:ext cx="9927104" cy="94729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1" name="marker_2">
            <a:extLst>
              <a:ext uri="{FF2B5EF4-FFF2-40B4-BE49-F238E27FC236}">
                <a16:creationId xmlns:a16="http://schemas.microsoft.com/office/drawing/2014/main" id="{59761FD4-E187-E02B-9B11-BB9BA281B09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61607" y="4477170"/>
            <a:ext cx="627576" cy="621561"/>
          </a:xfrm>
          <a:prstGeom prst="ellipse">
            <a:avLst/>
          </a:prstGeom>
          <a:solidFill>
            <a:schemeClr val="accent1">
              <a:lumMod val="95000"/>
            </a:schemeClr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4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12" name="item_2_title">
            <a:extLst>
              <a:ext uri="{FF2B5EF4-FFF2-40B4-BE49-F238E27FC236}">
                <a16:creationId xmlns:a16="http://schemas.microsoft.com/office/drawing/2014/main" id="{486854CF-D078-707B-066C-A822A4BE339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503287" y="4477169"/>
            <a:ext cx="9927104" cy="39470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3" name="item_2">
            <a:extLst>
              <a:ext uri="{FF2B5EF4-FFF2-40B4-BE49-F238E27FC236}">
                <a16:creationId xmlns:a16="http://schemas.microsoft.com/office/drawing/2014/main" id="{F308DCFA-E1CD-68F2-FF22-59CA2F6F416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503287" y="4871878"/>
            <a:ext cx="9927104" cy="94729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8E25F6E0-FEED-1D36-C52B-2A55FB983EB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33398" y="6172198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95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87539633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n:finding:grid-2x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901699"/>
            <a:ext cx="11125201" cy="1227774"/>
          </a:xfrm>
          <a:prstGeom prst="rect">
            <a:avLst/>
          </a:prstGeom>
        </p:spPr>
        <p:txBody>
          <a:bodyPr anchor="t"/>
          <a:lstStyle>
            <a:lvl1pPr>
              <a:defRPr sz="3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A66F8C-F25E-4B2E-B2E2-0A218D44351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69B3908-4DF9-450B-8F99-2A754569D7A5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342B1153-3EC4-506D-B134-A589FDE388CE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761607" y="2457096"/>
            <a:ext cx="4992078" cy="394708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91624442-709B-5E34-5894-BFAD5A0470C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61607" y="2851805"/>
            <a:ext cx="4992078" cy="94729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119EF55D-DABB-D6F2-80F4-D0DC414124C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438313" y="2457096"/>
            <a:ext cx="4992078" cy="39470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CB232022-8B7F-D492-3A86-95C30EF0B63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438313" y="2851805"/>
            <a:ext cx="4992078" cy="94729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857ECF64-A599-5769-17C7-D1C8FFCAB57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61607" y="4477169"/>
            <a:ext cx="4992078" cy="39470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A2E8ACDE-E7BF-2AE4-5915-AFC8884FBC0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61607" y="4871878"/>
            <a:ext cx="4992078" cy="94729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4A273D3D-E685-08A3-D137-ED8E6992D96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38313" y="4477169"/>
            <a:ext cx="4992078" cy="39470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6FEE06EF-C16A-46C0-5287-B0D7390816C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438313" y="4871878"/>
            <a:ext cx="4992078" cy="94729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E947F452-089F-968D-70F9-BCCE9158880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33398" y="6172198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95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01915379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n:finding: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901699"/>
            <a:ext cx="11125201" cy="1227774"/>
          </a:xfrm>
          <a:prstGeom prst="rect">
            <a:avLst/>
          </a:prstGeom>
        </p:spPr>
        <p:txBody>
          <a:bodyPr anchor="t"/>
          <a:lstStyle>
            <a:lvl1pPr>
              <a:defRPr sz="3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A66F8C-F25E-4B2E-B2E2-0A218D44351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69B3908-4DF9-450B-8F99-2A754569D7A5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A82D89BF-424B-5960-A32D-DD0E71C35C3C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533398" y="2632562"/>
            <a:ext cx="2610144" cy="1003717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5A05A19C-0568-5CAC-C051-A11A1C43EA2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33398" y="3636279"/>
            <a:ext cx="2610144" cy="240892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8B69A19A-59EC-F972-F9A2-623057126BC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71751" y="2632562"/>
            <a:ext cx="2610144" cy="10037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3E17B188-A1D5-0DE3-8142-BF25B8B8D22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71751" y="3636279"/>
            <a:ext cx="2610144" cy="240892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B8FFBD9E-77CA-AF03-F1D0-C2E9B4C79A5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210104" y="2632562"/>
            <a:ext cx="2610144" cy="10037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88D5CB8E-6EFF-E830-E278-68AB2F8E973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10104" y="3636279"/>
            <a:ext cx="2610144" cy="240892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8E2C317B-B66D-55B8-91FA-617D72A460A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048457" y="2632562"/>
            <a:ext cx="2610144" cy="10037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4FAE068F-35C7-4B6D-3F77-897C80F803A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048457" y="3636279"/>
            <a:ext cx="2610144" cy="240892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F7905507-1978-9246-0110-D30017EE52D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33398" y="6172198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95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59240627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n:finding:single-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901699"/>
            <a:ext cx="11125201" cy="1227774"/>
          </a:xfrm>
          <a:prstGeom prst="rect">
            <a:avLst/>
          </a:prstGeom>
        </p:spPr>
        <p:txBody>
          <a:bodyPr anchor="t"/>
          <a:lstStyle>
            <a:lvl1pPr>
              <a:defRPr sz="3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A66F8C-F25E-4B2E-B2E2-0A218D44351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69B3908-4DF9-450B-8F99-2A754569D7A5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kpi_value_1">
            <a:extLst>
              <a:ext uri="{FF2B5EF4-FFF2-40B4-BE49-F238E27FC236}">
                <a16:creationId xmlns:a16="http://schemas.microsoft.com/office/drawing/2014/main" id="{D3122177-EC24-1B44-4A39-2136893F889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761608" y="2457096"/>
            <a:ext cx="5328687" cy="2084490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9" name="kpi_label_1">
            <a:extLst>
              <a:ext uri="{FF2B5EF4-FFF2-40B4-BE49-F238E27FC236}">
                <a16:creationId xmlns:a16="http://schemas.microsoft.com/office/drawing/2014/main" id="{F74ECB56-5079-3C68-498B-B4ADC46B44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61608" y="4608828"/>
            <a:ext cx="5328687" cy="121034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0" name="quote">
            <a:extLst>
              <a:ext uri="{FF2B5EF4-FFF2-40B4-BE49-F238E27FC236}">
                <a16:creationId xmlns:a16="http://schemas.microsoft.com/office/drawing/2014/main" id="{F60D68FD-5693-9212-76B8-C38683659BC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1608" y="2457096"/>
            <a:ext cx="5328687" cy="262242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4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11" name="attribution">
            <a:extLst>
              <a:ext uri="{FF2B5EF4-FFF2-40B4-BE49-F238E27FC236}">
                <a16:creationId xmlns:a16="http://schemas.microsoft.com/office/drawing/2014/main" id="{7EA60CAE-8FC6-A95A-5888-512E0EBA43B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61608" y="5146760"/>
            <a:ext cx="5328687" cy="67241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2" name="item_1_title">
            <a:extLst>
              <a:ext uri="{FF2B5EF4-FFF2-40B4-BE49-F238E27FC236}">
                <a16:creationId xmlns:a16="http://schemas.microsoft.com/office/drawing/2014/main" id="{EB40ADA7-44E3-E3B6-202A-CB007C91AA0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763512" y="2231075"/>
            <a:ext cx="4895089" cy="112180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3" name="item_1">
            <a:extLst>
              <a:ext uri="{FF2B5EF4-FFF2-40B4-BE49-F238E27FC236}">
                <a16:creationId xmlns:a16="http://schemas.microsoft.com/office/drawing/2014/main" id="{A8E9AB26-28AF-C499-325E-383633A0BF4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763512" y="3352876"/>
            <a:ext cx="4895089" cy="269232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1271CDC6-15BF-375C-AA53-CD6F85E2D67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33398" y="6172198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95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57043398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n:implications:cards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901699"/>
            <a:ext cx="11125201" cy="1227774"/>
          </a:xfrm>
          <a:prstGeom prst="rect">
            <a:avLst/>
          </a:prstGeom>
        </p:spPr>
        <p:txBody>
          <a:bodyPr anchor="t"/>
          <a:lstStyle>
            <a:lvl1pPr>
              <a:defRPr sz="3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A66F8C-F25E-4B2E-B2E2-0A218D44351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69B3908-4DF9-450B-8F99-2A754569D7A5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E97B83E0-7614-F050-C5DB-F10B68CFA0EE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761608" y="2457097"/>
            <a:ext cx="3099843" cy="988847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A25162D9-174D-EEED-B0A9-4458A4C05B1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61608" y="3445944"/>
            <a:ext cx="3099843" cy="237323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AC053A44-E683-3E29-348F-82C070614DB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46079" y="2457097"/>
            <a:ext cx="3099843" cy="9888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57CE6BB1-908E-EAA1-BA4B-0978C04352B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46079" y="3445944"/>
            <a:ext cx="3099843" cy="237323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0FE6ED75-8389-4FFE-9184-8B25D7A5301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330549" y="2457097"/>
            <a:ext cx="3099843" cy="9888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E22F1D78-7490-7A96-1753-F3F808CAFE9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330549" y="3445944"/>
            <a:ext cx="3099843" cy="237323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0E3E6908-292F-EA83-58CB-7240559B11A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33398" y="6172198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95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68874930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n:implications:two-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901699"/>
            <a:ext cx="11125201" cy="1227774"/>
          </a:xfrm>
          <a:prstGeom prst="rect">
            <a:avLst/>
          </a:prstGeom>
        </p:spPr>
        <p:txBody>
          <a:bodyPr anchor="t"/>
          <a:lstStyle>
            <a:lvl1pPr>
              <a:defRPr sz="3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A66F8C-F25E-4B2E-B2E2-0A218D44351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69B3908-4DF9-450B-8F99-2A754569D7A5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marker_1">
            <a:extLst>
              <a:ext uri="{FF2B5EF4-FFF2-40B4-BE49-F238E27FC236}">
                <a16:creationId xmlns:a16="http://schemas.microsoft.com/office/drawing/2014/main" id="{8D7B9754-D1F9-00F8-B7D7-4092328A5AA7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761607" y="2457097"/>
            <a:ext cx="627576" cy="621561"/>
          </a:xfrm>
          <a:prstGeom prst="ellipse">
            <a:avLst/>
          </a:prstGeom>
          <a:solidFill>
            <a:schemeClr val="accent1">
              <a:lumMod val="95000"/>
            </a:schemeClr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4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9" name="item_1_title">
            <a:extLst>
              <a:ext uri="{FF2B5EF4-FFF2-40B4-BE49-F238E27FC236}">
                <a16:creationId xmlns:a16="http://schemas.microsoft.com/office/drawing/2014/main" id="{C7FE1A88-5CAD-2630-3C2C-DF7DD1E74B8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503287" y="2457096"/>
            <a:ext cx="9927104" cy="39470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0" name="item_1">
            <a:extLst>
              <a:ext uri="{FF2B5EF4-FFF2-40B4-BE49-F238E27FC236}">
                <a16:creationId xmlns:a16="http://schemas.microsoft.com/office/drawing/2014/main" id="{670671AC-8274-5D3D-9BFF-4FC3C5EE5D5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503287" y="2851805"/>
            <a:ext cx="9927104" cy="94729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1" name="marker_2">
            <a:extLst>
              <a:ext uri="{FF2B5EF4-FFF2-40B4-BE49-F238E27FC236}">
                <a16:creationId xmlns:a16="http://schemas.microsoft.com/office/drawing/2014/main" id="{5010D5B1-31C0-AB29-1E97-C6F7E42BB97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61607" y="4477170"/>
            <a:ext cx="627576" cy="621561"/>
          </a:xfrm>
          <a:prstGeom prst="ellipse">
            <a:avLst/>
          </a:prstGeom>
          <a:solidFill>
            <a:schemeClr val="accent1">
              <a:lumMod val="95000"/>
            </a:schemeClr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4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12" name="item_2_title">
            <a:extLst>
              <a:ext uri="{FF2B5EF4-FFF2-40B4-BE49-F238E27FC236}">
                <a16:creationId xmlns:a16="http://schemas.microsoft.com/office/drawing/2014/main" id="{8B2BF356-9B31-CCDF-05F7-BD6F4A3320D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503287" y="4477169"/>
            <a:ext cx="9927104" cy="39470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3" name="item_2">
            <a:extLst>
              <a:ext uri="{FF2B5EF4-FFF2-40B4-BE49-F238E27FC236}">
                <a16:creationId xmlns:a16="http://schemas.microsoft.com/office/drawing/2014/main" id="{D3FD65FB-9C4C-9651-58BE-34211387287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503287" y="4871878"/>
            <a:ext cx="9927104" cy="94729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29184550-4479-4BE8-00D4-0150167F657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33398" y="6172198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95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26724943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n:implications:single-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901699"/>
            <a:ext cx="11125201" cy="1227774"/>
          </a:xfrm>
          <a:prstGeom prst="rect">
            <a:avLst/>
          </a:prstGeom>
        </p:spPr>
        <p:txBody>
          <a:bodyPr anchor="t"/>
          <a:lstStyle>
            <a:lvl1pPr>
              <a:defRPr sz="3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A66F8C-F25E-4B2E-B2E2-0A218D44351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69B3908-4DF9-450B-8F99-2A754569D7A5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kpi_value_1">
            <a:extLst>
              <a:ext uri="{FF2B5EF4-FFF2-40B4-BE49-F238E27FC236}">
                <a16:creationId xmlns:a16="http://schemas.microsoft.com/office/drawing/2014/main" id="{718ED6E0-D75F-9C44-D1A3-227578AC823C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761608" y="2457096"/>
            <a:ext cx="5328687" cy="2084490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9" name="kpi_label_1">
            <a:extLst>
              <a:ext uri="{FF2B5EF4-FFF2-40B4-BE49-F238E27FC236}">
                <a16:creationId xmlns:a16="http://schemas.microsoft.com/office/drawing/2014/main" id="{982E012F-7A45-07FD-FA3B-7D2555FEE56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61608" y="4608828"/>
            <a:ext cx="5328687" cy="121034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0" name="quote">
            <a:extLst>
              <a:ext uri="{FF2B5EF4-FFF2-40B4-BE49-F238E27FC236}">
                <a16:creationId xmlns:a16="http://schemas.microsoft.com/office/drawing/2014/main" id="{1BD311D8-9F7F-E402-2D7E-594B34E8DF9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1608" y="2457096"/>
            <a:ext cx="5328687" cy="262242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4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11" name="attribution">
            <a:extLst>
              <a:ext uri="{FF2B5EF4-FFF2-40B4-BE49-F238E27FC236}">
                <a16:creationId xmlns:a16="http://schemas.microsoft.com/office/drawing/2014/main" id="{CF52853B-AB33-64FA-25A5-01D2D62A989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61608" y="5146760"/>
            <a:ext cx="5328687" cy="67241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2" name="item_1_title">
            <a:extLst>
              <a:ext uri="{FF2B5EF4-FFF2-40B4-BE49-F238E27FC236}">
                <a16:creationId xmlns:a16="http://schemas.microsoft.com/office/drawing/2014/main" id="{4673EB80-6559-AED1-7F44-C289F24FB2B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763512" y="2231075"/>
            <a:ext cx="4895089" cy="112180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3" name="item_1">
            <a:extLst>
              <a:ext uri="{FF2B5EF4-FFF2-40B4-BE49-F238E27FC236}">
                <a16:creationId xmlns:a16="http://schemas.microsoft.com/office/drawing/2014/main" id="{715EC956-D2CA-70B9-7FDA-31B593B07DF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763512" y="3352876"/>
            <a:ext cx="4895089" cy="269232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3400C9C1-B436-D51C-15EB-0879D287316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33398" y="6172198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95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99061055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n:limitations:numbe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901699"/>
            <a:ext cx="11125201" cy="1227774"/>
          </a:xfrm>
          <a:prstGeom prst="rect">
            <a:avLst/>
          </a:prstGeom>
        </p:spPr>
        <p:txBody>
          <a:bodyPr anchor="t"/>
          <a:lstStyle>
            <a:lvl1pPr>
              <a:defRPr sz="3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A66F8C-F25E-4B2E-B2E2-0A218D44351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69B3908-4DF9-450B-8F99-2A754569D7A5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marker_1">
            <a:extLst>
              <a:ext uri="{FF2B5EF4-FFF2-40B4-BE49-F238E27FC236}">
                <a16:creationId xmlns:a16="http://schemas.microsoft.com/office/drawing/2014/main" id="{D9FF4928-DEAF-3A15-F659-68D3F4756AFE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76029" y="2372339"/>
            <a:ext cx="627576" cy="621561"/>
          </a:xfrm>
          <a:prstGeom prst="ellipse">
            <a:avLst/>
          </a:prstGeom>
          <a:solidFill>
            <a:schemeClr val="accent1">
              <a:lumMod val="95000"/>
            </a:schemeClr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4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132B4E3C-69EB-04B4-5AE9-BA3A389E1F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417710" y="2372339"/>
            <a:ext cx="10098261" cy="56505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marker_2">
            <a:extLst>
              <a:ext uri="{FF2B5EF4-FFF2-40B4-BE49-F238E27FC236}">
                <a16:creationId xmlns:a16="http://schemas.microsoft.com/office/drawing/2014/main" id="{FD4DD142-C2F7-7F5C-6B12-B3D67147D07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76029" y="3361186"/>
            <a:ext cx="627576" cy="621561"/>
          </a:xfrm>
          <a:prstGeom prst="ellipse">
            <a:avLst/>
          </a:prstGeom>
          <a:solidFill>
            <a:schemeClr val="accent1">
              <a:lumMod val="95000"/>
            </a:schemeClr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4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2A4C22BC-DC5D-22DA-1C09-CB2ABDE98A0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417710" y="3361186"/>
            <a:ext cx="10098261" cy="56505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marker_3">
            <a:extLst>
              <a:ext uri="{FF2B5EF4-FFF2-40B4-BE49-F238E27FC236}">
                <a16:creationId xmlns:a16="http://schemas.microsoft.com/office/drawing/2014/main" id="{0C5DFE8E-27E6-A0CB-0E31-705DA4DADCB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76029" y="4350033"/>
            <a:ext cx="627576" cy="621561"/>
          </a:xfrm>
          <a:prstGeom prst="ellipse">
            <a:avLst/>
          </a:prstGeom>
          <a:solidFill>
            <a:schemeClr val="accent1">
              <a:lumMod val="95000"/>
            </a:schemeClr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4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marker_3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1D7E8AA7-8E86-E6A8-B8EA-7B2B4FCF9E2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417710" y="4350033"/>
            <a:ext cx="10098261" cy="56505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marker_4">
            <a:extLst>
              <a:ext uri="{FF2B5EF4-FFF2-40B4-BE49-F238E27FC236}">
                <a16:creationId xmlns:a16="http://schemas.microsoft.com/office/drawing/2014/main" id="{70FF3E1F-0227-224F-C854-5FF0E4F8944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6029" y="5338880"/>
            <a:ext cx="627576" cy="621561"/>
          </a:xfrm>
          <a:prstGeom prst="ellipse">
            <a:avLst/>
          </a:prstGeom>
          <a:solidFill>
            <a:schemeClr val="accent1">
              <a:lumMod val="95000"/>
            </a:schemeClr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4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marker_4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7208D000-20B2-8567-D282-9E12DC408A2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417710" y="5338880"/>
            <a:ext cx="10098261" cy="56505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19A6B67D-359B-8AAE-438F-12DDCAE3D28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33398" y="6172198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95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88931891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n:closing:takeaway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901699"/>
            <a:ext cx="11125201" cy="1227774"/>
          </a:xfrm>
          <a:prstGeom prst="rect">
            <a:avLst/>
          </a:prstGeom>
        </p:spPr>
        <p:txBody>
          <a:bodyPr anchor="t"/>
          <a:lstStyle>
            <a:lvl1pPr>
              <a:defRPr sz="3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A66F8C-F25E-4B2E-B2E2-0A218D44351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69B3908-4DF9-450B-8F99-2A754569D7A5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decisions_title">
            <a:extLst>
              <a:ext uri="{FF2B5EF4-FFF2-40B4-BE49-F238E27FC236}">
                <a16:creationId xmlns:a16="http://schemas.microsoft.com/office/drawing/2014/main" id="{3B114AEC-C5AE-42DE-FEF5-781D5897A4BC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761607" y="4974418"/>
            <a:ext cx="2436134" cy="844758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decisions_title</a:t>
            </a:r>
          </a:p>
        </p:txBody>
      </p:sp>
      <p:sp>
        <p:nvSpPr>
          <p:cNvPr id="9" name="decisions">
            <a:extLst>
              <a:ext uri="{FF2B5EF4-FFF2-40B4-BE49-F238E27FC236}">
                <a16:creationId xmlns:a16="http://schemas.microsoft.com/office/drawing/2014/main" id="{37900E04-802E-209C-3DBE-4FB66CB6939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765413" y="4974418"/>
            <a:ext cx="7664979" cy="84475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>
              <a:defRPr sz="1800"/>
            </a:lvl1pPr>
          </a:lstStyle>
          <a:p>
            <a:pPr lvl="0"/>
            <a:r>
              <a:rPr lang="en-US"/>
              <a:t>decisions</a:t>
            </a:r>
          </a:p>
        </p:txBody>
      </p:sp>
      <p:sp>
        <p:nvSpPr>
          <p:cNvPr id="10" name="item_1_title">
            <a:extLst>
              <a:ext uri="{FF2B5EF4-FFF2-40B4-BE49-F238E27FC236}">
                <a16:creationId xmlns:a16="http://schemas.microsoft.com/office/drawing/2014/main" id="{6AB9C321-2CAF-AAC7-A731-84AE9F7F27D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1608" y="2457097"/>
            <a:ext cx="3099843" cy="54012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1" name="item_1">
            <a:extLst>
              <a:ext uri="{FF2B5EF4-FFF2-40B4-BE49-F238E27FC236}">
                <a16:creationId xmlns:a16="http://schemas.microsoft.com/office/drawing/2014/main" id="{F1B47B20-802B-3B99-8B2E-7225FBB46CC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61608" y="2997222"/>
            <a:ext cx="3099843" cy="1296304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2" name="item_2_title">
            <a:extLst>
              <a:ext uri="{FF2B5EF4-FFF2-40B4-BE49-F238E27FC236}">
                <a16:creationId xmlns:a16="http://schemas.microsoft.com/office/drawing/2014/main" id="{A3735C77-3A1C-541F-4707-E80CC7130B1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546079" y="2457097"/>
            <a:ext cx="3099843" cy="54012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3" name="item_2">
            <a:extLst>
              <a:ext uri="{FF2B5EF4-FFF2-40B4-BE49-F238E27FC236}">
                <a16:creationId xmlns:a16="http://schemas.microsoft.com/office/drawing/2014/main" id="{AB924EF4-0113-1568-5402-9131FC893BE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46079" y="2997222"/>
            <a:ext cx="3099843" cy="1296304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4" name="item_3_title">
            <a:extLst>
              <a:ext uri="{FF2B5EF4-FFF2-40B4-BE49-F238E27FC236}">
                <a16:creationId xmlns:a16="http://schemas.microsoft.com/office/drawing/2014/main" id="{3B41E67D-854B-E24D-D1DB-9636BD5B09A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330549" y="2457097"/>
            <a:ext cx="3099843" cy="54012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200" b="1">
                <a:solidFill>
                  <a:schemeClr val="accent1">
                    <a:lumMod val="9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5" name="item_3">
            <a:extLst>
              <a:ext uri="{FF2B5EF4-FFF2-40B4-BE49-F238E27FC236}">
                <a16:creationId xmlns:a16="http://schemas.microsoft.com/office/drawing/2014/main" id="{14FD7321-5412-3C82-97E2-ED9AA79BAED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330549" y="2997222"/>
            <a:ext cx="3099843" cy="1296304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E2ADAD16-17ED-25F1-0E00-8C626084092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33398" y="6172198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95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0753870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1016955"/>
            <a:ext cx="11125201" cy="74675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3398" y="1748474"/>
            <a:ext cx="11125202" cy="47285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33399" y="6476998"/>
            <a:ext cx="8576637" cy="3810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800">
                <a:solidFill>
                  <a:schemeClr val="tx2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110036" y="6476998"/>
            <a:ext cx="1885951" cy="3810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800">
                <a:solidFill>
                  <a:schemeClr val="tx2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69A66F8C-F25E-4B2E-B2E2-0A218D44351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01379" y="6476998"/>
            <a:ext cx="657221" cy="3810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800">
                <a:solidFill>
                  <a:schemeClr val="tx2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69B3908-4DF9-450B-8F99-2A754569D7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67763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  <p:sldLayoutId id="2147483699" r:id="rId12"/>
    <p:sldLayoutId id="2147483700" r:id="rId13"/>
    <p:sldLayoutId id="2147483701" r:id="rId14"/>
    <p:sldLayoutId id="2147483702" r:id="rId15"/>
    <p:sldLayoutId id="2147483703" r:id="rId16"/>
    <p:sldLayoutId id="2147483704" r:id="rId17"/>
    <p:sldLayoutId id="2147483705" r:id="rId18"/>
    <p:sldLayoutId id="2147483706" r:id="rId19"/>
    <p:sldLayoutId id="2147483707" r:id="rId20"/>
    <p:sldLayoutId id="2147483708" r:id="rId21"/>
    <p:sldLayoutId id="2147483709" r:id="rId22"/>
    <p:sldLayoutId id="2147483710" r:id="rId23"/>
    <p:sldLayoutId id="2147483711" r:id="rId24"/>
    <p:sldLayoutId id="2147483712" r:id="rId25"/>
    <p:sldLayoutId id="2147483713" r:id="rId26"/>
    <p:sldLayoutId id="2147483714" r:id="rId27"/>
    <p:sldLayoutId id="2147483715" r:id="rId28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600" b="0" kern="1200" spc="0" baseline="0">
          <a:solidFill>
            <a:schemeClr val="tx2"/>
          </a:solidFill>
          <a:latin typeface="+mj-lt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Arial" panose="020B0604020202020204" pitchFamily="34" charset="0"/>
        </a:defRPr>
      </a:lvl1pPr>
      <a:lvl2pPr marL="457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Arial" panose="020B0604020202020204" pitchFamily="34" charset="0"/>
        </a:defRPr>
      </a:lvl2pPr>
      <a:lvl3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Arial" panose="020B0604020202020204" pitchFamily="34" charset="0"/>
        </a:defRPr>
      </a:lvl3pPr>
      <a:lvl4pPr marL="914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Arial" panose="020B0604020202020204" pitchFamily="34" charset="0"/>
        </a:defRPr>
      </a:lvl4pPr>
      <a:lvl5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0" orient="horz" pos="2160">
          <p15:clr>
            <a:srgbClr val="F26B43"/>
          </p15:clr>
        </p15:guide>
        <p15:guide id="31" pos="3840">
          <p15:clr>
            <a:srgbClr val="F26B43"/>
          </p15:clr>
        </p15:guide>
        <p15:guide id="32" pos="336">
          <p15:clr>
            <a:srgbClr val="F26B43"/>
          </p15:clr>
        </p15:guide>
        <p15:guide id="33" pos="7344">
          <p15:clr>
            <a:srgbClr val="F26B43"/>
          </p15:clr>
        </p15:guide>
        <p15:guide id="34" orient="horz" pos="4080">
          <p15:clr>
            <a:srgbClr val="F26B43"/>
          </p15:clr>
        </p15:guide>
        <p15:guide id="35" orient="horz" pos="1344">
          <p15:clr>
            <a:srgbClr val="F26B43"/>
          </p15:clr>
        </p15:guide>
        <p15:guide id="36" orient="horz" pos="3888">
          <p15:clr>
            <a:srgbClr val="F26B43"/>
          </p15:clr>
        </p15:guide>
      </p15:sldGuideLst>
    </p:ext>
  </p:extLst>
</p:sldMaster>
</file>

<file path=ppt/theme/theme1.xml><?xml version="1.0" encoding="utf-8"?>
<a:theme xmlns:a="http://schemas.openxmlformats.org/drawingml/2006/main" name="Modulo">
  <a:themeElements>
    <a:clrScheme name="Project Status Report">
      <a:dk1>
        <a:srgbClr val="000000"/>
      </a:dk1>
      <a:lt1>
        <a:srgbClr val="FFFFFF"/>
      </a:lt1>
      <a:dk2>
        <a:srgbClr val="3B4546"/>
      </a:dk2>
      <a:lt2>
        <a:srgbClr val="E7E6E6"/>
      </a:lt2>
      <a:accent1>
        <a:srgbClr val="B36041"/>
      </a:accent1>
      <a:accent2>
        <a:srgbClr val="6F8185"/>
      </a:accent2>
      <a:accent3>
        <a:srgbClr val="C78F8F"/>
      </a:accent3>
      <a:accent4>
        <a:srgbClr val="647961"/>
      </a:accent4>
      <a:accent5>
        <a:srgbClr val="B09C54"/>
      </a:accent5>
      <a:accent6>
        <a:srgbClr val="9AA749"/>
      </a:accent6>
      <a:hlink>
        <a:srgbClr val="75A073"/>
      </a:hlink>
      <a:folHlink>
        <a:srgbClr val="BD9C5C"/>
      </a:folHlink>
    </a:clrScheme>
    <a:fontScheme name="Arial">
      <a:majorFont>
        <a:latin typeface="Bahnschrift SemiBold" panose="020B0604020202020204"/>
        <a:ea typeface=""/>
        <a:cs typeface="Segoe UI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Segoe UI" panose="020B0604020202020204"/>
        <a:ea typeface=""/>
        <a:cs typeface="Segoe UI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odulo" id="{37AC43F2-9181-4AE3-B669-CCC580C183C1}" vid="{7A2AE0A7-E8DE-4D1D-AEB1-3FD192448292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Modulo</Template>
  <TotalTime>0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Bahnschrift SemiBold</vt:lpstr>
      <vt:lpstr>Segoe UI</vt:lpstr>
      <vt:lpstr>Modulo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Asma Sami</dc:creator>
  <cp:lastModifiedBy>Asma Sami</cp:lastModifiedBy>
  <cp:revision>1</cp:revision>
  <dcterms:created xsi:type="dcterms:W3CDTF">2026-10-03T16:20:52Z</dcterms:created>
  <dcterms:modified xsi:type="dcterms:W3CDTF">2026-10-03T16:21:20Z</dcterms:modified>
</cp:coreProperties>
</file>