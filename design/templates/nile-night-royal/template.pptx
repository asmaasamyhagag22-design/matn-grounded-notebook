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D65B147B-8FB3-57CA-2F9B-2E2E13699F0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672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CC45776-DF83-51EA-0299-0E389F644F0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74A16DB-283A-9AFC-3A87-755AAB81885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810ED65-2FBE-54D9-D2B4-3759BD57C50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061BED3-2A1C-9C26-626C-56F4A3869F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03BAABE-97F8-449A-A228-18DD11413E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EB3323E-8440-D5FE-5B96-2C98B1C827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AE4221D-27D3-F65F-273C-7CAAB8FAB4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E8BC49A-33F1-6148-9ADD-B3DAEA0061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506E584-1D2A-85BF-500B-844B03074C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6AAEE15F-7987-90F1-1823-14C71335DB1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13814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145B663-D7AB-D337-1FD7-3D0E5C09BFF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437C736-6927-FC33-F090-7AF9AFD2850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267E4EF-56A8-2BC3-F425-D8FE24519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5E650A2-F550-7C68-480C-F5195709B7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2E5BDB6-A24E-9B6A-892E-AA7AB731C0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05728FF7-3E8E-43C9-0A4C-4D1BD63281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51EC07D-9B5B-87CA-D8A4-D1476250ABD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99228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E4A06BF-15EC-5CEA-4F64-457C877BC93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56A7113-0068-EBE3-7D45-E547D6FCAB2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9CA3501-CFD9-4F36-D8A5-2405C6F03A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7D46FCAE-55B4-CF07-EF59-6B6D659569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573CEF1-FC72-019A-4C7E-831D389C39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15C350E-971D-A9D2-2E33-73E0A926107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782C1A2B-2B1C-AD41-5E45-41BC6928360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F8B41A46-2781-197A-9AB4-C017FD8CF1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48D021F5-B88A-709B-264E-9860A963C7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0E40D1CD-29CF-C644-41A4-F538F0901E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4591BB8C-FAB0-34E6-2471-97C052B839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20795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831D67E-620A-0361-AFAC-26CB49E4327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8166F07-683A-439A-8562-4BAD16D056E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DF9C49AA-0724-42E3-A949-B5969E3246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4C9C5B51-CC55-68AC-0612-5261357DA4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646FEC66-613D-1563-C4A3-298EE3B544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48367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B589A2D-0E03-1A16-453B-C8E366B527F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2826A48-0028-D700-BA5A-2881BB43FBD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E2D7840-D05E-E70E-E7C7-106F55EA09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F44F26A-DEF6-BD0E-02EC-E55DBA257F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4F7CD6C-AC73-F414-94C6-31A04FDC88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80E57A91-BB0C-1DB2-F8A3-2845DC0E3E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2F939E8-718E-F9F9-401C-DB59A7D50FB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D2A1E4B-DF0A-E198-E991-DF06BEDDAA5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45615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6B1DA48-8679-CA45-673D-78906CC76FF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F890C4F-DA09-131B-DACF-ED0E7150973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561816E-D7CF-CCC7-A95C-8E1F0D4E63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D598BFF-5E69-1939-524F-0A3E65AD9E7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CAFCBE2-8714-B1F6-2148-343D62581B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A4D44E6B-ECE4-06A0-4FE4-1E7AF99DEF5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76998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7EF33CD-F3DA-C93B-E66E-200BCBD0D8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C9263611-0488-F902-B367-B870B0E4519D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E939256F-16BB-CF03-6D8E-21CE96546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F2806F81-D315-FD05-8181-7AF721A18A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46804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891D847-3EC4-4D04-45E2-A8189CB491C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990F5EA-AB8C-E191-AA09-BB1659C0BE6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8A612A5-0818-3D88-03A9-DADFCEAD3A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8803450-014B-9043-79B8-E1307B7380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968F30C-37A4-B61E-21BB-63308F899B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18736E2-69B7-9ED4-94D5-452A7E35CB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FDE3755-A87D-F555-AC93-65722AF7DF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1B42B02-3A9B-F374-D9F7-57D3FEF4553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580A4EB-6901-DA25-A791-0B51D07572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9CAB9B9-EDA6-6157-8D68-8B2C665CCB8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26883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712DF26-49AD-4999-CBBB-77768954106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8E7C9E2-8632-997F-0512-1D1E1254E9D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BBDA22DA-E608-212B-9F12-3F8D9C6002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1914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4A56CED-528D-2D0C-403B-499BB13955F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853B9BE-E407-4B6F-2A9C-6AED2BF6F82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3718840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121057"/>
            </a:gs>
            <a:gs pos="100000">
              <a:srgbClr val="240851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E0B85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78F90F92-1A1E-F4EE-A4BE-630A032189F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E0B85B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2FB3C04A-D286-7AC0-2FF5-4753F06D64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E0B85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902794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5843A7F-8940-5FFE-9A12-3E13EDDC398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F5A83B6-CEE5-1373-5D88-555F5411A18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4AA4267-DB2D-EB43-D4D3-BCA64E4BBA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64DEFCF-DEC1-B446-2D2B-95AEB2B32F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6850869-729B-71D7-2287-850D542121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F957FCF-F5E4-8687-AD42-4BBE8242A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5831031-96BE-84E9-BBF6-E281C7705D9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BEDA771-3CCF-B3F1-C910-C652F449EC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C9EFEAE-83D9-1687-5E41-25E65432A0C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55927C3-0E06-14C7-05B7-BCF1C18B37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452794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0671D3B-1AA6-6C1A-4E80-642E57FC434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F1EA122-DE40-0E16-A387-912E5C15455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4EB1DEE2-1112-6C18-5637-BCE1C4D50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11295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9F3676F-BB84-07C9-6959-9552C6858BD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1C5D6FC-0306-F10B-747F-546A8AC9422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C50DE16F-8792-1A41-53C5-287DD3A088D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74CA2FE-00F2-2898-1BA9-FF400D3D72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2B394F1-C5F5-7CA8-52BB-2A450968F2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DA20DC3-29A9-3022-66F4-7A73E07DF2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DF62C8C-E16A-A3A0-13AA-CEE93873AC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5223EA7-C87F-1C57-4258-7D56DC5C49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F5B73DF-FD85-B086-73C5-C397AC08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210B59C-6FA5-64D1-C844-EB3339B4A9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416201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543772B-89D9-1FDF-B050-2C6FC4C6558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8429D28-C8DA-1626-B272-51848AF8994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9EC22DE-923D-955C-9D95-4CC53643F1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D28CA12-A291-97A6-1D37-7706BF6E26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CD26FF7B-99D8-7262-6558-320B601C11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949696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BFB099E-5B88-B696-9150-CBE8DC18CF0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4E57F9E-D93C-77BF-13AB-9506539AE2D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56FA2F5-BEE2-D955-D033-7DCD2DEA18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D1C5504-B098-46CD-360C-2324376409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997DCEB-F4C5-2515-99D0-D9A0726852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6372FB27-18BE-7B07-0300-1788C82E9E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E55331BE-27D1-AECD-7340-C80D3A20D11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3872C3BC-5115-BBFD-E996-4993B1B1314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21719F8-B086-68C3-8DFC-396EE54588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02DD333C-0B71-8FA4-5C90-8E5C3A9EF64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AC207F8-708F-15CC-3BA5-B7632A4D9F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327756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97CF800-333D-2727-8C2E-E1F46FC684A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5E5884B-49F7-F3C6-F848-A3AB9FF34E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8BCEE28-4000-CCC2-55B5-C90936CA97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55E9567-ABFC-E740-60E0-3DC55BB7C8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3001A222-7DFF-CDDD-9960-E92BB9E484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6E3F9A1D-2B8A-8EA1-1B49-E85BC5E7AC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F591C7D1-E407-16FD-5B4E-F928512DC4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317955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FABBD08-A64E-DB1A-E372-4B35316D089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9A82FCC-13F2-8598-572F-4C1FE1F280F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723948C-328C-E26E-6267-203D77BBB5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F82021D-E412-331A-2D89-E2B5947BA8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3A47F33-1A83-D9A8-A922-D36E968648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BB60224-BEC7-D6A3-648A-5B6EC36FB8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4BCF397B-E61D-63F1-1985-299773589A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61DC5A92-747B-2813-D5E6-939AE2F315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6A4E37E2-904C-A8C6-C76E-FB37BB364A3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AF02BACD-5B63-FA46-9C76-AF96489B64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0F4FE7D1-51BE-A5D6-E3BB-91F3D6FDC5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15379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7E711D5-3636-4482-CF48-5AD4D3E1CBC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C198692-1D66-7252-EE9D-A05110F6621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D08E74F8-29A0-6723-517C-7A39E4FCF1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DFED5E55-D3B8-F79F-0EDB-1FA2797333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936A0E50-9936-2553-37A0-3FD0013864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D8CFE5E8-678E-C19C-364A-BA3BFECC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AF1DF90-ED62-3DF7-22DF-BF02027A5B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8033836-77D3-66F9-239D-DF066B96837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491683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A409CED-7124-CB4F-13FD-4CD7802BFEA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EE93467-BDBC-C07F-82A2-B6D220FEBBC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3399485-5CBF-C2DC-639D-62B83B3782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0A291E3-9FB8-191C-424F-B83BEC5CD8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102899F-AF2F-C479-E9D1-1B6311C796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E3CB9FE-D1BE-A906-B1C6-D00284CE96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327E5FC-3090-4F74-0570-DAF87A9A9B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F95C2FD-CA52-7608-DCA4-2CDB03DA28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BB4081C-4BE6-308A-AC6F-0CB0BECE32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6F7D82B-7E32-D53B-4A92-4ACFB28D3B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746824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817FB08-9143-C385-9AE4-A9A4A714162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9D9BC85-497F-AD2F-32E3-7FCC624233F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115A7A8-EC9A-3F14-4C45-45DAEB2EF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E0CD830-0D2C-0DD9-83F8-FF02D1CE04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8CD8D75-FABD-ABAC-EE0B-C4ECC78C2D2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5F788F0-71F0-00C6-1A7D-D1324174AA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AFDE825-D003-7881-8DB7-6937BAE451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0FAA14C-17FE-D46D-55A8-91AAD91BFA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2D56577-F022-0438-C322-A4A1AF6632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243A984-1237-B866-5639-1409549A5D9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029204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10633AA-9D9E-E6F8-520B-B8440335754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67A2B906-49F6-8E01-FA07-2732D93023F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84BFB8CE-79B1-F654-9DD4-B82F9C4036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C38C7089-E34A-41FC-CB9B-50E7269CB5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3D75DBBF-DCBE-B998-DA39-3BF4BCFFAF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B56E27AA-A7CC-957A-D355-D64AA5932F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A0C0FABC-902F-634C-DF08-2C609F2A0E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2EB5B1F-4DA3-8B38-A080-5B769008D4F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540601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8866FAE-8A8B-F511-D967-E01DE1A4779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0E04A74-F6A1-D865-2B96-A1F20454D0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584EB02-EB00-12BF-7EEB-38526A9CC6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682496C-523D-DF06-7DCD-FCCB1A7BF07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574B860-CD86-BE74-4B97-193EC7CBD2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8B24372-12D9-E6D3-1EA2-3AA0784C13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CADC366-AB12-52BE-40AA-F1AA6988C3F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50004BE-A25C-E03A-A66A-C8EB78DC66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2372074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1C4DCA7-5447-6DE7-DA90-C2A1589D56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F0DEAB4A-6998-8C08-CC1B-1B9E28E2CD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CA834B65-E61C-D7DB-4FE3-8D52F4F75C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6015DC41-1C7C-B241-F6BD-85DEAA6305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4837B030-1A7B-F8D6-E432-588318C3D9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144E06F5-5DC8-48E8-3734-4D56CD11C99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CE3BF57-8DF3-DAC9-1F17-CB2CC044B1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E3F6A346-5E75-7B32-2614-178C759AEA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279948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CEA575F-67D8-633D-44C7-07BBBA28FA2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4B027842-97C9-E41B-09D2-57458EDE7AF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A1D2CA75-2ADD-0C35-EF47-4843D01D7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83ACE89C-C753-3E57-0C46-46083ACD2F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591740D1-E6DC-B114-D5D7-3929E7C258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D47B1465-BB73-26E2-A0AE-64B6458ABBB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3125524A-41B1-DF42-D6D3-E69DDE9BA2C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AB759A4-60D3-5E18-89CB-3A3CFF9E4A1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064672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236A8E9-C178-C5EE-439D-52D2DC479D1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8B1D37CA-9701-5BE3-4EDB-D8F0E2048C0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41C19C3-5556-EF3C-931F-B2B0D5CC5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179A7349-0F6C-E64C-6B1D-4334381192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C828DE7-1655-F33A-3CD4-A75B10E2F7C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979EB6B8-F9B0-225B-98F8-65AFB1D815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0F3FD9D-EA88-A803-811B-4C428E3E6A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F2CD6BE8-1E93-48D3-A035-6B5C2B1E07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46DAA53-757F-2DAE-FE3B-94504B2247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91353E5-6D84-6C9A-E33B-3337C12C29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472938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1BE0DE5-A599-1D7A-E36E-C2D7EE15E17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4830B53C-3857-DFCA-AB4D-CBA46AB5042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549DC105-73EB-3D59-EF98-B00FBC7901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246BF3E-4BCD-18BD-E66E-6D8C67EB05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61FE1D48-6639-E684-FE1C-E21BAC78E4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0F8EFAF-D4D6-AD76-7537-CA9B50E085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BE2811D2-50EE-73A4-0390-E50B96AFD2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0C9AE59F-14AB-58F8-3C0A-83F92EDCFCA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D7AB26CF-3A54-979B-96AB-90800765F8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F0DB654-EFC2-5DD0-113B-BBB706ABD04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48042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DE97A2CF-A0B0-1940-4AF0-521E6DE6D50B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702D9F6-047D-4C22-B0B7-F37B7ED4E26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C767D7D-5C07-403F-8349-863404829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987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B5C3FB"/>
      </a:dk1>
      <a:lt1>
        <a:srgbClr val="06070B"/>
      </a:lt1>
      <a:dk2>
        <a:srgbClr val="BDC3DA"/>
      </a:dk2>
      <a:lt2>
        <a:srgbClr val="151619"/>
      </a:lt2>
      <a:accent1>
        <a:srgbClr val="E0B85B"/>
      </a:accent1>
      <a:accent2>
        <a:srgbClr val="E0B85B"/>
      </a:accent2>
      <a:accent3>
        <a:srgbClr val="BDC3DA"/>
      </a:accent3>
      <a:accent4>
        <a:srgbClr val="92A5F8"/>
      </a:accent4>
      <a:accent5>
        <a:srgbClr val="E0B85B"/>
      </a:accent5>
      <a:accent6>
        <a:srgbClr val="BDC3DA"/>
      </a:accent6>
      <a:hlink>
        <a:srgbClr val="92A5F8"/>
      </a:hlink>
      <a:folHlink>
        <a:srgbClr val="BDC3DA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2026-10-03T23:11:52Z</dcterms:created>
  <dcterms:modified xsi:type="dcterms:W3CDTF">2026-10-03T23:12:02Z</dcterms:modified>
</cp:coreProperties>
</file>