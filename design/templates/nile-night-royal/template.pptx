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6FC5AD81-F18D-63C4-AA2F-2EC96A1763A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476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85EC484-95AA-2563-A05B-353E14A378C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AD7D69A-D079-BA3A-AFAE-F2FA055DC2B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A7C78E7-E219-57B2-D120-9340A5490E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A99676A-4687-7BBB-3830-13775B92D4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F8EBE13-13D0-E485-A139-50BFAECD62D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E2E4A86-AF63-92BA-09A3-BD994DF8147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64DC59F-33B2-6FE0-F6B4-86CC1E9CD7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53EC837-39E8-4A01-6C28-C2C0FB45B9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558CC34-A5CB-48E9-EC61-0262A29F8CD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64D31B8-2AB7-C1E7-C92F-1CBBE385EE0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38530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0546772-8105-A1FA-DAB5-5594EA7FB67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BC9699B-14C8-4D4D-4824-61FF1DCDFAE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0BA76BD-7A93-1D0D-E825-06EA188A4B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1800773-A90A-01ED-C50D-E97BF75F31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D4479F1-E376-EF16-4EBE-0679AAAEEF5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5AA3C6B-7B1B-E97C-1822-BCC42EE84A5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36330ACE-C8E4-0EBA-60A9-BFF569D9DB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42672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D258CCE-B61D-D2A1-E199-0AA7BA8672B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F476CD1-EC22-8AAC-1445-5E439291F10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8743C46-9F13-9291-07B7-6842989808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5E9180B-673C-4CAA-E4FD-7A139A8CAE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E5F4E1C7-24E5-392B-19A8-5A8F8ED691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47ACF9E1-7254-322A-EBAF-E8536818A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CED03129-C47B-2B08-C96B-CC8D1B918F0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F28DAC2B-7B71-F7AC-8C2B-AD317EAFFD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E87ECD0-9011-6457-1017-8366F9CF88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EEDECB4A-BEEA-C45A-4D2A-70E1265E01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CD29401F-FF1A-9A30-A9A5-D6779473D7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734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E84F78B-FC3D-9C10-0BEE-94FB842CB01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80F5AB1-B825-B09C-69E5-45AF91B94A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46C318A9-D403-5930-A602-F92FCB2065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167EB4FB-9E62-D666-D0F9-D7B9AD4388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BCC17E40-B7AD-4F4D-5DFB-897B3B67BD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25181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A56260D-5DF8-963F-61A3-97768CFC3D7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C12CC33-0BA2-98E2-9185-75E127FFF2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3E352A6-D1FC-8560-37F0-0F1A23DAAA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06083D5-1235-4FB9-7C67-F3C1D890AF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1B01F3E-0B64-9EFE-CBF2-715C6C47DB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32B24C7-E6DF-8903-C18F-F77C5B47250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D7861D9-F2CB-0FEB-0207-8618CF4401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1F27B46-0574-CDA3-0BC6-A70DFEAB2B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47467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7BE3484-E927-A64A-61AC-948A80FFEAB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571A8A7-E11D-92F1-DD07-F11C3B0D4B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D0F601C-2E37-28B4-D2CB-D4F8D9B6EC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CBBD8F3-AF30-02CA-4A3A-0A152CDB01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610A8CB-808C-FDB3-CB83-7244D1B63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9958F38B-E81D-045D-5385-BF2E87C505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98136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0DF7B42-039A-5373-63A7-00C121AEF12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B6686BE7-881B-3883-EE6C-71992D5FC2D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74FEDEFA-16A5-AAA5-3948-9D1FDEE7F1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440D7ACD-668C-D94F-831F-24EE8005F3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16614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4F76FD7-99CA-2B34-A789-27B94DBC1A2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5273ECE-59B0-E497-1F37-F312E397CBA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18D40DD-027C-CABA-7CED-9E58559D92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32F8B08-C0F7-1A35-D1B5-77832F6ABB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4D0A8AB-3F94-F4E9-EF82-BF20BA730F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A409130-DC85-CA97-0E34-81FF6121F5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0910E34-77C8-3E0C-4DEF-7087324946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8D18DE1-627A-2B61-CB01-49548F890A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7D9BAA3-A21C-1034-696A-0C1016E1DE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36CF909-7FD4-FD64-424F-749BFBE22FD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43116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3670B7A-A777-5CD8-D1AA-522E7A8E9A0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0498B0D-747D-2FD6-5DC3-BDB358B82F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A82058B-A4CE-FC88-5D67-9D9887E2D7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9520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7FC5F04-428E-B4DC-FE62-CE47CA77F94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9B5005F-F78B-7B7A-9209-2BF61244BBA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42332699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121057"/>
            </a:gs>
            <a:gs pos="100000">
              <a:srgbClr val="240851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0B85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D9713FB6-F69D-A470-C3F9-C8C6D28F3ABE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0B85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C58A2BD0-3B98-D73D-8E63-BA3AC7D059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0B85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9762280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CFCA2AF-BB06-7840-B76C-8D37A7218B4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2F8EF3D-7C7D-E0DC-6F6B-72D5D52C081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46C5C20-48CF-EDA4-141F-190D55483F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75BDE51-E07D-456F-F6B6-A813B88648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53E56EE-7BB0-724B-DAF9-DD9ACCDB34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11CCDA2-D979-70BD-4D83-5A30D146438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ED06B9C-20E5-8C70-4100-BB7B5F5C32B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8FB863E-BA21-BDFD-E24A-523D51489A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B837CDC-B868-2475-9DBA-8BC9C525B37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F482EA3-8F5C-6A34-CC54-58FFB721BA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8217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FE3E92E-C19D-517B-4AA3-74EDDA7CD96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53390D3-1BE5-C9F4-AEF0-017C4C388F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FA968AA-25B9-940E-AE1C-240FCCACDD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681937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CC8AC27-1F53-98F7-1FED-0D19DD702C5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BEE2CCF-5427-4F01-9830-1DB98494847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AC921B6-6FEB-7E06-411B-02D62A2F71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ADC4F45-AE6E-FFFC-8EE5-79C08B866D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7FEA3D4-6D7C-9948-6F70-ABF3A1156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1DD9452-16A9-FBA9-1B98-F73ED869C4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09B9C32-EE1A-D71F-189D-190906DB88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3A04BC4-284A-4BA5-9DCB-6E9BBE05BB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34FEE4C-926B-A9F0-9279-79A097116F8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D24A261-0FB6-55AD-AB0B-E1E3D58D1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29946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D312854-A809-9BAE-39AE-6E3E731789C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3FBF765-F419-40E3-02F3-915A3DA406C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9F49326-AB8B-D890-921D-3698EA28C4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5321993-D2BB-8461-2E22-F2F822125D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2C9B9E8-8462-7B86-E960-2F9A43D52A1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47868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0C5D205-6A25-AFFE-E061-3771DF9CF7F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0B21D16-42C2-62DA-761F-2EEBC42ECF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6F5E8F5-088C-9CEB-E5F7-FFA868107F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C5CC8C9-E321-95F6-8E3D-17514E4EE3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37C5D12-117F-E485-613F-97AD4E744D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A0362166-13CD-B81A-C2C4-13D623509B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41CFE163-DAE4-0562-E4CC-7B42C481E1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152F2F3-8D60-A44C-A5F4-7FB3D239AC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0E184570-4A44-612E-5466-B1080CC040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C6DCC0EE-EDD2-9875-7906-E26F9BECD9D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956DF674-243E-74E6-C346-A6633C34174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38442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ABF2D95-D594-A95E-8E2A-8C608DAA877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AF4C6F6-F21D-51EE-7637-D152A629860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84481E5-EC58-D9ED-9E8D-E410C6FB77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7AB4C8C1-1479-55E0-DC85-0F0FA4A7EEB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A9133D8-F030-02CD-A7EE-13560B34C9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2132DB5-F5D5-4953-EC6F-D6905D0740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E7B9A49B-C9D5-BD1B-5B9C-6F505503A9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9766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7FE29A4-5612-0C45-109E-301FF5D9004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382EEC5-81B1-FA99-D189-633E501D3E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BDDC731-EB90-D757-1D3F-F8EF7DFD0B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5FB37B5-9C4D-A6F1-98C1-4B62078681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3C2AF1C1-BC75-B824-CC6B-EE46C3C340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97C9504-286D-BFD2-B0E1-62DBDF8A98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41A84025-9EA3-EBD4-799A-A19F62A871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9E62CD7C-0E47-3118-3FBF-B3505C3DB6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DEB4EF7-0B03-2901-EE6A-D874C0A947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7F2B364-03AC-31A6-0C69-BE07ADB9A8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5FCC0DDD-9A3F-9F5F-69D1-0BB1E006C7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125534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98D95E9-D1F9-B9A1-3914-434714172F2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4FE0AAFE-A8D2-91D6-50FF-35A4F7AA0FC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9E2753E9-77F0-F3C1-B181-7E8490D98B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D40C9FA3-F7B1-B235-AB80-6CE2AA64DA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F5BC0D81-AF7E-FA63-CB51-12CF7FC722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23EFCB5D-53AF-7D87-1C22-EE27FF3597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08A292BE-6CB3-330B-AC53-1CFCBC5FE6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56A7F21-6DFB-F144-1368-B0DECCA49E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35258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BB4FD19-91DD-AF0C-3DC3-04FD7FDD77B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19F1EE1-A24C-D774-4CE6-C4D75C71F8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65ACC20-ED09-1DD8-D453-8D2D1FEE1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A09046D-DA52-3DDB-33CA-CD3BD3F1E0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E4E05AC-DB35-68AE-5247-CFF89F675A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B7EBE8D-393C-6D6E-B7BF-6213AD1C7D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C8F2F72-849F-D54B-F8D6-8174949F12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34C6F8A-6C4B-689C-612E-4BDABF6C41F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A24CB49-7F12-BEC1-5B94-F2DD028744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ADFDDD1-0C35-E10C-0B07-1BA357DDE8F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7871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06FB033-73D6-5463-9C56-969435EF654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54BE3E4-3751-B507-A330-D92C045207F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CD4DACB-6E3C-83B1-888F-FC14CCFB75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9CEE232-9506-1550-E480-04D59D1998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AF4CA61-790C-5D61-672E-280599DE83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0534EE7-113E-0768-4033-084472F6914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ECA3EED-87BA-8EB4-A8C4-D42B3666E6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EC08B57-34C2-169D-CADB-B9FE8D0B03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7A2D4EA-F4C1-B555-EB07-5EB91B46CE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81F3392-52C5-674E-D898-4CE3288BE4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005888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4790FF7-2D26-9E06-0E30-60B61A9A8A1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4A9202C5-726B-F9D1-C3CA-127F2989043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D61E4909-6E06-C10C-2741-8FA53D25EA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42B5FEDE-AF03-DDCC-46C5-96632AFB1B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B766A1DE-FA98-863A-D93D-FCE1C3FD5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9DB58008-00E3-B87A-375D-902BBD6CEF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E78C0EDD-891D-AC01-EE18-844623ACAA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1765295-4A39-3E61-8E4F-140AED3708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646415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E3753B9-398D-FED3-E5B1-06DFA6A846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206B911-0F1F-E665-D49D-703DD444477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72007E5-AE77-A401-3EB3-4A10E739EF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744D543-5328-3952-516A-B80CF6A39D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380B617-4EB2-F484-1A37-E18D109BDD3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06B734C-C5A6-ECC5-F30A-7A4779F94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8504AED-8234-852B-D69E-D9E427853B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1A2C7B3-6F51-A4B4-8224-86194070B5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04115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26FD528-512B-5E53-6617-8459B68C34F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10F4AB2-E2C0-B1DE-9B68-7D29AC92D31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C8CF3DD8-7EAE-AF9D-29DF-E1F4AE5447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58C20BF1-4BEF-2469-39BF-398F607C17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E893BBDA-DD2B-F66D-9C91-35C616E623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3C473AC-1F88-8563-9863-075397264C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E0D75902-7869-78E0-62D6-E63B169C17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3650018-503A-5FD3-9F8D-CC73E221FE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181943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FF5D344-2829-53E9-0947-63813843B70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74308A1F-205B-931F-98D9-C4152C9F07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6A35EEA-45DF-8672-28D8-DD5752ED0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7EF2310F-31EA-877D-021D-A09B03B8C3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109B4925-2590-7ADD-BDA4-42F2265BC0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ED7F8E48-6539-64CC-F274-CE542C8843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09245E69-13CE-9C1A-755A-E883EEC559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6A5BBC8-CDD8-7927-60C8-AE9B291400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15086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7F29C11-C7E2-5B6A-B5D0-7AE2C06DE5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A4F5DAB-D0A5-3CED-513C-C2EEB94FFB0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76F9AAC-09A5-437C-58B0-EDEDC7670B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8AAF4F52-7B49-BE7F-4470-EA6FD63812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623F7C4-A910-2EF6-CD57-CA8A8F6262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F78E2F4F-CB78-7F98-1E89-AB59C37AF4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B845D4D-2F3D-A557-0FCD-F8A383E2517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A66A2C99-B75E-7595-CF98-A338E46C153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C4EF111-7806-BA1B-D4C5-1E9B1C3BA9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F62CD35-2127-7B7B-BBE5-1C56A17D26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047655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1AB1D51-FC4F-85AD-3E37-86FAC5A30AC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09F067E2-C427-9284-28A0-0F62F0C372B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812BCF3D-3350-3F24-1C94-E9978E2F3D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719F1010-EA84-1FB0-E454-E63DA45138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5B68A94F-A082-1238-2501-CDE1C6F9AC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EF10CC02-834A-71F9-7540-66B59FD84A8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8796C94C-C76D-C91C-6879-539332F1B0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D1E3DB63-118A-31F2-1531-80E12E97269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A87E988A-0176-A5A1-BE97-DAFBEF1265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1CD5AFC-8A26-4D72-B4AE-C558661E6A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6441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D553B35A-283F-2A6B-C2A6-15D6C3C60D38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E307407-BF02-4185-B795-8EFF67E65125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901BA54-D28A-46F7-BDED-B9CC383D9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57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6A7CE0"/>
      </a:dk1>
      <a:lt1>
        <a:srgbClr val="06070B"/>
      </a:lt1>
      <a:dk2>
        <a:srgbClr val="9EA4BA"/>
      </a:dk2>
      <a:lt2>
        <a:srgbClr val="151619"/>
      </a:lt2>
      <a:accent1>
        <a:srgbClr val="E0B85B"/>
      </a:accent1>
      <a:accent2>
        <a:srgbClr val="E0B85B"/>
      </a:accent2>
      <a:accent3>
        <a:srgbClr val="9EA4BA"/>
      </a:accent3>
      <a:accent4>
        <a:srgbClr val="5F70D2"/>
      </a:accent4>
      <a:accent5>
        <a:srgbClr val="E0B85B"/>
      </a:accent5>
      <a:accent6>
        <a:srgbClr val="9EA4BA"/>
      </a:accent6>
      <a:hlink>
        <a:srgbClr val="5F70D2"/>
      </a:hlink>
      <a:folHlink>
        <a:srgbClr val="9EA4BA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2026-10-03T20:00:59Z</dcterms:created>
  <dcterms:modified xsi:type="dcterms:W3CDTF">2026-10-03T20:01:12Z</dcterms:modified>
</cp:coreProperties>
</file>