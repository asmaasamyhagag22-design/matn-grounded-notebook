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">
            <a:extLst>
              <a:ext uri="{FF2B5EF4-FFF2-40B4-BE49-F238E27FC236}">
                <a16:creationId xmlns:a16="http://schemas.microsoft.com/office/drawing/2014/main" id="{4741C023-900F-9F59-F844-A2889F61F26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DEC32B1-E879-7403-2BA4-2BD887DBA28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6786CFE1-1BAA-D8D9-509D-FA9C1211A89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FF004CCC-5B61-5627-F4AC-0E5E5BBDAB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6C3E38E2-0FEE-9C8A-CBCC-8B56A4BB1F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58D0343-6598-3677-B87E-7CFF79EB13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7E4365C0-CF49-FA48-E8B1-CE04CE5072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F5797B5E-48D4-B9F3-544A-4C18CAC26A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3F7E7FE1-AE70-2B94-057F-0F10B5C9CF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D6B995AB-B9FE-ACD5-6745-F7409ADFA7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82ABA275-8424-7D8A-4B23-F9EBD76B46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3238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9A73453-9727-1D7D-C79F-DBBD849AE3D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F1C5570-C9E3-694F-C8A3-5FB346B7AF4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26AEC11A-5468-1406-424D-D14D90F40F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0BF4B250-8221-2B06-1C3C-1D0920FCC0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DB7ADECA-B2F4-C5DD-B9C0-0EA718A8C4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46298877-4F7B-808B-D879-DC75A23BBB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D2B4A43C-B14D-0BD4-D232-DAECAE514B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30758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0D49289-628E-888D-A83F-8D9D88A646E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BC6597FD-6B92-2EE0-E5D9-D8708CC3F0B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C4752A04-5777-B7DC-C7B6-C6D79721D9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8B3CDF03-9D19-E7A4-C195-4F9717DE4F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6D8B81AD-0642-EECE-996A-4E9278E50D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5D117386-F8F7-7C22-950B-B203C8DF26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8457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AADABB3E-5153-5EA9-199A-2FF02DA0CA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B833A34B-B153-7D40-A57F-64514D9684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425A5949-7367-9FEB-48A3-9468CECC21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32EC2B71-18A7-2DEB-902B-95B07C872B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8186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C9A65ECA-0304-091B-C3A1-24DE8ECB33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51675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F0B87C2-00F3-EB38-9EB0-7FD2B716BA1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24A2BEA-EB29-85AF-3BA7-0E0E678FA8D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544324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442F2E3B-8544-402F-2A25-1A3187A859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0635" y="2472230"/>
            <a:ext cx="3539104" cy="26870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2ADBFE02-417E-1816-E42A-DE2BD6C520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0635" y="5159249"/>
            <a:ext cx="353910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6B16F82D-FC58-14AE-0F4A-D684877B84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01830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0E34E1A-847A-1A4C-252A-942DF3FD55E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60353FAD-A90D-1FD2-47DD-F74E82CC32C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412F8EEC-A179-FC13-D442-565ABDFC52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84F5B641-1CF0-4518-7C23-F4F962541B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2B70F4EE-C050-8B18-9F71-212F3CA84D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223090D2-ABBB-98D1-3664-AC1531F30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D9B68798-039D-D938-09C3-A9A14AACCD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06101F6B-A7D1-7DAB-498A-6DA84B56FE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89192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001155CA-0881-E787-D112-332E27A9202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A5801E20-9AC7-88A9-B084-5D56298ECE5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7830350D-2164-5D11-196E-5B788093E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A607BAB4-83FA-020C-22D5-B9233AE808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5DE6FE6-EB72-ABD0-301F-00F82ACD90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BE271034-64F4-D561-6FE7-830E5B25C0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32607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9BBF680-1BE4-4E4A-79C9-14C8C2819AF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102C3480-08E6-7024-0A75-CDB4FF8219D0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024128" y="2286000"/>
            <a:ext cx="6804051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F2384D08-3C79-DB7A-D6AE-C8A85D7E6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6983" y="2429663"/>
            <a:ext cx="2527219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FCAE52D2-1D6B-FE0F-08AD-D4903EEB42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050568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3AC2768-C1B6-1618-9DFD-66DAD89DBF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C3DC4040-AA35-8B23-AF3B-48EF6415BFF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4D9D7BA8-DA49-0540-89D2-2D1B5A20BB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666D78D-38DC-69E4-EF20-44FC4EB3FE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F998E585-3088-C5EC-FC0E-D0C05782B8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514CB252-1897-E5A9-DDC3-5D8BC9D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3B16A3FA-1218-E8FF-F1D2-36918E174B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F972FC8B-E0DB-904E-7DE7-1F18FA7BC3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BF5FA7FC-A0F4-46DE-58AF-17298E60B9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E835007D-E4A6-B7AD-DA64-C93DE8A984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7693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EA3E5FE-923F-EE83-D40E-1F2E40CE7B6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C0D362A-85AC-9760-5987-585F9BFC031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4BEC1DD2-BCCC-E42F-166B-15CD482E98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691881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99F5EF7-47B3-781E-595D-20CE4B188E0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37FC45DB-A5E4-D013-CBE4-C19557D6D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469613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gradFill flip="none" rotWithShape="1">
          <a:gsLst>
            <a:gs pos="0">
              <a:srgbClr val="121057"/>
            </a:gs>
            <a:gs pos="100000">
              <a:srgbClr val="24085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E0B85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075647D4-C690-22A0-DD4F-AAC9F1D7946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E0B85B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FE6A4059-14CD-7445-2FF9-DC1A963053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E0B85B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95863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4A36D59-CF37-6156-E920-B128DE3F5C3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58E90B4F-D21E-9BCE-76F6-838F154E9E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C246FBC3-200B-1826-24FA-EF5206352F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DEF41675-89F5-BDAC-2C01-61ACBFF711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34C1EC16-8B32-D9C5-3491-74433361FF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A7CC0BE1-B3AB-80BC-8231-1B00325DBB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57DA87B5-41DD-87F0-2307-1ECAE0DEA8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3CD2D3AB-0BBF-5A5C-72A9-50ABDAA0886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31655889-DB0E-CF36-A963-FBAB0E9F2F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9D98CCFA-59F5-AB79-EE57-7C3045D6A4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74006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49F21E1-D7A1-E623-5E2B-3EDE1AD8083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D099ECA7-7A2A-65D5-5861-2E49BC4363F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21304199-DA14-F4EF-B0CE-BB0E6CDBBB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064730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01E83CC-6F05-6753-AB9A-126E65C4775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85116DF4-01B0-11C7-E5C5-D275F2122F6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64363D87-28C3-6DD0-3E1D-35837472D2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0A74D646-724B-A26A-D8BA-C2AC9F5E2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57B04A3D-8E3C-4D90-95E2-055CCE0FA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CCFCF97B-8860-F17A-95CF-ECA595E020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6F892071-B160-0A4F-C6CF-EBC9186CB7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D74E03CD-C77D-CD81-DB52-74EF51249D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BB1DFC24-107B-1325-0B70-2025912A68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4D015382-8AF3-8741-82F8-4AE6C623DA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54835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86C1FE1-FA48-34AB-25B7-53CE849B9E5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3457CAEB-29BC-7E3B-465F-DD9FA213D13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44975" y="2824734"/>
            <a:ext cx="3499226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B43C94B2-D7EF-D3CF-91FD-DDCDECADF3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2286000"/>
            <a:ext cx="5832044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291189CA-7067-18CB-6810-15BA9F5B4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4594860"/>
            <a:ext cx="5832044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752F09B4-D25E-E689-5671-051C3FA52E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77385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0EDBC28-6D5F-A4AF-F6D4-090F75AD737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E92D20B-F70F-43E0-F0E8-6FD2D605C47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9EF763DF-5C8F-6009-04D3-1540D12DC2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30"/>
            <a:ext cx="4511111" cy="156147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84DD39E5-5F68-1F0B-6A7D-C191E76F0C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4033703"/>
            <a:ext cx="4511111" cy="86748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46E0398F-56C2-746F-6D9C-6DEC5BEF1B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8015" y="2472230"/>
            <a:ext cx="4311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710E8D78-D6A7-5481-C66F-39C768B2C5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8015" y="3064836"/>
            <a:ext cx="4311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DA0888FF-8477-5726-7F78-72B2B4F9E8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014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D1CD755A-D9D2-F897-D33D-9AC2224580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8014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22A410DC-9369-E4BE-FB46-013FDA206D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032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412FA378-0901-1105-71F1-9749CD12CE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032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388E5FDF-461A-F7AD-E8E1-01664648F9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576216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7C387FC-3E57-0251-45E9-501A0B9A066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986CDCB-A54A-CD3B-9804-3DBDCEEBEAE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1F01DB15-F333-4EDF-98F4-BBED1BDA10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224E7937-160E-0360-2C5C-9A7928614C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3AB03CB9-030E-3CAD-C92C-AFF60C234F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B50A5F42-A4FB-51DB-FA15-8366BD257D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2A413918-F8EB-1085-FBAE-87AA0F3762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35157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1B15AFA-6090-A03A-75A3-1E3605612EE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3E420E19-7D2C-B71D-5ECB-2408DFCADE5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4DF780E0-C7B4-9791-7150-2A991910D3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744" y="2419022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559FDBE1-F5F2-A9A7-B1EC-3E5FDAACE8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0857" y="2419022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1BA654FD-2B6E-97C7-4792-156BD4342B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744" y="315263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1CAE2067-3BEE-58EC-449D-E5E81C550C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0857" y="315263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5980362B-A899-3FD9-EC2B-93DB279A5D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744" y="388624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F73F0C0E-1308-D295-044F-BFEA5AD6D9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0857" y="388624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E5FE864A-DBB8-F76C-90B5-9DDAABDC98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8744" y="4619850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3F20D6F6-30F3-25D2-549B-A7BAF202B9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0857" y="4619850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F0E4E4C7-5477-4441-C116-A3DF95D941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8746687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46A53C9-0FB8-E1A2-4FB5-2C47FFDBD64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EB650913-3C82-BB00-30D6-E0D5465A433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DC70FA01-01DF-283B-2CD7-FB35A320D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7FC2C681-C32F-64CC-84B5-5EE8F03A51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CA9A505E-605B-3EF7-1E09-E95875B30E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B100486C-CBA3-CE6F-6C82-D2C98C71F7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BC1A4323-1669-B494-15E0-3302B53394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7AEE6E46-588D-9A1A-AFA4-D9CAA6D266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6569882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635F394-840D-36A3-6958-D2E0B0D22B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098401EA-D838-707C-9BD1-8EC9D459758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D61D9CF2-8260-7D02-4BAB-C2525C9335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F20E8CB7-C878-D159-A9B5-C845EBDE6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9AE756A-568C-F591-3604-E5F67B0CA9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F147E9AB-64E2-16AB-A8EF-A460A678E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B37DD394-755B-9989-42FD-87AF720CCF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A94B9F49-E03E-FC3E-1E2E-A863FE71A9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94413AE8-2C01-0CB1-BDA9-64D57D48D9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59BC870D-EDF1-CAD8-AE18-10C7F6F37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91905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1A315F7-7EEC-F66E-0FD7-6D03F349D4E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AF045DF5-C7C2-06DA-216D-49D098CD5DA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811082"/>
            <a:ext cx="1931553" cy="84713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83978752-0F6C-E40B-330E-C05BDCFCDB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D832686B-384A-E995-2F86-4FC41DF59F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78457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88E30A5B-0D8F-9813-82F1-69BD8A06A6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63446CE3-3454-15BE-EAD1-8C015575B6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2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E63FCF14-B458-1C34-702D-DAD76F541F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D0BD07EC-08A5-E398-7061-F71CAADFE3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8186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402E0E0B-E7FE-0564-BF73-4D38C14802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0D5AB97F-FCF2-C514-65C5-3F85CC5F6A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526529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AFA6F05-A17A-66A8-7254-EB48979AA69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4D73FA2C-626E-488E-8CAA-76C24A01D67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4AA07E09-4667-835D-51A7-67A1C03842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CAC84AE9-E18B-0FC5-CB66-A3211C02EE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3B0B84C2-D47C-0DFF-65D8-32EEF7E944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D730FEE2-6994-9923-3B0E-FBC1CD36F7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555B4AE2-34EC-6071-5106-46E94619152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B845F7A4-D139-8E1E-8733-10757AE7AB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0399595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8ED24CE-0CA6-A324-84F2-567460D0811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CCE7E69A-4E7F-6F48-C8A7-02BBBF10E8E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0F2BF937-B48C-847F-DE44-70E45C82EA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79EA3555-CA55-6BBD-6934-0BA1691C48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A20B9B8D-982C-AC8E-35C1-D4BE24EC4D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C7445A3D-3F26-51DB-A02D-3A443D9834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A9F9F6B9-F831-A688-03A3-57AF482B61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42F7677-228C-EA01-2BBD-5F025A24DD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115853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2652A9A-D14E-408B-FE25-0AC72156882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18DEF028-E3AF-9613-178E-7B907EDEDA1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4826D9FD-F726-F39D-57E1-C80C6DDAE3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ED96086A-9AAE-5715-85BB-C15A2F1E7D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27D409FF-E438-61E5-0EE2-4E7993C4E5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EFEEC087-0390-EC7E-11BC-8CEF0749FC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7142EFA2-3463-6E48-A52B-496654DF65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0CFA3011-4220-E3F2-469F-F38CAF929C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051599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9462B24-8A43-9B4C-220C-F6EF3774975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7145E440-A852-B10E-259A-40580A2E2EF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137BF7B8-8F05-5F44-4A36-0597E3D111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ADE3250-CC28-07BA-A9EF-6A61FA1E85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30810E2-74F6-E39E-9140-23E44A6989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8BE2BEBD-6DE4-C660-E68A-C578FECAA6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3B4813A7-257D-7623-6B7A-36B28CA35A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3169C2E-9A6F-A710-73FA-EB67F7E315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225524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8E70041-0497-1801-EE3D-DFB8B150FD6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FF45BA33-1CF5-21EE-E2C1-1E91946720D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0066EA4B-8F7C-7A80-4728-69B9867759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6749" y="241902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091E29A8-7DC4-35E1-D682-9DDE597381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A3D48E7-E734-34B3-4E34-8EB470EFBD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6749" y="335016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marker_3">
            <a:extLst>
              <a:ext uri="{FF2B5EF4-FFF2-40B4-BE49-F238E27FC236}">
                <a16:creationId xmlns:a16="http://schemas.microsoft.com/office/drawing/2014/main" id="{95DC1EE3-F42E-271B-0437-CAF810B8CA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08659DC6-4DE8-B717-3290-9ADEF815AF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6749" y="428131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marker_4">
            <a:extLst>
              <a:ext uri="{FF2B5EF4-FFF2-40B4-BE49-F238E27FC236}">
                <a16:creationId xmlns:a16="http://schemas.microsoft.com/office/drawing/2014/main" id="{A2484263-1172-EEF3-CEC8-748EC5D7DF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089D1578-3395-2170-8F12-54069A293B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6749" y="521245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1C3DBE20-B046-EF84-7936-6E5751D6B4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6728181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DADA1F4-004B-48AE-4356-D2F624F9346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ecisions_title">
            <a:extLst>
              <a:ext uri="{FF2B5EF4-FFF2-40B4-BE49-F238E27FC236}">
                <a16:creationId xmlns:a16="http://schemas.microsoft.com/office/drawing/2014/main" id="{98CA5DAF-27D0-D47F-50C1-F2E15A187EA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4842659"/>
            <a:ext cx="2352756" cy="84867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9" name="decisions">
            <a:extLst>
              <a:ext uri="{FF2B5EF4-FFF2-40B4-BE49-F238E27FC236}">
                <a16:creationId xmlns:a16="http://schemas.microsoft.com/office/drawing/2014/main" id="{708A7B3C-DADA-D59A-85EB-EE8A0E2D6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8549" y="4842659"/>
            <a:ext cx="6921191" cy="84867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C977F360-5E77-0DF4-0E30-990DC1457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34F696D7-54E1-A873-CD96-83D4082AE5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2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5C516EFF-3BC0-CD22-1754-5B30DEB40C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5078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A9470F16-8A53-F2A3-5186-F25DA23856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5078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item_3_title">
            <a:extLst>
              <a:ext uri="{FF2B5EF4-FFF2-40B4-BE49-F238E27FC236}">
                <a16:creationId xmlns:a16="http://schemas.microsoft.com/office/drawing/2014/main" id="{4B9F4CA2-61BF-2275-2B9B-6AE85EB4F9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1565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5" name="item_3">
            <a:extLst>
              <a:ext uri="{FF2B5EF4-FFF2-40B4-BE49-F238E27FC236}">
                <a16:creationId xmlns:a16="http://schemas.microsoft.com/office/drawing/2014/main" id="{F18EEDEA-03F6-6E5F-6B6F-9C1333D1F8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11565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FE9992EB-15C6-5BD5-1AF7-A12E9396353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508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_master">
            <a:extLst>
              <a:ext uri="{FF2B5EF4-FFF2-40B4-BE49-F238E27FC236}">
                <a16:creationId xmlns:a16="http://schemas.microsoft.com/office/drawing/2014/main" id="{D798BCFB-11A8-B5E2-5E6B-1B62FAE53A89}"/>
              </a:ext>
            </a:extLst>
          </p:cNvPr>
          <p:cNvPicPr>
            <a:picLocks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A01C8C9-DA9E-4EB0-8756-652B0DE35A8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8DEFA18-2CFA-4775-9ECD-212CDF18C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2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5F70D2"/>
      </a:dk1>
      <a:lt1>
        <a:srgbClr val="06070B"/>
      </a:lt1>
      <a:dk2>
        <a:srgbClr val="9EA4BA"/>
      </a:dk2>
      <a:lt2>
        <a:srgbClr val="151619"/>
      </a:lt2>
      <a:accent1>
        <a:srgbClr val="E0B85B"/>
      </a:accent1>
      <a:accent2>
        <a:srgbClr val="5F70D2"/>
      </a:accent2>
      <a:accent3>
        <a:srgbClr val="9EA4BA"/>
      </a:accent3>
      <a:accent4>
        <a:srgbClr val="5F70D2"/>
      </a:accent4>
      <a:accent5>
        <a:srgbClr val="E0B85B"/>
      </a:accent5>
      <a:accent6>
        <a:srgbClr val="9EA4BA"/>
      </a:accent6>
      <a:hlink>
        <a:srgbClr val="5F70D2"/>
      </a:hlink>
      <a:folHlink>
        <a:srgbClr val="9EA4BA"/>
      </a:folHlink>
    </a:clrScheme>
    <a:fontScheme name="Integral">
      <a:majorFont>
        <a:latin typeface="Bahnschrift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Bahnschrift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2026-10-03T19:31:53Z</dcterms:created>
  <dcterms:modified xsi:type="dcterms:W3CDTF">2026-10-03T19:32:16Z</dcterms:modified>
</cp:coreProperties>
</file>