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761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AFBD2FD6-5D19-415D-B6D7-C936F6D30227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5F022019-B684-DE8C-4599-9AA3015C196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56884" y="2277063"/>
            <a:ext cx="2906242" cy="57385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8BDD0026-FCD9-B846-00E8-A8A38012F1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65100" y="2277063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08FB1EC3-6E2C-FFE4-EEE4-26E74C497D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84" y="3281304"/>
            <a:ext cx="2906242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8BDE2C03-05A7-8352-49A7-C11B8F2C620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65100" y="3281304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4873793C-8C0C-F251-1665-9DA639B6FF6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6884" y="4285545"/>
            <a:ext cx="2906242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4080C6BE-4F7F-D6C2-2618-830B8C1A92E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5100" y="4285545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8C8F2677-D2A4-CB24-8BB7-ACC47BD4F8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6884" y="5289785"/>
            <a:ext cx="2906242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5ADEFA08-0EF2-15C3-A667-55090177E86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65100" y="5289785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4656CAD4-00A8-797C-1387-2FAF312946B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75473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F09CD7E2-A7CF-09C9-0668-569A7E116BAD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C090B1E8-88DA-0434-5C0A-E73B3A9735E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232400"/>
            <a:ext cx="9942409" cy="7747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9A4B9942-9DCE-E6F1-030F-25B6C0BFE7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334448"/>
            <a:ext cx="4512324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EB822B31-C54A-B23D-4310-776D80618D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0" y="3968696"/>
            <a:ext cx="4512324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D7453D19-5472-437C-770B-1700141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334448"/>
            <a:ext cx="4512324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60849D5C-FA61-4926-5150-8E6F7DF2392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81048" y="3968696"/>
            <a:ext cx="4512324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8D800A50-D0A0-A367-9852-1D7DD0068FA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5014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2C6E5876-4ABD-67DB-BA70-5BF169FE6147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2AB3420B-4EE0-D02D-4BCF-8005018F69A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232400"/>
            <a:ext cx="9942409" cy="7747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2F14A230-2ABA-B355-9217-F93537D26B9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2334448"/>
            <a:ext cx="1975735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BE546E87-263B-DE2D-33D5-A300E2B8F9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3968696"/>
            <a:ext cx="1975735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EDC5A694-3766-5477-AA3D-E1A8ED985AE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44460" y="2334448"/>
            <a:ext cx="1975735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E70BE909-934A-051E-4F02-51AF99B75D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44460" y="3968696"/>
            <a:ext cx="1975735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kpi_value_3">
            <a:extLst>
              <a:ext uri="{FF2B5EF4-FFF2-40B4-BE49-F238E27FC236}">
                <a16:creationId xmlns:a16="http://schemas.microsoft.com/office/drawing/2014/main" id="{B93BCCB2-DAB1-5965-F92B-AA6072A973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81049" y="2334448"/>
            <a:ext cx="1975735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3" name="kpi_label_3">
            <a:extLst>
              <a:ext uri="{FF2B5EF4-FFF2-40B4-BE49-F238E27FC236}">
                <a16:creationId xmlns:a16="http://schemas.microsoft.com/office/drawing/2014/main" id="{C1FFA03D-C783-728D-5D84-BE7CCDF5B52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1049" y="3968696"/>
            <a:ext cx="1975735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4" name="kpi_value_4">
            <a:extLst>
              <a:ext uri="{FF2B5EF4-FFF2-40B4-BE49-F238E27FC236}">
                <a16:creationId xmlns:a16="http://schemas.microsoft.com/office/drawing/2014/main" id="{E13EFA3E-4F50-1304-3AC7-4FF14DD25D8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17638" y="2334448"/>
            <a:ext cx="1975735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5" name="kpi_label_4">
            <a:extLst>
              <a:ext uri="{FF2B5EF4-FFF2-40B4-BE49-F238E27FC236}">
                <a16:creationId xmlns:a16="http://schemas.microsoft.com/office/drawing/2014/main" id="{682A7ADE-5D05-08A5-A79C-A4EE0273F2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17638" y="3968696"/>
            <a:ext cx="1975735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7D4FB8B1-E31A-BC1C-1638-F49998B6B70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13909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5EA648AE-8B3B-8850-C9F4-C14934638D9E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9FC2C685-1F8C-D1F2-214A-C10CBD3771B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5567749" cy="38735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2E261A82-AC60-E4C2-2CE0-19D97C75556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73317" y="2334448"/>
            <a:ext cx="3620057" cy="28979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508F1375-E3A6-7DBD-EDB5-087DD683DF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73317" y="5232400"/>
            <a:ext cx="3620057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B239C3C3-4A5E-B62F-6C2B-9D4FBD17A2E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11324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6254242D-09A8-17A3-C2EF-5C8F4FFD46B2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F726CEFF-6178-B5A7-2A77-1E729850D96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2821265" cy="102111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4879625A-CD36-1461-980D-B24B572D4B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F6AAF314-CF39-5BA1-70A4-B7923AB559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89990" y="2334449"/>
            <a:ext cx="2821265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7AB50CC2-C613-761B-D3F8-E4E0B5AD41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89990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5572AE55-5D7B-99A6-3BFF-396519371F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72108" y="2334449"/>
            <a:ext cx="2821265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90D4D100-063A-DE47-9367-CA9650D8532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72108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EE99377C-59D5-C908-F99E-2BD0A082AF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1975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ADE49234-F5E5-858F-ABDB-A2B43ACD5A99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4AE22BE7-C3A5-D90B-A891-7BB9EEFC554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4512324" cy="102111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7E089502-BDB8-9E9B-257D-CDC5A3ED97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3355568"/>
            <a:ext cx="4512324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D140DF33-D055-B6BB-874D-F86044B15C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1048" y="2334449"/>
            <a:ext cx="4512324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45F7F21A-B5F2-5925-CEDC-C92A731A30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3355568"/>
            <a:ext cx="4512324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009D0AB2-3AED-8542-F034-D774674B12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65704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351D9A3B-0675-E211-AFB6-0A6A0073F36B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art">
            <a:extLst>
              <a:ext uri="{FF2B5EF4-FFF2-40B4-BE49-F238E27FC236}">
                <a16:creationId xmlns:a16="http://schemas.microsoft.com/office/drawing/2014/main" id="{83B61B7C-B0C7-5D90-DB5D-D4C4D1C0DB32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429417" y="2133600"/>
            <a:ext cx="6959686" cy="387350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2C108B4-C461-9E2F-238E-078114CC34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86799" y="2288540"/>
            <a:ext cx="2585026" cy="35636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70C0317D-456A-4381-8821-2BA030A23A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343747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CBF85F44-6F30-83D5-17A0-1DC868E8EF91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66BDFDEB-BDFB-78DE-E7BB-CDB8A1809E6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512324" cy="41773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54A8D5D6-EF87-39B8-49E9-827F0C74BF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318BB76A-50DE-E8C7-1DD4-787608D52B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1048" y="233444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23B155FB-CA3B-C630-9825-3FADB984A4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F220A033-7D0D-9BA4-3642-4DFEB6AA27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7870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76DEF984-2B20-B396-8CC8-03D3B35447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7870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80CB101F-181A-96A8-4189-229FD5D0A3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1048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21271166-E1EC-76D0-D68C-D3511D2437A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1048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FF646FA1-78C6-9EAC-30D2-3FA4ABACF07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602633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3A094AD4-2156-8EBB-D115-0468A92E5126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CE07A34C-B3B2-A96A-C827-89D5F26EC2A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9942409" cy="38735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47C30BDC-CE8F-8904-BF58-886193DB1B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85234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B0F1C81A-C8AD-57D4-3CD4-7A0D4D1821E0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B8987E70-E38E-EF88-5868-7448A7FB8A4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9942409" cy="3873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8551783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gradFill flip="none" rotWithShape="1">
          <a:gsLst>
            <a:gs pos="0">
              <a:srgbClr val="C338A8"/>
            </a:gs>
            <a:gs pos="100000">
              <a:srgbClr val="7C3191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59" y="3538727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BEEACFC8-02F3-2E98-A387-4292DEFE7E8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17AF2EA3-25E0-5FDD-0B44-8CD70B6173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574980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C79BFA5D-F319-FEA4-9D0C-CB6167D7384F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E7572208-BCFC-3400-D5B7-5F635541DE3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56884" y="2277063"/>
            <a:ext cx="2906242" cy="57385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FF45D06C-D742-F260-EB72-85548D84AA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65100" y="2277063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80DF1E81-DF29-6845-347E-5CA935305B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84" y="3281304"/>
            <a:ext cx="2906242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74F60BA7-6802-A38E-5FFC-BD682C9527C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65100" y="3281304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9CEBB602-D199-BCA8-BEED-B61C25B0CE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6884" y="4285545"/>
            <a:ext cx="2906242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6DE693A1-043E-5C80-6B04-171D6858EF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5100" y="4285545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E64A0E53-5FC1-5BCA-EB2F-4AACFF04C5D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6884" y="5289785"/>
            <a:ext cx="2906242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1957ECA6-1D89-02FC-AEE5-ED1C0DBC3A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65100" y="5289785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B3D27D6D-3027-F239-8F00-DFCCD05DE0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643291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FF9921BB-09BF-7C40-7C21-93DF9A7C2B05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2F455E0A-E737-A1B2-C885-C5EF8976AE8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9942409" cy="3873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23C9631B-12FD-3B58-123A-A13F20F730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01994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B873165F-BB2D-7324-2131-845748C1FAB8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1DB1692F-082F-1E51-FC4D-3E8EC7B0751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512324" cy="41773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A93A79FC-A465-CFA7-98F1-5FC7DBCC9D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01577E30-F995-04E1-69FD-B5530A99D7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1048" y="233444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B066A2C9-C882-105E-4BB9-9D7614E2A9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E2404D4D-F4A4-F908-6013-4D6524FDB8B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7870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E0E3A896-93C2-C36D-4156-62D778A113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7870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6B58F933-B0D1-E6E8-BB48-26CE6463E5B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1048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CBF2A7E3-72D5-5AD3-86A1-B13FEF1060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1048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CF4E50A9-7796-9DF0-CC3C-C88A66DAB14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400319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3ABE3CBA-ECEE-8AE5-036F-83969EBE9991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0B9F8482-3F65-EE01-4A89-36A92C8C40A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92558" y="2714625"/>
            <a:ext cx="3579267" cy="271145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A1D61CF5-550B-1A52-0E56-FA656C61FAF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8" y="2133601"/>
            <a:ext cx="5965445" cy="2490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BA5296B1-55E9-3ABB-F4B7-4E4768A4943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418" y="4623708"/>
            <a:ext cx="5965445" cy="138339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FB0153F9-57AE-EEB4-6A4D-4F9970C39F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791776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6771B206-371F-3558-641B-A86180B0A663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37424DB2-F1C5-4A83-2931-B8E2660224B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309870"/>
            <a:ext cx="9942409" cy="69723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000E1729-B7FA-32CA-BE95-2EA037EDF6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2334448"/>
            <a:ext cx="4614297" cy="168405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402C51A3-D95C-4FB9-FFED-C90F05ADC8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4018500"/>
            <a:ext cx="4614297" cy="9355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202042B6-370A-B7DE-AE78-BDFC85EDDC6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83022" y="2334448"/>
            <a:ext cx="4410351" cy="6391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21B8757E-A524-66BE-94FF-E1DC7C6EDFD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3022" y="2973577"/>
            <a:ext cx="4410351" cy="35507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kpi_value_3">
            <a:extLst>
              <a:ext uri="{FF2B5EF4-FFF2-40B4-BE49-F238E27FC236}">
                <a16:creationId xmlns:a16="http://schemas.microsoft.com/office/drawing/2014/main" id="{BBD0A224-3947-5E49-9100-DE1ABB06088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83021" y="3959883"/>
            <a:ext cx="1924748" cy="6391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3" name="kpi_label_3">
            <a:extLst>
              <a:ext uri="{FF2B5EF4-FFF2-40B4-BE49-F238E27FC236}">
                <a16:creationId xmlns:a16="http://schemas.microsoft.com/office/drawing/2014/main" id="{453B1D1C-C237-772A-7154-7DA2243A1B6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83021" y="4599012"/>
            <a:ext cx="1924748" cy="35507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4" name="kpi_value_4">
            <a:extLst>
              <a:ext uri="{FF2B5EF4-FFF2-40B4-BE49-F238E27FC236}">
                <a16:creationId xmlns:a16="http://schemas.microsoft.com/office/drawing/2014/main" id="{A4E5999C-31C6-AF65-1EB8-771EA0E973A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68623" y="3959883"/>
            <a:ext cx="1924748" cy="6391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5" name="kpi_label_4">
            <a:extLst>
              <a:ext uri="{FF2B5EF4-FFF2-40B4-BE49-F238E27FC236}">
                <a16:creationId xmlns:a16="http://schemas.microsoft.com/office/drawing/2014/main" id="{E7CE7EB8-5D28-E90B-AD2C-CD082B24CE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68623" y="4599012"/>
            <a:ext cx="1924748" cy="35507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812EE10-356E-A93A-EF58-DA97950BEF4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833031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FCF88333-800A-5544-295F-1E140B58D90C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7AC962DD-118D-9855-25E7-0E84A5A7A4C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309870"/>
            <a:ext cx="9942409" cy="69723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0ED07E92-D5C4-2082-8BB0-D15076A517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334448"/>
            <a:ext cx="4512324" cy="12744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7281373E-B1A7-AD3F-50A1-70790E3BEE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0" y="3608866"/>
            <a:ext cx="4512324" cy="7080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62C733CD-817C-5EA5-26D1-D65A452C9C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334448"/>
            <a:ext cx="4512324" cy="12744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777EAA5E-8954-06D1-1762-EDCE6B410D2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81048" y="3608866"/>
            <a:ext cx="4512324" cy="7080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5E1FD258-F4E9-BFAE-79E8-335B9ADA387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93807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1B2BC317-E72A-47AA-E3AD-14A77DEA0A93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66B327E8-41B1-6FAA-7D80-D7522192137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309870"/>
            <a:ext cx="9942409" cy="69723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59D929FC-B644-DE47-7867-4F8826F979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6884" y="2277064"/>
            <a:ext cx="2518744" cy="3608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7D883D12-1B1B-191E-4E60-D8A525CCCC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77601" y="2277063"/>
            <a:ext cx="7066758" cy="2672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E5C70104-8EF9-C145-3563-EC15927032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6884" y="3068262"/>
            <a:ext cx="2518744" cy="3608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A87087AC-98BB-CEB6-2646-C37105A3C53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77601" y="3068261"/>
            <a:ext cx="7066758" cy="2672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kpi_value_3">
            <a:extLst>
              <a:ext uri="{FF2B5EF4-FFF2-40B4-BE49-F238E27FC236}">
                <a16:creationId xmlns:a16="http://schemas.microsoft.com/office/drawing/2014/main" id="{BF12EE03-3361-4413-5045-6777E56230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6884" y="3859460"/>
            <a:ext cx="2518744" cy="3608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3" name="kpi_label_3">
            <a:extLst>
              <a:ext uri="{FF2B5EF4-FFF2-40B4-BE49-F238E27FC236}">
                <a16:creationId xmlns:a16="http://schemas.microsoft.com/office/drawing/2014/main" id="{9DEFCD34-E879-101E-1EA0-CE4E85F0DB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77601" y="3859459"/>
            <a:ext cx="7066758" cy="2672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4" name="kpi_value_4">
            <a:extLst>
              <a:ext uri="{FF2B5EF4-FFF2-40B4-BE49-F238E27FC236}">
                <a16:creationId xmlns:a16="http://schemas.microsoft.com/office/drawing/2014/main" id="{F91B23C3-9DA0-8C6B-DEC7-552796C0027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6884" y="4650659"/>
            <a:ext cx="2518744" cy="3608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5" name="kpi_label_4">
            <a:extLst>
              <a:ext uri="{FF2B5EF4-FFF2-40B4-BE49-F238E27FC236}">
                <a16:creationId xmlns:a16="http://schemas.microsoft.com/office/drawing/2014/main" id="{95EA60A3-63B1-C4E4-5384-81EA4C1370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77601" y="4650658"/>
            <a:ext cx="7066758" cy="2672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57012AD3-CEA5-0759-8185-7053322744C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621560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A24B9DDD-A4AF-2A7A-FC4C-377699402C18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arker_1">
            <a:extLst>
              <a:ext uri="{FF2B5EF4-FFF2-40B4-BE49-F238E27FC236}">
                <a16:creationId xmlns:a16="http://schemas.microsoft.com/office/drawing/2014/main" id="{93734648-4ADE-1701-E5BD-3A5CD4D903A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560854" cy="631237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C7C07EA-2E9E-C23E-9FBD-C850330996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0698" y="2334448"/>
            <a:ext cx="892267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0BC99605-4249-8BA8-2516-1C2761B4A3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0698" y="2752180"/>
            <a:ext cx="892267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E9D09185-1D60-3614-A59C-41E7078964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0" y="4385969"/>
            <a:ext cx="560854" cy="631237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5577A672-37D1-37AF-36A8-E077A2E00C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70698" y="4385968"/>
            <a:ext cx="892267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A2EE42D5-E3B9-5FA7-9A2E-40B973D9F8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70698" y="4803700"/>
            <a:ext cx="892267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970BF40F-1D24-2610-95CE-CFD8161ADC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42280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EFF5C996-A397-30C0-CD2C-C76822C92901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F2B855E8-3169-42C6-FE1D-3CE6ABA731A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512324" cy="41773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D54C9672-DBC7-6657-B4C4-D870FF2B90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C274C8D7-D566-105B-3545-0C52F693A9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1048" y="233444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42713E0C-83B1-9ADF-E8F5-0595DDB1536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07F5BA07-4F45-E34A-D07D-A8B07CEC80F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7870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FED12D61-5624-E9C2-1192-09DFA10980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7870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0D70BF62-E99D-327F-5954-C5C34F43F9B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1048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99519EE4-EAAB-E65A-FEC9-FD7CC273D7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1048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5A6EEB39-5186-B486-311F-0157F22AC06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1867084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9E18E944-99BD-C58F-163E-9653FA012BBD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5D482E04-80C7-5CE5-53A5-9F02E6EBFB0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699902"/>
            <a:ext cx="1975735" cy="91363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FFEF48C3-1556-9F87-4E82-77586FB447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3613534"/>
            <a:ext cx="1975735" cy="21927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28A13841-8C72-57B4-5A5E-1B328ED8DD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44460" y="2699902"/>
            <a:ext cx="1975735" cy="9136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3A461114-51F2-6356-D87B-49D65AC7FC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44460" y="3613534"/>
            <a:ext cx="1975735" cy="21927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7173B150-5450-322A-94D1-E6274355DC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81049" y="2699902"/>
            <a:ext cx="1975735" cy="9136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2CA65A85-CD37-99CF-3DF1-0AFFF2C0FF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81049" y="3613534"/>
            <a:ext cx="1975735" cy="21927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0E609AAB-9CE0-FC82-D245-62EB7A17C3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17638" y="2699902"/>
            <a:ext cx="1975735" cy="9136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B287EFF8-87D8-0104-3468-735871E321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17638" y="3613534"/>
            <a:ext cx="1975735" cy="21927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B93DF550-C51B-D573-234B-6DE3A74480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579881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A9271F71-AA87-8AAE-E65D-3640403306B6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27D3A43C-701C-3807-6AB9-89D6A095238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813145" cy="215251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9187B472-B220-A8B6-89F9-C110C67CF1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4556404"/>
            <a:ext cx="4813145" cy="124984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0FBC4699-B774-C5D7-DCE9-7ED27EE2034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2334449"/>
            <a:ext cx="4813145" cy="27080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05347F82-5BD5-B936-90AD-937DC9179D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1" y="5111892"/>
            <a:ext cx="4813145" cy="69436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item_1_title">
            <a:extLst>
              <a:ext uri="{FF2B5EF4-FFF2-40B4-BE49-F238E27FC236}">
                <a16:creationId xmlns:a16="http://schemas.microsoft.com/office/drawing/2014/main" id="{1480FFF3-F6AE-D3C8-F30B-2340F51859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97166" y="2133601"/>
            <a:ext cx="4374660" cy="1139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2" name="item_1">
            <a:extLst>
              <a:ext uri="{FF2B5EF4-FFF2-40B4-BE49-F238E27FC236}">
                <a16:creationId xmlns:a16="http://schemas.microsoft.com/office/drawing/2014/main" id="{C0DE1CEE-1A28-C854-1B39-022D2EEC623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97166" y="3272866"/>
            <a:ext cx="4374660" cy="273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731EB6A3-B3B2-5F0D-B16A-49DDF96B5BD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211911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1C71D8BF-43A9-8CF9-C01C-FC8B464CDEB7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F7BC20F2-3765-CD83-75B0-4C3CF38A5FA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2821265" cy="102111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A21A0929-FFC1-470C-1BAB-0D23F571F9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8D2815DD-3E51-C59F-2576-75862FA2AB4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89990" y="2334449"/>
            <a:ext cx="2821265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53942DFC-6842-4C21-7479-A205F578FE6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89990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A8DF379B-FCBF-5A4D-B2CD-67A1F3A85D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72108" y="2334449"/>
            <a:ext cx="2821265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E8570990-CD99-336D-179B-C2C381AA1CF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72108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C859F92F-FDA4-C12C-BD54-79CD90381AD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488840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C6054E55-60EA-0843-8B27-4B7F4F660C77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arker_1">
            <a:extLst>
              <a:ext uri="{FF2B5EF4-FFF2-40B4-BE49-F238E27FC236}">
                <a16:creationId xmlns:a16="http://schemas.microsoft.com/office/drawing/2014/main" id="{C81914FD-1845-15F8-F323-4801ECAC5F1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560854" cy="631237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9575E9AC-5110-1489-E549-0F96332FAC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0698" y="2334448"/>
            <a:ext cx="892267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2ADFD78-93F8-FA17-F1A1-B83B76A4D4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0698" y="2752180"/>
            <a:ext cx="892267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789437E5-A572-77C9-24AD-740B158568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0" y="4385969"/>
            <a:ext cx="560854" cy="631237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3B778758-000F-916C-096F-5DEEBF12DDC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70698" y="4385968"/>
            <a:ext cx="892267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447D0069-0129-9025-6A24-13E4D89C6C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70698" y="4803700"/>
            <a:ext cx="892267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94F9E2D1-D212-D83E-C9C4-6651E01D47F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750901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D37DB373-6548-BDA8-9AEE-D32229773A44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9C3B2D20-6DF8-9113-2FCE-DC0F3764610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813145" cy="215251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1B9D7CB8-2D68-6972-980C-C9B3D6EF78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4556404"/>
            <a:ext cx="4813145" cy="124984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CE238DB0-61B4-6C2B-2CDC-62D6590A81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2334449"/>
            <a:ext cx="4813145" cy="27080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A8244621-C7BC-72F2-A184-3B071C3ACB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1" y="5111892"/>
            <a:ext cx="4813145" cy="69436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item_1_title">
            <a:extLst>
              <a:ext uri="{FF2B5EF4-FFF2-40B4-BE49-F238E27FC236}">
                <a16:creationId xmlns:a16="http://schemas.microsoft.com/office/drawing/2014/main" id="{AB5ABF98-7D0F-F254-711E-EE2339E485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97166" y="2133601"/>
            <a:ext cx="4374660" cy="1139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2" name="item_1">
            <a:extLst>
              <a:ext uri="{FF2B5EF4-FFF2-40B4-BE49-F238E27FC236}">
                <a16:creationId xmlns:a16="http://schemas.microsoft.com/office/drawing/2014/main" id="{3684247E-993E-C3F0-A72E-4118828D18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97166" y="3272866"/>
            <a:ext cx="4374660" cy="273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63AB064E-7BEF-4614-F6D4-7B8A1F113F5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0381371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048574E4-1DA3-F0C6-7195-C4A2962FA746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arker_1">
            <a:extLst>
              <a:ext uri="{FF2B5EF4-FFF2-40B4-BE49-F238E27FC236}">
                <a16:creationId xmlns:a16="http://schemas.microsoft.com/office/drawing/2014/main" id="{27CBA1EA-2623-3368-A5CC-94F93016804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56884" y="2277064"/>
            <a:ext cx="560854" cy="631237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4A730F7E-0252-7E39-8DD8-86E3857D19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9711" y="2277063"/>
            <a:ext cx="9024648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988AC307-955C-2413-ACCF-1CB75DBC6D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84" y="3281305"/>
            <a:ext cx="560854" cy="631237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8A9D5810-0336-486F-F63B-8D29B1D08CA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19711" y="3281304"/>
            <a:ext cx="9024648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marker_3">
            <a:extLst>
              <a:ext uri="{FF2B5EF4-FFF2-40B4-BE49-F238E27FC236}">
                <a16:creationId xmlns:a16="http://schemas.microsoft.com/office/drawing/2014/main" id="{5FFE3543-206C-722B-E2CA-499613A4A3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6884" y="4285546"/>
            <a:ext cx="560854" cy="631237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83CC1120-F063-5CC0-907F-08624CA4B75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19711" y="4285545"/>
            <a:ext cx="9024648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marker_4">
            <a:extLst>
              <a:ext uri="{FF2B5EF4-FFF2-40B4-BE49-F238E27FC236}">
                <a16:creationId xmlns:a16="http://schemas.microsoft.com/office/drawing/2014/main" id="{3A0C8171-8EDD-6BE9-B54D-D520E5FD4A8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6884" y="5289786"/>
            <a:ext cx="560854" cy="631237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961A9FB0-701C-5DAB-81F8-B10D0B4C5E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19711" y="5289785"/>
            <a:ext cx="9024648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52BB1E58-2240-E012-192F-C8D21B5BD59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2338332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FE03E687-D25E-70CC-9429-DBA2C5529E96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alpha val="28000"/>
                </a:schemeClr>
              </a:gs>
              <a:gs pos="100000">
                <a:schemeClr val="accent1"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ecisions_title">
            <a:extLst>
              <a:ext uri="{FF2B5EF4-FFF2-40B4-BE49-F238E27FC236}">
                <a16:creationId xmlns:a16="http://schemas.microsoft.com/office/drawing/2014/main" id="{B3482608-AE78-4F7D-4C7A-902B1760BAC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4890958"/>
            <a:ext cx="2406573" cy="91529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8" name="decisions">
            <a:extLst>
              <a:ext uri="{FF2B5EF4-FFF2-40B4-BE49-F238E27FC236}">
                <a16:creationId xmlns:a16="http://schemas.microsoft.com/office/drawing/2014/main" id="{1CDA50A1-E469-7D4E-BE1A-9912C7D9BB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3867" y="4890958"/>
            <a:ext cx="7079504" cy="91529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D0608A84-2FBC-C472-3D8F-93E032AFD6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2334449"/>
            <a:ext cx="2821265" cy="565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AE4AFDC0-823C-E855-3A81-570D194A0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1" y="2899862"/>
            <a:ext cx="2821265" cy="13569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C14DCB8E-B6EF-E94E-3C80-D33052B4CC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89990" y="2334449"/>
            <a:ext cx="2821265" cy="565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D7075C70-65DA-67CC-7D9F-3A6AAA28FC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89990" y="2899862"/>
            <a:ext cx="2821265" cy="13569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item_3_title">
            <a:extLst>
              <a:ext uri="{FF2B5EF4-FFF2-40B4-BE49-F238E27FC236}">
                <a16:creationId xmlns:a16="http://schemas.microsoft.com/office/drawing/2014/main" id="{8AE72B0E-490C-D3FD-BBAA-1FC9BD28A6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72108" y="2334449"/>
            <a:ext cx="2821265" cy="565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4" name="item_3">
            <a:extLst>
              <a:ext uri="{FF2B5EF4-FFF2-40B4-BE49-F238E27FC236}">
                <a16:creationId xmlns:a16="http://schemas.microsoft.com/office/drawing/2014/main" id="{37E12395-3EE2-CBD2-7A0B-6C91D3F5B8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2108" y="2899862"/>
            <a:ext cx="2821265" cy="13569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F753DC90-77D4-E9A2-EDF8-383F8294D1A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81404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E74088FC-AB1D-4731-A24C-F46EBDB0C5A7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E4AD76C8-B1EB-4E10-9C29-0B8B3CD29B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0449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8" r:id="rId21"/>
    <p:sldLayoutId id="2147483709" r:id="rId22"/>
    <p:sldLayoutId id="2147483710" r:id="rId23"/>
    <p:sldLayoutId id="2147483711" r:id="rId24"/>
    <p:sldLayoutId id="2147483712" r:id="rId25"/>
    <p:sldLayoutId id="2147483713" r:id="rId26"/>
    <p:sldLayoutId id="2147483714" r:id="rId27"/>
    <p:sldLayoutId id="2147483715" r:id="rId28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Segoe UI Semibold"/>
        <a:ea typeface=""/>
        <a:cs typeface="Segoe UI"/>
      </a:majorFont>
      <a:minorFont>
        <a:latin typeface="Segoe UI"/>
        <a:ea typeface=""/>
        <a:cs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Segoe UI</vt:lpstr>
      <vt:lpstr>Segoe UI Semibold</vt:lpstr>
      <vt:lpstr>Film Burn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2026-10-03T18:08:21Z</dcterms:created>
  <dcterms:modified xsi:type="dcterms:W3CDTF">2026-10-03T18:08:44Z</dcterms:modified>
</cp:coreProperties>
</file>