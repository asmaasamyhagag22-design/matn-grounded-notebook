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matn:title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C8E832A1-AE20-595C-6C6A-C6CAD6D72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59" t="1529" r="16895" b="27442"/>
          <a:stretch>
            <a:fillRect/>
          </a:stretch>
        </p:blipFill>
        <p:spPr>
          <a:xfrm flipH="1">
            <a:off x="-27432" y="0"/>
            <a:ext cx="12219432" cy="6865715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259" y="1820486"/>
            <a:ext cx="4800600" cy="276218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3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95260" y="4714821"/>
            <a:ext cx="3830874" cy="149661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95259" y="219456"/>
            <a:ext cx="2703777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5440" y="219456"/>
            <a:ext cx="149536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3B25E4A-609E-4439-9216-58A1FB513E4F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66CBC16-03F9-4EFF-A443-63D10023E7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3537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66FB22AF-7EA0-5FAF-B91D-6C0B9945EBEE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70000"/>
                  <a:lumOff val="30000"/>
                  <a:alpha val="28000"/>
                </a:schemeClr>
              </a:gs>
              <a:gs pos="100000">
                <a:schemeClr val="accent1">
                  <a:lumMod val="70000"/>
                  <a:lumOff val="30000"/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3B25E4A-609E-4439-9216-58A1FB513E4F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66CBC16-03F9-4EFF-A443-63D10023E70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item_1_title">
            <a:extLst>
              <a:ext uri="{FF2B5EF4-FFF2-40B4-BE49-F238E27FC236}">
                <a16:creationId xmlns:a16="http://schemas.microsoft.com/office/drawing/2014/main" id="{DA9F633C-EB8C-80A9-723B-2E8258CDF33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56884" y="2277063"/>
            <a:ext cx="2906243" cy="57385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8" name="item_1">
            <a:extLst>
              <a:ext uri="{FF2B5EF4-FFF2-40B4-BE49-F238E27FC236}">
                <a16:creationId xmlns:a16="http://schemas.microsoft.com/office/drawing/2014/main" id="{27C36405-F826-40CA-C535-987FD270B9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65101" y="2277063"/>
            <a:ext cx="6679259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9" name="item_2_title">
            <a:extLst>
              <a:ext uri="{FF2B5EF4-FFF2-40B4-BE49-F238E27FC236}">
                <a16:creationId xmlns:a16="http://schemas.microsoft.com/office/drawing/2014/main" id="{8451BDB1-095A-BCFC-9A05-4842B14BEF6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6885" y="3281304"/>
            <a:ext cx="2906243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0" name="item_2">
            <a:extLst>
              <a:ext uri="{FF2B5EF4-FFF2-40B4-BE49-F238E27FC236}">
                <a16:creationId xmlns:a16="http://schemas.microsoft.com/office/drawing/2014/main" id="{7C7A9A2A-1C0D-B836-6040-A5A13433A21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565101" y="3281304"/>
            <a:ext cx="6679259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1" name="item_3_title">
            <a:extLst>
              <a:ext uri="{FF2B5EF4-FFF2-40B4-BE49-F238E27FC236}">
                <a16:creationId xmlns:a16="http://schemas.microsoft.com/office/drawing/2014/main" id="{C9C00D77-09BC-E663-684F-8F19C99574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56885" y="4285545"/>
            <a:ext cx="2906243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2" name="item_3">
            <a:extLst>
              <a:ext uri="{FF2B5EF4-FFF2-40B4-BE49-F238E27FC236}">
                <a16:creationId xmlns:a16="http://schemas.microsoft.com/office/drawing/2014/main" id="{5117787A-7A99-FE83-D83E-4ADFE5F0A59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65101" y="4285545"/>
            <a:ext cx="6679259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3" name="item_4_title">
            <a:extLst>
              <a:ext uri="{FF2B5EF4-FFF2-40B4-BE49-F238E27FC236}">
                <a16:creationId xmlns:a16="http://schemas.microsoft.com/office/drawing/2014/main" id="{8F248CB4-F87B-4543-FDFA-3EF5A272C72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6885" y="5289785"/>
            <a:ext cx="2906243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4" name="item_4">
            <a:extLst>
              <a:ext uri="{FF2B5EF4-FFF2-40B4-BE49-F238E27FC236}">
                <a16:creationId xmlns:a16="http://schemas.microsoft.com/office/drawing/2014/main" id="{0C7E5A25-9360-7797-C8DE-876B415ED51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565101" y="5289785"/>
            <a:ext cx="6679259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B001E29A-0813-22E5-81CB-692413ADC2D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872043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4DDA5F15-B567-7CCC-2638-39A097465343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70000"/>
                  <a:lumOff val="30000"/>
                  <a:alpha val="28000"/>
                </a:schemeClr>
              </a:gs>
              <a:gs pos="100000">
                <a:schemeClr val="accent1">
                  <a:lumMod val="70000"/>
                  <a:lumOff val="30000"/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3B25E4A-609E-4439-9216-58A1FB513E4F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66CBC16-03F9-4EFF-A443-63D10023E70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E34FACA7-609E-EC70-707D-D855724532D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29417" y="5232400"/>
            <a:ext cx="9942409" cy="774700"/>
          </a:xfrm>
        </p:spPr>
        <p:txBody>
          <a:bodyPr wrap="square" anchor="t">
            <a:noAutofit/>
          </a:bodyPr>
          <a:lstStyle>
            <a:lvl1pPr>
              <a:buFont typeface="+mj-lt"/>
              <a:buAutoNum type="arabicPeriod"/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0105022A-41A6-C800-36C6-37B5F5717FD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7870" y="2334448"/>
            <a:ext cx="4512324" cy="16342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32C43DCD-DD5D-345E-6153-B124A4EB137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7870" y="3968696"/>
            <a:ext cx="4512324" cy="90791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kpi_value_2">
            <a:extLst>
              <a:ext uri="{FF2B5EF4-FFF2-40B4-BE49-F238E27FC236}">
                <a16:creationId xmlns:a16="http://schemas.microsoft.com/office/drawing/2014/main" id="{C80B6100-07FB-1DA5-CC46-B7040BA7F2D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81048" y="2334448"/>
            <a:ext cx="4512324" cy="16342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1" name="kpi_label_2">
            <a:extLst>
              <a:ext uri="{FF2B5EF4-FFF2-40B4-BE49-F238E27FC236}">
                <a16:creationId xmlns:a16="http://schemas.microsoft.com/office/drawing/2014/main" id="{510BB60B-41CC-8587-A0F8-44948F0E28D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81048" y="3968696"/>
            <a:ext cx="4512324" cy="90791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4BC840B7-4C44-6E60-652E-DF5340DA4AF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55292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CF02D864-1AEB-6DA9-4DE0-CAE41B7E1B43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70000"/>
                  <a:lumOff val="30000"/>
                  <a:alpha val="28000"/>
                </a:schemeClr>
              </a:gs>
              <a:gs pos="100000">
                <a:schemeClr val="accent1">
                  <a:lumMod val="70000"/>
                  <a:lumOff val="30000"/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3B25E4A-609E-4439-9216-58A1FB513E4F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66CBC16-03F9-4EFF-A443-63D10023E70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D811D6AE-83C2-005F-CFCB-100D3917447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29417" y="5232400"/>
            <a:ext cx="9942409" cy="774700"/>
          </a:xfrm>
        </p:spPr>
        <p:txBody>
          <a:bodyPr wrap="square" anchor="t">
            <a:noAutofit/>
          </a:bodyPr>
          <a:lstStyle>
            <a:lvl1pPr>
              <a:buFont typeface="+mj-lt"/>
              <a:buAutoNum type="arabicPeriod"/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571CD2F7-7833-D1C3-9B60-DDF3306DEBF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7871" y="2334448"/>
            <a:ext cx="1975735" cy="16342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9683189A-C64A-D270-1612-397224C2251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7871" y="3968696"/>
            <a:ext cx="1975735" cy="90791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kpi_value_2">
            <a:extLst>
              <a:ext uri="{FF2B5EF4-FFF2-40B4-BE49-F238E27FC236}">
                <a16:creationId xmlns:a16="http://schemas.microsoft.com/office/drawing/2014/main" id="{9A14FE42-111C-2953-7F5C-AB6B7A14364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44460" y="2334448"/>
            <a:ext cx="1975735" cy="16342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1" name="kpi_label_2">
            <a:extLst>
              <a:ext uri="{FF2B5EF4-FFF2-40B4-BE49-F238E27FC236}">
                <a16:creationId xmlns:a16="http://schemas.microsoft.com/office/drawing/2014/main" id="{B9C185B0-73FF-2517-98C7-6FACFEB462D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144460" y="3968696"/>
            <a:ext cx="1975735" cy="90791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2" name="kpi_value_3">
            <a:extLst>
              <a:ext uri="{FF2B5EF4-FFF2-40B4-BE49-F238E27FC236}">
                <a16:creationId xmlns:a16="http://schemas.microsoft.com/office/drawing/2014/main" id="{DB54F76D-549E-67E9-C410-204EC848396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681049" y="2334448"/>
            <a:ext cx="1975735" cy="16342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3" name="kpi_label_3">
            <a:extLst>
              <a:ext uri="{FF2B5EF4-FFF2-40B4-BE49-F238E27FC236}">
                <a16:creationId xmlns:a16="http://schemas.microsoft.com/office/drawing/2014/main" id="{DF601CA2-3ABF-5ABB-F050-5DAB4728219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81049" y="3968696"/>
            <a:ext cx="1975735" cy="90791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4" name="kpi_value_4">
            <a:extLst>
              <a:ext uri="{FF2B5EF4-FFF2-40B4-BE49-F238E27FC236}">
                <a16:creationId xmlns:a16="http://schemas.microsoft.com/office/drawing/2014/main" id="{236EF99F-7A26-24AB-79D0-BA1EFDBEE5B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17638" y="2334448"/>
            <a:ext cx="1975735" cy="16342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5" name="kpi_label_4">
            <a:extLst>
              <a:ext uri="{FF2B5EF4-FFF2-40B4-BE49-F238E27FC236}">
                <a16:creationId xmlns:a16="http://schemas.microsoft.com/office/drawing/2014/main" id="{1CA4FA00-DD55-70E5-5C26-7A1B09A7EC7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17638" y="3968696"/>
            <a:ext cx="1975735" cy="90791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285029A4-8E54-45FB-D9C3-35DBD44F994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4249348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F381D286-5836-477A-CDBF-4242BDF8EF31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70000"/>
                  <a:lumOff val="30000"/>
                  <a:alpha val="28000"/>
                </a:schemeClr>
              </a:gs>
              <a:gs pos="100000">
                <a:schemeClr val="accent1">
                  <a:lumMod val="70000"/>
                  <a:lumOff val="30000"/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3B25E4A-609E-4439-9216-58A1FB513E4F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66CBC16-03F9-4EFF-A443-63D10023E70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8E25DA22-CDBF-09CD-1DE4-BE62D80F6D1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29417" y="2133600"/>
            <a:ext cx="5567749" cy="3873500"/>
          </a:xfrm>
        </p:spPr>
        <p:txBody>
          <a:bodyPr wrap="square" anchor="t">
            <a:noAutofit/>
          </a:bodyPr>
          <a:lstStyle>
            <a:lvl1pPr>
              <a:buFont typeface="+mj-lt"/>
              <a:buAutoNum type="arabicPeriod"/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8" name="quote">
            <a:extLst>
              <a:ext uri="{FF2B5EF4-FFF2-40B4-BE49-F238E27FC236}">
                <a16:creationId xmlns:a16="http://schemas.microsoft.com/office/drawing/2014/main" id="{CA1106DA-4ADF-E38A-2C43-1697C971F0B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573317" y="2334448"/>
            <a:ext cx="3620057" cy="28979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9" name="attribution">
            <a:extLst>
              <a:ext uri="{FF2B5EF4-FFF2-40B4-BE49-F238E27FC236}">
                <a16:creationId xmlns:a16="http://schemas.microsoft.com/office/drawing/2014/main" id="{A5E284DC-D9D5-13EC-D051-3AFCFEDB807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73317" y="5232400"/>
            <a:ext cx="3620057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D81307F0-A006-638F-07A2-86BDEE8226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3579435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3A132B26-A9BB-ECDC-C8AA-BA1175554939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70000"/>
                  <a:lumOff val="30000"/>
                  <a:alpha val="28000"/>
                </a:schemeClr>
              </a:gs>
              <a:gs pos="100000">
                <a:schemeClr val="accent1">
                  <a:lumMod val="70000"/>
                  <a:lumOff val="30000"/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3B25E4A-609E-4439-9216-58A1FB513E4F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66CBC16-03F9-4EFF-A443-63D10023E70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item_1_title">
            <a:extLst>
              <a:ext uri="{FF2B5EF4-FFF2-40B4-BE49-F238E27FC236}">
                <a16:creationId xmlns:a16="http://schemas.microsoft.com/office/drawing/2014/main" id="{CE983CE8-A27A-0D8E-CA99-1FCB2E2AB94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07870" y="2334449"/>
            <a:ext cx="2821265" cy="1021119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8" name="item_1">
            <a:extLst>
              <a:ext uri="{FF2B5EF4-FFF2-40B4-BE49-F238E27FC236}">
                <a16:creationId xmlns:a16="http://schemas.microsoft.com/office/drawing/2014/main" id="{E5F77229-CDAB-5994-54E0-B2843C17A9E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7871" y="3355568"/>
            <a:ext cx="2821265" cy="24506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9" name="item_2_title">
            <a:extLst>
              <a:ext uri="{FF2B5EF4-FFF2-40B4-BE49-F238E27FC236}">
                <a16:creationId xmlns:a16="http://schemas.microsoft.com/office/drawing/2014/main" id="{2B1AD43C-882C-C1AD-EC3A-E0CFCB0BF6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989990" y="2334449"/>
            <a:ext cx="2821265" cy="10211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0" name="item_2">
            <a:extLst>
              <a:ext uri="{FF2B5EF4-FFF2-40B4-BE49-F238E27FC236}">
                <a16:creationId xmlns:a16="http://schemas.microsoft.com/office/drawing/2014/main" id="{40345D94-9B89-BF0E-CC37-26631A64A1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989990" y="3355568"/>
            <a:ext cx="2821265" cy="24506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1" name="item_3_title">
            <a:extLst>
              <a:ext uri="{FF2B5EF4-FFF2-40B4-BE49-F238E27FC236}">
                <a16:creationId xmlns:a16="http://schemas.microsoft.com/office/drawing/2014/main" id="{7C7719BF-1B2E-6C9D-EB5C-E20400B550A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72108" y="2334449"/>
            <a:ext cx="2821265" cy="10211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2" name="item_3">
            <a:extLst>
              <a:ext uri="{FF2B5EF4-FFF2-40B4-BE49-F238E27FC236}">
                <a16:creationId xmlns:a16="http://schemas.microsoft.com/office/drawing/2014/main" id="{B29932E1-0051-8FF4-3ABC-B75F33DB2E4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372108" y="3355568"/>
            <a:ext cx="2821265" cy="24506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69CDC0A3-EEA7-5BD5-ECB0-5ED6B3E3F82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6877743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B8E8B0D5-CB06-65E2-BB9B-14B54CAB167B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70000"/>
                  <a:lumOff val="30000"/>
                  <a:alpha val="28000"/>
                </a:schemeClr>
              </a:gs>
              <a:gs pos="100000">
                <a:schemeClr val="accent1">
                  <a:lumMod val="70000"/>
                  <a:lumOff val="30000"/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3B25E4A-609E-4439-9216-58A1FB513E4F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66CBC16-03F9-4EFF-A443-63D10023E70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item_1_title">
            <a:extLst>
              <a:ext uri="{FF2B5EF4-FFF2-40B4-BE49-F238E27FC236}">
                <a16:creationId xmlns:a16="http://schemas.microsoft.com/office/drawing/2014/main" id="{21AA7C19-2D8C-0438-33A9-48527742A7D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07870" y="2334449"/>
            <a:ext cx="4512324" cy="1021119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8" name="item_1">
            <a:extLst>
              <a:ext uri="{FF2B5EF4-FFF2-40B4-BE49-F238E27FC236}">
                <a16:creationId xmlns:a16="http://schemas.microsoft.com/office/drawing/2014/main" id="{69B00258-3184-35B9-EA61-9B9B63F2E36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7870" y="3355568"/>
            <a:ext cx="4512324" cy="24506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9" name="item_2_title">
            <a:extLst>
              <a:ext uri="{FF2B5EF4-FFF2-40B4-BE49-F238E27FC236}">
                <a16:creationId xmlns:a16="http://schemas.microsoft.com/office/drawing/2014/main" id="{85F3BA18-8E5E-90F6-2AE8-8DAB2E7E060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81048" y="2334449"/>
            <a:ext cx="4512324" cy="10211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0" name="item_2">
            <a:extLst>
              <a:ext uri="{FF2B5EF4-FFF2-40B4-BE49-F238E27FC236}">
                <a16:creationId xmlns:a16="http://schemas.microsoft.com/office/drawing/2014/main" id="{8C6974E5-3E59-C716-2B09-AE380690DDF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81048" y="3355568"/>
            <a:ext cx="4512324" cy="24506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21ABE9FE-E9EF-9AF7-1A32-A1B00CD7E8C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5772055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2AECC632-F972-32CB-99E4-DF0C2231F16D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70000"/>
                  <a:lumOff val="30000"/>
                  <a:alpha val="28000"/>
                </a:schemeClr>
              </a:gs>
              <a:gs pos="100000">
                <a:schemeClr val="accent1">
                  <a:lumMod val="70000"/>
                  <a:lumOff val="30000"/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3B25E4A-609E-4439-9216-58A1FB513E4F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66CBC16-03F9-4EFF-A443-63D10023E70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hart">
            <a:extLst>
              <a:ext uri="{FF2B5EF4-FFF2-40B4-BE49-F238E27FC236}">
                <a16:creationId xmlns:a16="http://schemas.microsoft.com/office/drawing/2014/main" id="{EE7AB4D9-FA17-FD17-BF51-A34F34F86257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429417" y="2133600"/>
            <a:ext cx="6959686" cy="3873500"/>
          </a:xfrm>
        </p:spPr>
        <p:txBody>
          <a:bodyPr/>
          <a:lstStyle/>
          <a:p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8C231E10-B8CF-52FF-86FA-99E6558BDE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786799" y="2288540"/>
            <a:ext cx="2585026" cy="35636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buFont typeface="+mj-lt"/>
              <a:buAutoNum type="arabicPeriod"/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CF924BE5-16BE-A9F8-50F4-8BD8EB16C9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6430470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9B3CD533-6697-16A5-60CF-E07A6E8E187A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70000"/>
                  <a:lumOff val="30000"/>
                  <a:alpha val="28000"/>
                </a:schemeClr>
              </a:gs>
              <a:gs pos="100000">
                <a:schemeClr val="accent1">
                  <a:lumMod val="70000"/>
                  <a:lumOff val="30000"/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3B25E4A-609E-4439-9216-58A1FB513E4F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66CBC16-03F9-4EFF-A443-63D10023E70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item_1_title">
            <a:extLst>
              <a:ext uri="{FF2B5EF4-FFF2-40B4-BE49-F238E27FC236}">
                <a16:creationId xmlns:a16="http://schemas.microsoft.com/office/drawing/2014/main" id="{B84041E4-5FE5-3122-4203-4FF8DF9F5A0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07870" y="2334448"/>
            <a:ext cx="4512324" cy="41773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8" name="item_1">
            <a:extLst>
              <a:ext uri="{FF2B5EF4-FFF2-40B4-BE49-F238E27FC236}">
                <a16:creationId xmlns:a16="http://schemas.microsoft.com/office/drawing/2014/main" id="{7054787D-5CC6-4502-49B6-E4C403A182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7870" y="2752180"/>
            <a:ext cx="4512324" cy="10025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9" name="item_2_title">
            <a:extLst>
              <a:ext uri="{FF2B5EF4-FFF2-40B4-BE49-F238E27FC236}">
                <a16:creationId xmlns:a16="http://schemas.microsoft.com/office/drawing/2014/main" id="{DC2B5704-A963-96FA-CC0F-FCF8C2233F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81048" y="2334448"/>
            <a:ext cx="4512324" cy="41773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0" name="item_2">
            <a:extLst>
              <a:ext uri="{FF2B5EF4-FFF2-40B4-BE49-F238E27FC236}">
                <a16:creationId xmlns:a16="http://schemas.microsoft.com/office/drawing/2014/main" id="{3ADCEEE1-1620-3E67-2D88-49141F69BB8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81048" y="2752180"/>
            <a:ext cx="4512324" cy="10025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1" name="item_3_title">
            <a:extLst>
              <a:ext uri="{FF2B5EF4-FFF2-40B4-BE49-F238E27FC236}">
                <a16:creationId xmlns:a16="http://schemas.microsoft.com/office/drawing/2014/main" id="{F1B54FF2-9E41-167C-CA7C-D9A6F10716C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7870" y="4385968"/>
            <a:ext cx="4512324" cy="41773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2" name="item_3">
            <a:extLst>
              <a:ext uri="{FF2B5EF4-FFF2-40B4-BE49-F238E27FC236}">
                <a16:creationId xmlns:a16="http://schemas.microsoft.com/office/drawing/2014/main" id="{9C2147E5-890B-4A27-C642-4ACA9DD676B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7870" y="4803700"/>
            <a:ext cx="4512324" cy="10025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3" name="item_4_title">
            <a:extLst>
              <a:ext uri="{FF2B5EF4-FFF2-40B4-BE49-F238E27FC236}">
                <a16:creationId xmlns:a16="http://schemas.microsoft.com/office/drawing/2014/main" id="{D45F5EEF-3A72-8AD4-11CB-1B2A6552FD0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81048" y="4385968"/>
            <a:ext cx="4512324" cy="41773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4" name="item_4">
            <a:extLst>
              <a:ext uri="{FF2B5EF4-FFF2-40B4-BE49-F238E27FC236}">
                <a16:creationId xmlns:a16="http://schemas.microsoft.com/office/drawing/2014/main" id="{474A6A82-66F3-C0C0-A01A-549A201BAA5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681048" y="4803700"/>
            <a:ext cx="4512324" cy="10025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782F8C3C-7D3B-163A-6C1F-98FA1FAD70D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4345702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0FD2B7BE-1EAC-042F-4659-82D6CCF138FF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70000"/>
                  <a:lumOff val="30000"/>
                  <a:alpha val="28000"/>
                </a:schemeClr>
              </a:gs>
              <a:gs pos="100000">
                <a:schemeClr val="accent1">
                  <a:lumMod val="70000"/>
                  <a:lumOff val="30000"/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3B25E4A-609E-4439-9216-58A1FB513E4F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66CBC16-03F9-4EFF-A443-63D10023E70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13ACE43B-9E3C-AA9D-48EA-A924BC86787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29417" y="2133600"/>
            <a:ext cx="9942409" cy="3873500"/>
          </a:xfrm>
        </p:spPr>
        <p:txBody>
          <a:bodyPr wrap="square" anchor="t">
            <a:noAutofit/>
          </a:bodyPr>
          <a:lstStyle>
            <a:lvl1pPr>
              <a:buFont typeface="+mj-lt"/>
              <a:buAutoNum type="arabicPeriod"/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8" name="source">
            <a:extLst>
              <a:ext uri="{FF2B5EF4-FFF2-40B4-BE49-F238E27FC236}">
                <a16:creationId xmlns:a16="http://schemas.microsoft.com/office/drawing/2014/main" id="{9C820867-125F-9476-760C-3D636692AA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638250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90F4E567-9686-541E-3F62-78463093853D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70000"/>
                  <a:lumOff val="30000"/>
                  <a:alpha val="28000"/>
                </a:schemeClr>
              </a:gs>
              <a:gs pos="100000">
                <a:schemeClr val="accent1">
                  <a:lumMod val="70000"/>
                  <a:lumOff val="30000"/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3B25E4A-609E-4439-9216-58A1FB513E4F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66CBC16-03F9-4EFF-A443-63D10023E70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A7CD6D7C-2E3B-31C5-514F-D6E62CAC872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29417" y="2133600"/>
            <a:ext cx="9942409" cy="387350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26399033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matn:section_divider:default">
    <p:bg>
      <p:bgPr>
        <a:gradFill flip="none" rotWithShape="1">
          <a:gsLst>
            <a:gs pos="0">
              <a:srgbClr val="C338A8"/>
            </a:gs>
            <a:gs pos="100000">
              <a:srgbClr val="7C3191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5359" y="3538727"/>
            <a:ext cx="10241280" cy="1536192"/>
          </a:xfrm>
        </p:spPr>
        <p:txBody>
          <a:bodyPr lIns="0" anchor="t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ection_number">
            <a:extLst>
              <a:ext uri="{FF2B5EF4-FFF2-40B4-BE49-F238E27FC236}">
                <a16:creationId xmlns:a16="http://schemas.microsoft.com/office/drawing/2014/main" id="{ED3A5F04-07C4-A58B-BA1C-815D6D749A99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75360" y="685800"/>
            <a:ext cx="6144768" cy="2743200"/>
          </a:xfrm>
        </p:spPr>
        <p:txBody>
          <a:bodyPr wrap="square" lIns="0" tIns="0" bIns="0" anchor="b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FontTx/>
              <a:buNone/>
              <a:defRPr sz="16000" b="1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C271105C-5D57-FD19-2EF7-0FB7FDC711B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75360" y="5184648"/>
            <a:ext cx="10241280" cy="987552"/>
          </a:xfrm>
          <a:prstGeom prst="rect">
            <a:avLst/>
          </a:prstGeom>
        </p:spPr>
        <p:txBody>
          <a:bodyPr wrap="square" lIns="0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39855016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3E85B59E-04CF-AC6C-975A-FECF633B1B44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70000"/>
                  <a:lumOff val="30000"/>
                  <a:alpha val="28000"/>
                </a:schemeClr>
              </a:gs>
              <a:gs pos="100000">
                <a:schemeClr val="accent1">
                  <a:lumMod val="70000"/>
                  <a:lumOff val="30000"/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3B25E4A-609E-4439-9216-58A1FB513E4F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66CBC16-03F9-4EFF-A443-63D10023E70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item_1_title">
            <a:extLst>
              <a:ext uri="{FF2B5EF4-FFF2-40B4-BE49-F238E27FC236}">
                <a16:creationId xmlns:a16="http://schemas.microsoft.com/office/drawing/2014/main" id="{5F39D555-A816-4C60-2E27-8C58C8F7B6A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56884" y="2277063"/>
            <a:ext cx="2906243" cy="57385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8" name="item_1">
            <a:extLst>
              <a:ext uri="{FF2B5EF4-FFF2-40B4-BE49-F238E27FC236}">
                <a16:creationId xmlns:a16="http://schemas.microsoft.com/office/drawing/2014/main" id="{17CC1186-50C0-2E9C-86E9-D6E2034B3DB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65101" y="2277063"/>
            <a:ext cx="6679259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9" name="item_2_title">
            <a:extLst>
              <a:ext uri="{FF2B5EF4-FFF2-40B4-BE49-F238E27FC236}">
                <a16:creationId xmlns:a16="http://schemas.microsoft.com/office/drawing/2014/main" id="{6A9566D8-D111-83B2-F824-DE225E82771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6885" y="3281304"/>
            <a:ext cx="2906243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0" name="item_2">
            <a:extLst>
              <a:ext uri="{FF2B5EF4-FFF2-40B4-BE49-F238E27FC236}">
                <a16:creationId xmlns:a16="http://schemas.microsoft.com/office/drawing/2014/main" id="{9B9B1962-9B58-B018-093A-1E7D93975F7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565101" y="3281304"/>
            <a:ext cx="6679259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1" name="item_3_title">
            <a:extLst>
              <a:ext uri="{FF2B5EF4-FFF2-40B4-BE49-F238E27FC236}">
                <a16:creationId xmlns:a16="http://schemas.microsoft.com/office/drawing/2014/main" id="{818C2E51-1DE3-6F44-0A78-980EAB140DE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56885" y="4285545"/>
            <a:ext cx="2906243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2" name="item_3">
            <a:extLst>
              <a:ext uri="{FF2B5EF4-FFF2-40B4-BE49-F238E27FC236}">
                <a16:creationId xmlns:a16="http://schemas.microsoft.com/office/drawing/2014/main" id="{EDB70BC4-EA72-36A7-E684-646410FB54A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65101" y="4285545"/>
            <a:ext cx="6679259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3" name="item_4_title">
            <a:extLst>
              <a:ext uri="{FF2B5EF4-FFF2-40B4-BE49-F238E27FC236}">
                <a16:creationId xmlns:a16="http://schemas.microsoft.com/office/drawing/2014/main" id="{FEB979DE-9B80-3CBE-209D-69775E7A234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6885" y="5289785"/>
            <a:ext cx="2906243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4" name="item_4">
            <a:extLst>
              <a:ext uri="{FF2B5EF4-FFF2-40B4-BE49-F238E27FC236}">
                <a16:creationId xmlns:a16="http://schemas.microsoft.com/office/drawing/2014/main" id="{099011FA-DC37-530A-66E1-1DE97620AD1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565101" y="5289785"/>
            <a:ext cx="6679259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03DE5E29-010A-EBF7-352B-ADF3DB0E90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1664894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49169C54-2EA2-903D-3FC1-D48517605BE9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70000"/>
                  <a:lumOff val="30000"/>
                  <a:alpha val="28000"/>
                </a:schemeClr>
              </a:gs>
              <a:gs pos="100000">
                <a:schemeClr val="accent1">
                  <a:lumMod val="70000"/>
                  <a:lumOff val="30000"/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3B25E4A-609E-4439-9216-58A1FB513E4F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66CBC16-03F9-4EFF-A443-63D10023E70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1384E1F5-2406-8B43-C666-FDDA817D61C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29417" y="2133600"/>
            <a:ext cx="9942409" cy="387350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8" name="source">
            <a:extLst>
              <a:ext uri="{FF2B5EF4-FFF2-40B4-BE49-F238E27FC236}">
                <a16:creationId xmlns:a16="http://schemas.microsoft.com/office/drawing/2014/main" id="{61ABA265-F311-F925-7BC9-CC64A818C04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22432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933F2E5D-19BD-EA5E-9E24-264815314DBA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70000"/>
                  <a:lumOff val="30000"/>
                  <a:alpha val="28000"/>
                </a:schemeClr>
              </a:gs>
              <a:gs pos="100000">
                <a:schemeClr val="accent1">
                  <a:lumMod val="70000"/>
                  <a:lumOff val="30000"/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3B25E4A-609E-4439-9216-58A1FB513E4F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66CBC16-03F9-4EFF-A443-63D10023E70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item_1_title">
            <a:extLst>
              <a:ext uri="{FF2B5EF4-FFF2-40B4-BE49-F238E27FC236}">
                <a16:creationId xmlns:a16="http://schemas.microsoft.com/office/drawing/2014/main" id="{D5B1EA74-35B6-545E-7012-A68C0D49C2D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07870" y="2334448"/>
            <a:ext cx="4512324" cy="41773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8" name="item_1">
            <a:extLst>
              <a:ext uri="{FF2B5EF4-FFF2-40B4-BE49-F238E27FC236}">
                <a16:creationId xmlns:a16="http://schemas.microsoft.com/office/drawing/2014/main" id="{B6F5CFD2-1E61-B7CD-9C0A-9B8E525AA02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7870" y="2752180"/>
            <a:ext cx="4512324" cy="10025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9" name="item_2_title">
            <a:extLst>
              <a:ext uri="{FF2B5EF4-FFF2-40B4-BE49-F238E27FC236}">
                <a16:creationId xmlns:a16="http://schemas.microsoft.com/office/drawing/2014/main" id="{C7D20FF6-7B16-B457-A4CF-3AB766471A6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81048" y="2334448"/>
            <a:ext cx="4512324" cy="41773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0" name="item_2">
            <a:extLst>
              <a:ext uri="{FF2B5EF4-FFF2-40B4-BE49-F238E27FC236}">
                <a16:creationId xmlns:a16="http://schemas.microsoft.com/office/drawing/2014/main" id="{F24B23EE-BAD9-35A2-2107-2B8D5E4F73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81048" y="2752180"/>
            <a:ext cx="4512324" cy="10025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1" name="item_3_title">
            <a:extLst>
              <a:ext uri="{FF2B5EF4-FFF2-40B4-BE49-F238E27FC236}">
                <a16:creationId xmlns:a16="http://schemas.microsoft.com/office/drawing/2014/main" id="{3F3482A9-50BD-3195-AB47-03A66A02909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7870" y="4385968"/>
            <a:ext cx="4512324" cy="41773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2" name="item_3">
            <a:extLst>
              <a:ext uri="{FF2B5EF4-FFF2-40B4-BE49-F238E27FC236}">
                <a16:creationId xmlns:a16="http://schemas.microsoft.com/office/drawing/2014/main" id="{E5B8F4A7-0A5A-17E1-8A7B-24CF47CE843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7870" y="4803700"/>
            <a:ext cx="4512324" cy="10025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3" name="item_4_title">
            <a:extLst>
              <a:ext uri="{FF2B5EF4-FFF2-40B4-BE49-F238E27FC236}">
                <a16:creationId xmlns:a16="http://schemas.microsoft.com/office/drawing/2014/main" id="{EA29D051-761E-B1CD-973C-196F253D4BE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81048" y="4385968"/>
            <a:ext cx="4512324" cy="41773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4" name="item_4">
            <a:extLst>
              <a:ext uri="{FF2B5EF4-FFF2-40B4-BE49-F238E27FC236}">
                <a16:creationId xmlns:a16="http://schemas.microsoft.com/office/drawing/2014/main" id="{C63C99FB-E75A-511D-035E-656CE0E3332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681048" y="4803700"/>
            <a:ext cx="4512324" cy="10025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899B0E5B-A3A0-5139-D898-580AE495129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831003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hero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C333D717-B20A-DAAA-1F91-A4E8CF9505BE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70000"/>
                  <a:lumOff val="30000"/>
                  <a:alpha val="28000"/>
                </a:schemeClr>
              </a:gs>
              <a:gs pos="100000">
                <a:schemeClr val="accent1">
                  <a:lumMod val="70000"/>
                  <a:lumOff val="30000"/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3B25E4A-609E-4439-9216-58A1FB513E4F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66CBC16-03F9-4EFF-A443-63D10023E70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34A274C5-6C75-E0D6-4040-B6C154A4C3F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92558" y="2714625"/>
            <a:ext cx="3579267" cy="2711450"/>
          </a:xfrm>
        </p:spPr>
        <p:txBody>
          <a:bodyPr wrap="square" anchor="t">
            <a:noAutofit/>
          </a:bodyPr>
          <a:lstStyle>
            <a:lvl1pPr>
              <a:buFont typeface="+mj-lt"/>
              <a:buAutoNum type="arabicPeriod"/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4CC3C096-6859-5C98-9BC3-3E428FF9B9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9418" y="2133601"/>
            <a:ext cx="5965445" cy="24901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959361EC-6BEC-EFA3-071C-CEE4108ACDA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9418" y="4623708"/>
            <a:ext cx="5965445" cy="138339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E353BA3D-3307-3231-02AB-209CD9473D4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7835660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707DFE9B-8840-481E-D9A4-E6BCFA33F85D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70000"/>
                  <a:lumOff val="30000"/>
                  <a:alpha val="28000"/>
                </a:schemeClr>
              </a:gs>
              <a:gs pos="100000">
                <a:schemeClr val="accent1">
                  <a:lumMod val="70000"/>
                  <a:lumOff val="30000"/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3B25E4A-609E-4439-9216-58A1FB513E4F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66CBC16-03F9-4EFF-A443-63D10023E70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EC273846-454F-248C-6C9A-1D700C64F48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29417" y="5309870"/>
            <a:ext cx="9942409" cy="697230"/>
          </a:xfrm>
        </p:spPr>
        <p:txBody>
          <a:bodyPr wrap="square" anchor="t">
            <a:noAutofit/>
          </a:bodyPr>
          <a:lstStyle>
            <a:lvl1pPr>
              <a:buFont typeface="+mj-lt"/>
              <a:buAutoNum type="arabicPeriod"/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4769EC42-6472-F0B4-239A-18563C4743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7871" y="2334448"/>
            <a:ext cx="4614297" cy="168405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962C4775-3640-05E5-8776-902212627D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7871" y="4018500"/>
            <a:ext cx="4614297" cy="9355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kpi_value_2">
            <a:extLst>
              <a:ext uri="{FF2B5EF4-FFF2-40B4-BE49-F238E27FC236}">
                <a16:creationId xmlns:a16="http://schemas.microsoft.com/office/drawing/2014/main" id="{5014ECB8-39DE-4CBE-5B9F-D2871FA9334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783022" y="2334448"/>
            <a:ext cx="4410351" cy="63912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1" name="kpi_label_2">
            <a:extLst>
              <a:ext uri="{FF2B5EF4-FFF2-40B4-BE49-F238E27FC236}">
                <a16:creationId xmlns:a16="http://schemas.microsoft.com/office/drawing/2014/main" id="{6E7F51BB-A87A-FD83-85FC-EE0B0CD24C6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3022" y="2973577"/>
            <a:ext cx="4410351" cy="35507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2" name="kpi_value_3">
            <a:extLst>
              <a:ext uri="{FF2B5EF4-FFF2-40B4-BE49-F238E27FC236}">
                <a16:creationId xmlns:a16="http://schemas.microsoft.com/office/drawing/2014/main" id="{A94A119E-6676-4BE9-E153-1B1EFD4273A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783021" y="3959883"/>
            <a:ext cx="1924748" cy="63912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3" name="kpi_label_3">
            <a:extLst>
              <a:ext uri="{FF2B5EF4-FFF2-40B4-BE49-F238E27FC236}">
                <a16:creationId xmlns:a16="http://schemas.microsoft.com/office/drawing/2014/main" id="{CC9E854A-D07D-E94C-D271-FCC354C480F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83021" y="4599012"/>
            <a:ext cx="1924748" cy="35507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4" name="kpi_value_4">
            <a:extLst>
              <a:ext uri="{FF2B5EF4-FFF2-40B4-BE49-F238E27FC236}">
                <a16:creationId xmlns:a16="http://schemas.microsoft.com/office/drawing/2014/main" id="{E6489373-713A-E7B1-C691-E101F59A3E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68624" y="3959883"/>
            <a:ext cx="1924748" cy="63912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5" name="kpi_label_4">
            <a:extLst>
              <a:ext uri="{FF2B5EF4-FFF2-40B4-BE49-F238E27FC236}">
                <a16:creationId xmlns:a16="http://schemas.microsoft.com/office/drawing/2014/main" id="{601C9F7B-AFDA-FAFE-9106-849103728D7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68624" y="4599012"/>
            <a:ext cx="1924748" cy="35507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82F42264-C626-38D1-02F9-62D27AFA3FB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539936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ict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39D6561D-9378-A533-FFE7-8B985245E7E9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70000"/>
                  <a:lumOff val="30000"/>
                  <a:alpha val="28000"/>
                </a:schemeClr>
              </a:gs>
              <a:gs pos="100000">
                <a:schemeClr val="accent1">
                  <a:lumMod val="70000"/>
                  <a:lumOff val="30000"/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3B25E4A-609E-4439-9216-58A1FB513E4F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66CBC16-03F9-4EFF-A443-63D10023E70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CE2BA959-4667-1494-5832-1AD0C74D028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29417" y="5309870"/>
            <a:ext cx="9942409" cy="697230"/>
          </a:xfrm>
        </p:spPr>
        <p:txBody>
          <a:bodyPr wrap="square" anchor="t">
            <a:noAutofit/>
          </a:bodyPr>
          <a:lstStyle>
            <a:lvl1pPr>
              <a:buFont typeface="+mj-lt"/>
              <a:buAutoNum type="arabicPeriod"/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82DDB411-7B18-AA75-B7A6-5598304F69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7870" y="2334448"/>
            <a:ext cx="4512324" cy="127441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82323666-7310-0F4A-DAD9-1FF5029379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7870" y="3608866"/>
            <a:ext cx="4512324" cy="70800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kpi_value_2">
            <a:extLst>
              <a:ext uri="{FF2B5EF4-FFF2-40B4-BE49-F238E27FC236}">
                <a16:creationId xmlns:a16="http://schemas.microsoft.com/office/drawing/2014/main" id="{E46A9C5C-48DE-69F2-2F40-56BCD7892AA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81048" y="2334448"/>
            <a:ext cx="4512324" cy="127441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1" name="kpi_label_2">
            <a:extLst>
              <a:ext uri="{FF2B5EF4-FFF2-40B4-BE49-F238E27FC236}">
                <a16:creationId xmlns:a16="http://schemas.microsoft.com/office/drawing/2014/main" id="{02AB22A8-91B6-6EA1-664D-3EE16D09A4C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81048" y="3608866"/>
            <a:ext cx="4512324" cy="70800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12609FDA-673F-BC44-2DD5-2C946277100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6655634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rogr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19067D02-F9C4-9B0A-5DC9-A8F9C40AFDA6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70000"/>
                  <a:lumOff val="30000"/>
                  <a:alpha val="28000"/>
                </a:schemeClr>
              </a:gs>
              <a:gs pos="100000">
                <a:schemeClr val="accent1">
                  <a:lumMod val="70000"/>
                  <a:lumOff val="30000"/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3B25E4A-609E-4439-9216-58A1FB513E4F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66CBC16-03F9-4EFF-A443-63D10023E70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3FA2B2BD-D9E2-4D8A-8042-E0C4747C154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29417" y="5309870"/>
            <a:ext cx="9942409" cy="697230"/>
          </a:xfrm>
        </p:spPr>
        <p:txBody>
          <a:bodyPr wrap="square" anchor="t">
            <a:noAutofit/>
          </a:bodyPr>
          <a:lstStyle>
            <a:lvl1pPr>
              <a:buFont typeface="+mj-lt"/>
              <a:buAutoNum type="arabicPeriod"/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801DFDB2-95C5-3AD6-C009-FAF3D34368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6884" y="2277064"/>
            <a:ext cx="2518744" cy="36080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8DA79C3B-25F9-23C6-63F3-010EC23A986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177601" y="2277063"/>
            <a:ext cx="7066758" cy="26726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kpi_value_2">
            <a:extLst>
              <a:ext uri="{FF2B5EF4-FFF2-40B4-BE49-F238E27FC236}">
                <a16:creationId xmlns:a16="http://schemas.microsoft.com/office/drawing/2014/main" id="{90E95494-A8E1-C1E8-25A7-5EBFE52ABC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56884" y="3068262"/>
            <a:ext cx="2518744" cy="36080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1" name="kpi_label_2">
            <a:extLst>
              <a:ext uri="{FF2B5EF4-FFF2-40B4-BE49-F238E27FC236}">
                <a16:creationId xmlns:a16="http://schemas.microsoft.com/office/drawing/2014/main" id="{A50A59D2-B247-05EC-39CF-AC8B8612782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177601" y="3068261"/>
            <a:ext cx="7066758" cy="26726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2" name="kpi_value_3">
            <a:extLst>
              <a:ext uri="{FF2B5EF4-FFF2-40B4-BE49-F238E27FC236}">
                <a16:creationId xmlns:a16="http://schemas.microsoft.com/office/drawing/2014/main" id="{B2DA76DB-4CBF-87FA-6BDD-D886D3767E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56884" y="3859460"/>
            <a:ext cx="2518744" cy="36080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3" name="kpi_label_3">
            <a:extLst>
              <a:ext uri="{FF2B5EF4-FFF2-40B4-BE49-F238E27FC236}">
                <a16:creationId xmlns:a16="http://schemas.microsoft.com/office/drawing/2014/main" id="{549C7C77-F3DD-B9DF-CE85-103448E5EA8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177601" y="3859459"/>
            <a:ext cx="7066758" cy="26726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4" name="kpi_value_4">
            <a:extLst>
              <a:ext uri="{FF2B5EF4-FFF2-40B4-BE49-F238E27FC236}">
                <a16:creationId xmlns:a16="http://schemas.microsoft.com/office/drawing/2014/main" id="{19B3504E-4733-4789-0BC9-C63541FEF97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56884" y="4650659"/>
            <a:ext cx="2518744" cy="36080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5" name="kpi_label_4">
            <a:extLst>
              <a:ext uri="{FF2B5EF4-FFF2-40B4-BE49-F238E27FC236}">
                <a16:creationId xmlns:a16="http://schemas.microsoft.com/office/drawing/2014/main" id="{BFD6E2A6-EF22-0455-6375-D220A93475A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177601" y="4650658"/>
            <a:ext cx="7066758" cy="26726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031F0D56-EF02-D04F-298F-30ED92C9204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58768809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44905FBE-8469-A430-3DFC-E67F968FA51C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70000"/>
                  <a:lumOff val="30000"/>
                  <a:alpha val="28000"/>
                </a:schemeClr>
              </a:gs>
              <a:gs pos="100000">
                <a:schemeClr val="accent1">
                  <a:lumMod val="70000"/>
                  <a:lumOff val="30000"/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3B25E4A-609E-4439-9216-58A1FB513E4F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66CBC16-03F9-4EFF-A443-63D10023E70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marker_1">
            <a:extLst>
              <a:ext uri="{FF2B5EF4-FFF2-40B4-BE49-F238E27FC236}">
                <a16:creationId xmlns:a16="http://schemas.microsoft.com/office/drawing/2014/main" id="{6E3D74EE-DFFA-84E4-9FBF-162D4CCEAC7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07870" y="2334449"/>
            <a:ext cx="560854" cy="631237"/>
          </a:xfrm>
          <a:prstGeom prst="ellipse">
            <a:avLst/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3000B5B3-C14F-D62E-82E3-B99AC52851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70699" y="2334448"/>
            <a:ext cx="8922675" cy="41773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B9863212-3389-A72C-A0B0-1D406EB86B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70699" y="2752180"/>
            <a:ext cx="8922675" cy="10025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marker_2">
            <a:extLst>
              <a:ext uri="{FF2B5EF4-FFF2-40B4-BE49-F238E27FC236}">
                <a16:creationId xmlns:a16="http://schemas.microsoft.com/office/drawing/2014/main" id="{5A707C80-39EA-5B00-5B58-C10847E17CB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7870" y="4385969"/>
            <a:ext cx="560854" cy="631237"/>
          </a:xfrm>
          <a:prstGeom prst="ellipse">
            <a:avLst/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1" name="item_2_title">
            <a:extLst>
              <a:ext uri="{FF2B5EF4-FFF2-40B4-BE49-F238E27FC236}">
                <a16:creationId xmlns:a16="http://schemas.microsoft.com/office/drawing/2014/main" id="{38C23545-E275-4CAE-B399-86565036B04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70699" y="4385968"/>
            <a:ext cx="8922675" cy="41773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2" name="item_2">
            <a:extLst>
              <a:ext uri="{FF2B5EF4-FFF2-40B4-BE49-F238E27FC236}">
                <a16:creationId xmlns:a16="http://schemas.microsoft.com/office/drawing/2014/main" id="{FC19BD29-8ED2-402C-ED07-D31B8082582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70699" y="4803700"/>
            <a:ext cx="8922675" cy="10025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77CB78C0-A5CD-0287-C254-7C1311C477D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73929382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5A438CCB-DB69-43E7-3AF9-96C0F6B8B9E9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70000"/>
                  <a:lumOff val="30000"/>
                  <a:alpha val="28000"/>
                </a:schemeClr>
              </a:gs>
              <a:gs pos="100000">
                <a:schemeClr val="accent1">
                  <a:lumMod val="70000"/>
                  <a:lumOff val="30000"/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3B25E4A-609E-4439-9216-58A1FB513E4F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66CBC16-03F9-4EFF-A443-63D10023E70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item_1_title">
            <a:extLst>
              <a:ext uri="{FF2B5EF4-FFF2-40B4-BE49-F238E27FC236}">
                <a16:creationId xmlns:a16="http://schemas.microsoft.com/office/drawing/2014/main" id="{4D02E286-55D3-027E-E04E-68ABE19FDEF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07870" y="2334448"/>
            <a:ext cx="4512324" cy="41773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8" name="item_1">
            <a:extLst>
              <a:ext uri="{FF2B5EF4-FFF2-40B4-BE49-F238E27FC236}">
                <a16:creationId xmlns:a16="http://schemas.microsoft.com/office/drawing/2014/main" id="{9EF274E7-C0CB-ABC8-FEB2-EEA6A65BEFA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7870" y="2752180"/>
            <a:ext cx="4512324" cy="10025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9" name="item_2_title">
            <a:extLst>
              <a:ext uri="{FF2B5EF4-FFF2-40B4-BE49-F238E27FC236}">
                <a16:creationId xmlns:a16="http://schemas.microsoft.com/office/drawing/2014/main" id="{58AF3228-F7BB-D0ED-0602-A4E96B37889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81048" y="2334448"/>
            <a:ext cx="4512324" cy="41773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0" name="item_2">
            <a:extLst>
              <a:ext uri="{FF2B5EF4-FFF2-40B4-BE49-F238E27FC236}">
                <a16:creationId xmlns:a16="http://schemas.microsoft.com/office/drawing/2014/main" id="{725FC843-D248-1C7B-B280-FC5A6DFF84B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81048" y="2752180"/>
            <a:ext cx="4512324" cy="10025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1" name="item_3_title">
            <a:extLst>
              <a:ext uri="{FF2B5EF4-FFF2-40B4-BE49-F238E27FC236}">
                <a16:creationId xmlns:a16="http://schemas.microsoft.com/office/drawing/2014/main" id="{463D84B4-1C4A-D5EF-534A-A9C761811CE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7870" y="4385968"/>
            <a:ext cx="4512324" cy="41773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2" name="item_3">
            <a:extLst>
              <a:ext uri="{FF2B5EF4-FFF2-40B4-BE49-F238E27FC236}">
                <a16:creationId xmlns:a16="http://schemas.microsoft.com/office/drawing/2014/main" id="{0AC7B5D0-7BFA-7E04-66A4-E9FB43C6CAF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7870" y="4803700"/>
            <a:ext cx="4512324" cy="10025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3" name="item_4_title">
            <a:extLst>
              <a:ext uri="{FF2B5EF4-FFF2-40B4-BE49-F238E27FC236}">
                <a16:creationId xmlns:a16="http://schemas.microsoft.com/office/drawing/2014/main" id="{75E3CB84-E4F3-9849-24B3-AEB47D8A30F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81048" y="4385968"/>
            <a:ext cx="4512324" cy="41773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4" name="item_4">
            <a:extLst>
              <a:ext uri="{FF2B5EF4-FFF2-40B4-BE49-F238E27FC236}">
                <a16:creationId xmlns:a16="http://schemas.microsoft.com/office/drawing/2014/main" id="{BC122944-020E-DBBB-1CBA-0105BA88F8D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681048" y="4803700"/>
            <a:ext cx="4512324" cy="10025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A4A92DD6-DBEF-C091-F756-D7586B7ABE6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61974906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B5CF8AD7-0761-FF58-D31A-9CFDAE58188B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70000"/>
                  <a:lumOff val="30000"/>
                  <a:alpha val="28000"/>
                </a:schemeClr>
              </a:gs>
              <a:gs pos="100000">
                <a:schemeClr val="accent1">
                  <a:lumMod val="70000"/>
                  <a:lumOff val="30000"/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3B25E4A-609E-4439-9216-58A1FB513E4F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66CBC16-03F9-4EFF-A443-63D10023E70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item_1_title">
            <a:extLst>
              <a:ext uri="{FF2B5EF4-FFF2-40B4-BE49-F238E27FC236}">
                <a16:creationId xmlns:a16="http://schemas.microsoft.com/office/drawing/2014/main" id="{CF2DA9EB-9400-FEE3-9640-A52B7D89A50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07870" y="2699902"/>
            <a:ext cx="1975735" cy="91363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8" name="item_1">
            <a:extLst>
              <a:ext uri="{FF2B5EF4-FFF2-40B4-BE49-F238E27FC236}">
                <a16:creationId xmlns:a16="http://schemas.microsoft.com/office/drawing/2014/main" id="{0D6F75F6-66A7-42ED-2BB5-4BBC0436265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7871" y="3613534"/>
            <a:ext cx="1975735" cy="219271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9" name="item_2_title">
            <a:extLst>
              <a:ext uri="{FF2B5EF4-FFF2-40B4-BE49-F238E27FC236}">
                <a16:creationId xmlns:a16="http://schemas.microsoft.com/office/drawing/2014/main" id="{3AB3C396-DD27-DCD3-D7B1-EBF7B27D5E6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144460" y="2699902"/>
            <a:ext cx="1975735" cy="91363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0" name="item_2">
            <a:extLst>
              <a:ext uri="{FF2B5EF4-FFF2-40B4-BE49-F238E27FC236}">
                <a16:creationId xmlns:a16="http://schemas.microsoft.com/office/drawing/2014/main" id="{80CCC0D5-B0F3-E2BE-D942-1F33B3B24EF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44460" y="3613534"/>
            <a:ext cx="1975735" cy="219271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1" name="item_3_title">
            <a:extLst>
              <a:ext uri="{FF2B5EF4-FFF2-40B4-BE49-F238E27FC236}">
                <a16:creationId xmlns:a16="http://schemas.microsoft.com/office/drawing/2014/main" id="{4320B510-4009-561B-909C-0ADDF523012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81049" y="2699902"/>
            <a:ext cx="1975735" cy="91363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2" name="item_3">
            <a:extLst>
              <a:ext uri="{FF2B5EF4-FFF2-40B4-BE49-F238E27FC236}">
                <a16:creationId xmlns:a16="http://schemas.microsoft.com/office/drawing/2014/main" id="{42BC905C-C9F3-9079-90B5-73E42EFBCEF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681049" y="3613534"/>
            <a:ext cx="1975735" cy="219271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3" name="item_4_title">
            <a:extLst>
              <a:ext uri="{FF2B5EF4-FFF2-40B4-BE49-F238E27FC236}">
                <a16:creationId xmlns:a16="http://schemas.microsoft.com/office/drawing/2014/main" id="{568ED1A4-ABEC-862A-F596-9B44DF6EE66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217638" y="2699902"/>
            <a:ext cx="1975735" cy="91363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4" name="item_4">
            <a:extLst>
              <a:ext uri="{FF2B5EF4-FFF2-40B4-BE49-F238E27FC236}">
                <a16:creationId xmlns:a16="http://schemas.microsoft.com/office/drawing/2014/main" id="{580D37EF-B8EC-6068-384F-0A950B6E2CB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17638" y="3613534"/>
            <a:ext cx="1975735" cy="219271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2A5CE9B6-C46A-820B-F148-D940E24B831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08552854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9AE23310-D736-02B6-9B3B-989137889E3E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70000"/>
                  <a:lumOff val="30000"/>
                  <a:alpha val="28000"/>
                </a:schemeClr>
              </a:gs>
              <a:gs pos="100000">
                <a:schemeClr val="accent1">
                  <a:lumMod val="70000"/>
                  <a:lumOff val="30000"/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3B25E4A-609E-4439-9216-58A1FB513E4F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66CBC16-03F9-4EFF-A443-63D10023E70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B91D33EF-D6AD-2D39-DB0B-8517C64E090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07870" y="2334448"/>
            <a:ext cx="4813145" cy="2152518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D0D5305A-279F-C838-66A0-68F2742D5A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7871" y="4556404"/>
            <a:ext cx="4813145" cy="124984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quote">
            <a:extLst>
              <a:ext uri="{FF2B5EF4-FFF2-40B4-BE49-F238E27FC236}">
                <a16:creationId xmlns:a16="http://schemas.microsoft.com/office/drawing/2014/main" id="{FB655878-5886-72C2-1F7B-40FCB531FE1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7871" y="2334449"/>
            <a:ext cx="4813145" cy="27080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0" name="attribution">
            <a:extLst>
              <a:ext uri="{FF2B5EF4-FFF2-40B4-BE49-F238E27FC236}">
                <a16:creationId xmlns:a16="http://schemas.microsoft.com/office/drawing/2014/main" id="{2B91D7E5-073F-029D-0E16-1831B9F73FF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7871" y="5111892"/>
            <a:ext cx="4813145" cy="69436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1" name="item_1_title">
            <a:extLst>
              <a:ext uri="{FF2B5EF4-FFF2-40B4-BE49-F238E27FC236}">
                <a16:creationId xmlns:a16="http://schemas.microsoft.com/office/drawing/2014/main" id="{4C523D36-1890-0A0C-818B-2125B93C44F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97166" y="2133601"/>
            <a:ext cx="4374660" cy="113926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2" name="item_1">
            <a:extLst>
              <a:ext uri="{FF2B5EF4-FFF2-40B4-BE49-F238E27FC236}">
                <a16:creationId xmlns:a16="http://schemas.microsoft.com/office/drawing/2014/main" id="{B43EB864-DBF8-0EEC-E833-E0C69779A35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997166" y="3272866"/>
            <a:ext cx="4374660" cy="273423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E30C0A20-EF9B-323A-D482-D30EEFF50E6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90658307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34D35A0C-A9ED-1601-18A6-6918D986A6F4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70000"/>
                  <a:lumOff val="30000"/>
                  <a:alpha val="28000"/>
                </a:schemeClr>
              </a:gs>
              <a:gs pos="100000">
                <a:schemeClr val="accent1">
                  <a:lumMod val="70000"/>
                  <a:lumOff val="30000"/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3B25E4A-609E-4439-9216-58A1FB513E4F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66CBC16-03F9-4EFF-A443-63D10023E70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item_1_title">
            <a:extLst>
              <a:ext uri="{FF2B5EF4-FFF2-40B4-BE49-F238E27FC236}">
                <a16:creationId xmlns:a16="http://schemas.microsoft.com/office/drawing/2014/main" id="{78443C78-4E66-D9AB-6E02-DD44972A4D8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07870" y="2334449"/>
            <a:ext cx="2821265" cy="1021119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8" name="item_1">
            <a:extLst>
              <a:ext uri="{FF2B5EF4-FFF2-40B4-BE49-F238E27FC236}">
                <a16:creationId xmlns:a16="http://schemas.microsoft.com/office/drawing/2014/main" id="{04B19555-A883-ACC9-5B38-F362FEA88D5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7871" y="3355568"/>
            <a:ext cx="2821265" cy="24506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9" name="item_2_title">
            <a:extLst>
              <a:ext uri="{FF2B5EF4-FFF2-40B4-BE49-F238E27FC236}">
                <a16:creationId xmlns:a16="http://schemas.microsoft.com/office/drawing/2014/main" id="{C791FA15-4B01-55AF-6BAB-3381337CAF1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989990" y="2334449"/>
            <a:ext cx="2821265" cy="10211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0" name="item_2">
            <a:extLst>
              <a:ext uri="{FF2B5EF4-FFF2-40B4-BE49-F238E27FC236}">
                <a16:creationId xmlns:a16="http://schemas.microsoft.com/office/drawing/2014/main" id="{5E1C0EC3-F7B1-8EB5-F650-854E5A397F6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989990" y="3355568"/>
            <a:ext cx="2821265" cy="24506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1" name="item_3_title">
            <a:extLst>
              <a:ext uri="{FF2B5EF4-FFF2-40B4-BE49-F238E27FC236}">
                <a16:creationId xmlns:a16="http://schemas.microsoft.com/office/drawing/2014/main" id="{A9285C3A-C1D9-1562-AA27-53F53C318B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72108" y="2334449"/>
            <a:ext cx="2821265" cy="10211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2" name="item_3">
            <a:extLst>
              <a:ext uri="{FF2B5EF4-FFF2-40B4-BE49-F238E27FC236}">
                <a16:creationId xmlns:a16="http://schemas.microsoft.com/office/drawing/2014/main" id="{B29909B6-A63D-74C8-998E-E31371D9CB5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372108" y="3355568"/>
            <a:ext cx="2821265" cy="24506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2ADADE69-7B2E-F8D6-33A4-D9E387735D1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23035398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1E6AFE33-021F-D946-661D-100080B2593F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70000"/>
                  <a:lumOff val="30000"/>
                  <a:alpha val="28000"/>
                </a:schemeClr>
              </a:gs>
              <a:gs pos="100000">
                <a:schemeClr val="accent1">
                  <a:lumMod val="70000"/>
                  <a:lumOff val="30000"/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3B25E4A-609E-4439-9216-58A1FB513E4F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66CBC16-03F9-4EFF-A443-63D10023E70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marker_1">
            <a:extLst>
              <a:ext uri="{FF2B5EF4-FFF2-40B4-BE49-F238E27FC236}">
                <a16:creationId xmlns:a16="http://schemas.microsoft.com/office/drawing/2014/main" id="{FC39ACA6-876F-1DF9-E358-A367C141CCC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07870" y="2334449"/>
            <a:ext cx="560854" cy="631237"/>
          </a:xfrm>
          <a:prstGeom prst="ellipse">
            <a:avLst/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50EB1A0C-0DA9-0208-7421-157D976D422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70699" y="2334448"/>
            <a:ext cx="8922675" cy="41773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88D63932-2CBC-D9F5-B47B-0BE528ABB86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70699" y="2752180"/>
            <a:ext cx="8922675" cy="10025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marker_2">
            <a:extLst>
              <a:ext uri="{FF2B5EF4-FFF2-40B4-BE49-F238E27FC236}">
                <a16:creationId xmlns:a16="http://schemas.microsoft.com/office/drawing/2014/main" id="{D0AAA542-40F5-186B-921F-07E4454D37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7870" y="4385969"/>
            <a:ext cx="560854" cy="631237"/>
          </a:xfrm>
          <a:prstGeom prst="ellipse">
            <a:avLst/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1" name="item_2_title">
            <a:extLst>
              <a:ext uri="{FF2B5EF4-FFF2-40B4-BE49-F238E27FC236}">
                <a16:creationId xmlns:a16="http://schemas.microsoft.com/office/drawing/2014/main" id="{93F46F16-6D1D-4D4A-5EFD-98E358DA189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70699" y="4385968"/>
            <a:ext cx="8922675" cy="41773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2" name="item_2">
            <a:extLst>
              <a:ext uri="{FF2B5EF4-FFF2-40B4-BE49-F238E27FC236}">
                <a16:creationId xmlns:a16="http://schemas.microsoft.com/office/drawing/2014/main" id="{004E3D85-6FCF-8FF2-352A-9AA6307E340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70699" y="4803700"/>
            <a:ext cx="8922675" cy="100255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3021D0BD-F984-E2D8-02B8-48075205111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14010939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E60C8FE8-FD0C-F9F1-6BF8-3BA04D56EED8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70000"/>
                  <a:lumOff val="30000"/>
                  <a:alpha val="28000"/>
                </a:schemeClr>
              </a:gs>
              <a:gs pos="100000">
                <a:schemeClr val="accent1">
                  <a:lumMod val="70000"/>
                  <a:lumOff val="30000"/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3B25E4A-609E-4439-9216-58A1FB513E4F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66CBC16-03F9-4EFF-A443-63D10023E70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2511F302-7FBD-4203-767B-B050D368EB6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07870" y="2334448"/>
            <a:ext cx="4813145" cy="2152518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288D77B7-6AE7-F34D-0C49-F811148A729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7871" y="4556404"/>
            <a:ext cx="4813145" cy="124984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quote">
            <a:extLst>
              <a:ext uri="{FF2B5EF4-FFF2-40B4-BE49-F238E27FC236}">
                <a16:creationId xmlns:a16="http://schemas.microsoft.com/office/drawing/2014/main" id="{16E71EE9-B16F-A43D-F93B-0E87118C4C4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7871" y="2334449"/>
            <a:ext cx="4813145" cy="27080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0" name="attribution">
            <a:extLst>
              <a:ext uri="{FF2B5EF4-FFF2-40B4-BE49-F238E27FC236}">
                <a16:creationId xmlns:a16="http://schemas.microsoft.com/office/drawing/2014/main" id="{50EB9058-BBE5-2F60-1BDE-BD52344DC1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7871" y="5111892"/>
            <a:ext cx="4813145" cy="69436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1" name="item_1_title">
            <a:extLst>
              <a:ext uri="{FF2B5EF4-FFF2-40B4-BE49-F238E27FC236}">
                <a16:creationId xmlns:a16="http://schemas.microsoft.com/office/drawing/2014/main" id="{DC57E679-E44F-EA96-8C94-F6AA2A617E8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97166" y="2133601"/>
            <a:ext cx="4374660" cy="113926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2" name="item_1">
            <a:extLst>
              <a:ext uri="{FF2B5EF4-FFF2-40B4-BE49-F238E27FC236}">
                <a16:creationId xmlns:a16="http://schemas.microsoft.com/office/drawing/2014/main" id="{D8816FBA-F99E-D701-2D15-35A8B693C6D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997166" y="3272866"/>
            <a:ext cx="4374660" cy="273423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EB11924A-A858-D759-6CA9-72296835DF2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5904072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numb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0A523530-6C56-0E03-7310-1D86E819763D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70000"/>
                  <a:lumOff val="30000"/>
                  <a:alpha val="28000"/>
                </a:schemeClr>
              </a:gs>
              <a:gs pos="100000">
                <a:schemeClr val="accent1">
                  <a:lumMod val="70000"/>
                  <a:lumOff val="30000"/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3B25E4A-609E-4439-9216-58A1FB513E4F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66CBC16-03F9-4EFF-A443-63D10023E70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marker_1">
            <a:extLst>
              <a:ext uri="{FF2B5EF4-FFF2-40B4-BE49-F238E27FC236}">
                <a16:creationId xmlns:a16="http://schemas.microsoft.com/office/drawing/2014/main" id="{E1C9A480-9A21-B831-13AB-A5103B6D580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556884" y="2277064"/>
            <a:ext cx="560854" cy="631237"/>
          </a:xfrm>
          <a:prstGeom prst="ellipse">
            <a:avLst/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8" name="item_1">
            <a:extLst>
              <a:ext uri="{FF2B5EF4-FFF2-40B4-BE49-F238E27FC236}">
                <a16:creationId xmlns:a16="http://schemas.microsoft.com/office/drawing/2014/main" id="{EE5B1CE5-8191-F48E-7A30-65DF9ED38AD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19711" y="2277063"/>
            <a:ext cx="9024648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9" name="marker_2">
            <a:extLst>
              <a:ext uri="{FF2B5EF4-FFF2-40B4-BE49-F238E27FC236}">
                <a16:creationId xmlns:a16="http://schemas.microsoft.com/office/drawing/2014/main" id="{7CCAA80F-6E90-7DBA-161A-F0A904D6B67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6884" y="3281305"/>
            <a:ext cx="560854" cy="631237"/>
          </a:xfrm>
          <a:prstGeom prst="ellipse">
            <a:avLst/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0" name="item_2">
            <a:extLst>
              <a:ext uri="{FF2B5EF4-FFF2-40B4-BE49-F238E27FC236}">
                <a16:creationId xmlns:a16="http://schemas.microsoft.com/office/drawing/2014/main" id="{BD07E8ED-33A1-0632-A978-10EF9AE15BF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19711" y="3281304"/>
            <a:ext cx="9024648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1" name="marker_3">
            <a:extLst>
              <a:ext uri="{FF2B5EF4-FFF2-40B4-BE49-F238E27FC236}">
                <a16:creationId xmlns:a16="http://schemas.microsoft.com/office/drawing/2014/main" id="{C42D954F-9EE7-8C0B-2348-5205D8BB685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56884" y="4285546"/>
            <a:ext cx="560854" cy="631237"/>
          </a:xfrm>
          <a:prstGeom prst="ellipse">
            <a:avLst/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marker_3</a:t>
            </a:r>
          </a:p>
        </p:txBody>
      </p:sp>
      <p:sp>
        <p:nvSpPr>
          <p:cNvPr id="12" name="item_3">
            <a:extLst>
              <a:ext uri="{FF2B5EF4-FFF2-40B4-BE49-F238E27FC236}">
                <a16:creationId xmlns:a16="http://schemas.microsoft.com/office/drawing/2014/main" id="{26BEA96B-F395-B521-D7F3-C98EBFDA412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19711" y="4285545"/>
            <a:ext cx="9024648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3" name="marker_4">
            <a:extLst>
              <a:ext uri="{FF2B5EF4-FFF2-40B4-BE49-F238E27FC236}">
                <a16:creationId xmlns:a16="http://schemas.microsoft.com/office/drawing/2014/main" id="{B978CEE0-B7D8-860E-E18A-DE227DF3BB7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6884" y="5289786"/>
            <a:ext cx="560854" cy="631237"/>
          </a:xfrm>
          <a:prstGeom prst="ellipse">
            <a:avLst/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marker_4</a:t>
            </a:r>
          </a:p>
        </p:txBody>
      </p:sp>
      <p:sp>
        <p:nvSpPr>
          <p:cNvPr id="14" name="item_4">
            <a:extLst>
              <a:ext uri="{FF2B5EF4-FFF2-40B4-BE49-F238E27FC236}">
                <a16:creationId xmlns:a16="http://schemas.microsoft.com/office/drawing/2014/main" id="{3214BACB-A245-2D1B-485E-C64DAB3C435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219711" y="5289785"/>
            <a:ext cx="9024648" cy="57385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6639E963-1BA3-79AE-C4E8-AA487A40D27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42738668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takeawa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low">
            <a:extLst>
              <a:ext uri="{FF2B5EF4-FFF2-40B4-BE49-F238E27FC236}">
                <a16:creationId xmlns:a16="http://schemas.microsoft.com/office/drawing/2014/main" id="{F9BB77A2-1BED-B0A2-3C86-ADAB17A23E80}"/>
              </a:ext>
            </a:extLst>
          </p:cNvPr>
          <p:cNvSpPr/>
          <p:nvPr userDrawn="1"/>
        </p:nvSpPr>
        <p:spPr>
          <a:xfrm>
            <a:off x="7620000" y="3175000"/>
            <a:ext cx="7112000" cy="58420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70000"/>
                  <a:lumOff val="30000"/>
                  <a:alpha val="28000"/>
                </a:schemeClr>
              </a:gs>
              <a:gs pos="100000">
                <a:schemeClr val="accent1">
                  <a:lumMod val="70000"/>
                  <a:lumOff val="30000"/>
                  <a:alpha val="0"/>
                </a:schemeClr>
              </a:gs>
            </a:gsLst>
            <a:path path="rect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62000"/>
            <a:ext cx="8380309" cy="1227703"/>
          </a:xfr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3B25E4A-609E-4439-9216-58A1FB513E4F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66CBC16-03F9-4EFF-A443-63D10023E70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decisions_title">
            <a:extLst>
              <a:ext uri="{FF2B5EF4-FFF2-40B4-BE49-F238E27FC236}">
                <a16:creationId xmlns:a16="http://schemas.microsoft.com/office/drawing/2014/main" id="{8B436507-53FF-D7DA-E6C2-A0A854A14DC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07870" y="4890958"/>
            <a:ext cx="2406573" cy="915294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decisions_title</a:t>
            </a:r>
          </a:p>
        </p:txBody>
      </p:sp>
      <p:sp>
        <p:nvSpPr>
          <p:cNvPr id="8" name="decisions">
            <a:extLst>
              <a:ext uri="{FF2B5EF4-FFF2-40B4-BE49-F238E27FC236}">
                <a16:creationId xmlns:a16="http://schemas.microsoft.com/office/drawing/2014/main" id="{6CFF1E45-4C2F-4C3E-C59D-25D4420E4FB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13868" y="4890958"/>
            <a:ext cx="7079505" cy="91529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buFont typeface="+mj-lt"/>
              <a:buAutoNum type="arabicPeriod"/>
              <a:defRPr sz="2000"/>
            </a:lvl1pPr>
          </a:lstStyle>
          <a:p>
            <a:pPr lvl="0"/>
            <a:r>
              <a:rPr lang="en-US"/>
              <a:t>decisions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FEB21B84-C580-135D-2E06-740A331A0AD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7871" y="2334449"/>
            <a:ext cx="2821265" cy="5654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1F6CF521-6463-9F93-A448-00F3CB51C85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7871" y="2899862"/>
            <a:ext cx="2821265" cy="135699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item_2_title">
            <a:extLst>
              <a:ext uri="{FF2B5EF4-FFF2-40B4-BE49-F238E27FC236}">
                <a16:creationId xmlns:a16="http://schemas.microsoft.com/office/drawing/2014/main" id="{53087166-A0BE-77D4-3DDA-A1C5803C528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989990" y="2334449"/>
            <a:ext cx="2821265" cy="5654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2" name="item_2">
            <a:extLst>
              <a:ext uri="{FF2B5EF4-FFF2-40B4-BE49-F238E27FC236}">
                <a16:creationId xmlns:a16="http://schemas.microsoft.com/office/drawing/2014/main" id="{D04265FA-46EA-7326-BFA3-4D849EC10E2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89990" y="2899862"/>
            <a:ext cx="2821265" cy="135699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3" name="item_3_title">
            <a:extLst>
              <a:ext uri="{FF2B5EF4-FFF2-40B4-BE49-F238E27FC236}">
                <a16:creationId xmlns:a16="http://schemas.microsoft.com/office/drawing/2014/main" id="{37ABE9ED-E36A-4316-3074-4740D6C2529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372108" y="2334449"/>
            <a:ext cx="2821265" cy="5654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4" name="item_3">
            <a:extLst>
              <a:ext uri="{FF2B5EF4-FFF2-40B4-BE49-F238E27FC236}">
                <a16:creationId xmlns:a16="http://schemas.microsoft.com/office/drawing/2014/main" id="{7905D2EA-5C42-7056-1E97-3F7CC20299D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372108" y="2899862"/>
            <a:ext cx="2821265" cy="135699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B7FD029D-CFB0-A63F-50E9-ADBEEBAA748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9417" y="613410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8279524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9942409" cy="87619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417" y="2133600"/>
            <a:ext cx="9942409" cy="4305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393" y="214858"/>
            <a:ext cx="2726376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1100" y="214858"/>
            <a:ext cx="192024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F3B25E4A-609E-4439-9216-58A1FB513E4F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1657" y="214858"/>
            <a:ext cx="555948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466CBC16-03F9-4EFF-A443-63D10023E7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4282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  <p:sldLayoutId id="2147483705" r:id="rId18"/>
    <p:sldLayoutId id="2147483706" r:id="rId19"/>
    <p:sldLayoutId id="2147483707" r:id="rId20"/>
    <p:sldLayoutId id="2147483708" r:id="rId21"/>
    <p:sldLayoutId id="2147483709" r:id="rId22"/>
    <p:sldLayoutId id="2147483710" r:id="rId23"/>
    <p:sldLayoutId id="2147483711" r:id="rId24"/>
    <p:sldLayoutId id="2147483712" r:id="rId25"/>
    <p:sldLayoutId id="2147483713" r:id="rId26"/>
    <p:sldLayoutId id="2147483714" r:id="rId27"/>
    <p:sldLayoutId id="2147483715" r:id="rId28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1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264">
          <p15:clr>
            <a:srgbClr val="F26B43"/>
          </p15:clr>
        </p15:guide>
        <p15:guide id="4" orient="horz" pos="264">
          <p15:clr>
            <a:srgbClr val="F26B43"/>
          </p15:clr>
        </p15:guide>
        <p15:guide id="5" pos="7416">
          <p15:clr>
            <a:srgbClr val="F26B43"/>
          </p15:clr>
        </p15:guide>
        <p15:guide id="12" pos="4632">
          <p15:clr>
            <a:srgbClr val="F26B43"/>
          </p15:clr>
        </p15:guide>
        <p15:guide id="13" pos="5544">
          <p15:clr>
            <a:srgbClr val="F26B43"/>
          </p15:clr>
        </p15:guide>
        <p15:guide id="26" pos="2784">
          <p15:clr>
            <a:srgbClr val="F26B43"/>
          </p15:clr>
        </p15:guide>
        <p15:guide id="27" pos="3048">
          <p15:clr>
            <a:srgbClr val="F26B43"/>
          </p15:clr>
        </p15:guide>
        <p15:guide id="29" pos="3960">
          <p15:clr>
            <a:srgbClr val="F26B43"/>
          </p15:clr>
        </p15:guide>
        <p15:guide id="30" pos="1176">
          <p15:clr>
            <a:srgbClr val="F26B43"/>
          </p15:clr>
        </p15:guide>
        <p15:guide id="31" pos="912">
          <p15:clr>
            <a:srgbClr val="F26B43"/>
          </p15:clr>
        </p15:guide>
        <p15:guide id="32" pos="3696">
          <p15:clr>
            <a:srgbClr val="F26B43"/>
          </p15:clr>
        </p15:guide>
        <p15:guide id="33" pos="1848">
          <p15:clr>
            <a:srgbClr val="F26B43"/>
          </p15:clr>
        </p15:guide>
        <p15:guide id="34" pos="2112">
          <p15:clr>
            <a:srgbClr val="F26B43"/>
          </p15:clr>
        </p15:guide>
        <p15:guide id="36" pos="6528">
          <p15:clr>
            <a:srgbClr val="F26B43"/>
          </p15:clr>
        </p15:guide>
        <p15:guide id="37" pos="6744">
          <p15:clr>
            <a:srgbClr val="F26B43"/>
          </p15:clr>
        </p15:guide>
        <p15:guide id="42" orient="horz" pos="3936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Film Burn">
  <a:themeElements>
    <a:clrScheme name="Custom 2">
      <a:dk1>
        <a:srgbClr val="09090C"/>
      </a:dk1>
      <a:lt1>
        <a:sysClr val="window" lastClr="FFFFFF"/>
      </a:lt1>
      <a:dk2>
        <a:srgbClr val="000000"/>
      </a:dk2>
      <a:lt2>
        <a:srgbClr val="F9EFEC"/>
      </a:lt2>
      <a:accent1>
        <a:srgbClr val="CB49B2"/>
      </a:accent1>
      <a:accent2>
        <a:srgbClr val="7C3191"/>
      </a:accent2>
      <a:accent3>
        <a:srgbClr val="E95D48"/>
      </a:accent3>
      <a:accent4>
        <a:srgbClr val="F08E6B"/>
      </a:accent4>
      <a:accent5>
        <a:srgbClr val="D93752"/>
      </a:accent5>
      <a:accent6>
        <a:srgbClr val="EE7345"/>
      </a:accent6>
      <a:hlink>
        <a:srgbClr val="CB49B2"/>
      </a:hlink>
      <a:folHlink>
        <a:srgbClr val="E95D48"/>
      </a:folHlink>
    </a:clrScheme>
    <a:fontScheme name="Neue Haas">
      <a:majorFont>
        <a:latin typeface="Segoe UI Semibold"/>
        <a:ea typeface=""/>
        <a:cs typeface="Segoe UI"/>
      </a:majorFont>
      <a:minorFont>
        <a:latin typeface="Segoe UI"/>
        <a:ea typeface=""/>
        <a:cs typeface="Segoe U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lm burn" id="{4524321E-1019-4E52-AA1C-5D37B75CD749}" vid="{4A46179B-AA1B-40E1-9320-430DA2EBD8E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Film Burn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Segoe UI</vt:lpstr>
      <vt:lpstr>Segoe UI Semibold</vt:lpstr>
      <vt:lpstr>Film Burn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2026-10-03T22:55:53Z</dcterms:created>
  <dcterms:modified xsi:type="dcterms:W3CDTF">2026-10-03T22:56:03Z</dcterms:modified>
</cp:coreProperties>
</file>