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66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ection_divider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417" y="3769613"/>
            <a:ext cx="9942409" cy="1549908"/>
          </a:xfrm>
        </p:spPr>
        <p:txBody>
          <a:bodyPr anchor="t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A45F42B0-C9DE-C508-CAF9-9EC560B44C0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4572000" cy="1549908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4CD43856-A3A8-56FD-3830-D6D75CC1EC0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8" y="5405628"/>
            <a:ext cx="9942409" cy="10332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4722105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9BAD57BB-B60E-9105-7D81-787A275168B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2585026" cy="85217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363338BA-3E7E-5303-C1FD-FD204F8332D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2715" y="2133600"/>
            <a:ext cx="7059110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41256509-93B0-72F7-C892-4DFD8BD726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417" y="3140710"/>
            <a:ext cx="2585026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4E87F10F-5A2B-76E2-BA54-B681AE6AAA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12715" y="3140710"/>
            <a:ext cx="7059110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288A63AE-0CC8-A69B-64F8-EF0B11501B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417" y="4147820"/>
            <a:ext cx="2585026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1D298DF0-241E-0F9A-21E2-54F54DDB43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12715" y="4147820"/>
            <a:ext cx="7059110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BE160524-7CD1-9D27-251A-E54D3736FF0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5154930"/>
            <a:ext cx="2585026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D6691527-88C1-5B43-DA3D-F66DD4F875E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12715" y="5154930"/>
            <a:ext cx="7059110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D584BF6-409C-7366-A4AA-08C231DC0D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16371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8192C017-764A-AD3B-A9A3-2FBBCB6182D7}"/>
              </a:ext>
            </a:extLst>
          </p:cNvPr>
          <p:cNvSpPr/>
          <p:nvPr userDrawn="1"/>
        </p:nvSpPr>
        <p:spPr>
          <a:xfrm>
            <a:off x="429417" y="2133600"/>
            <a:ext cx="4822068" cy="27114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ADCC36CE-D6B7-94E7-7095-9E8FFCE4988E}"/>
              </a:ext>
            </a:extLst>
          </p:cNvPr>
          <p:cNvSpPr/>
          <p:nvPr userDrawn="1"/>
        </p:nvSpPr>
        <p:spPr>
          <a:xfrm>
            <a:off x="5549757" y="2133600"/>
            <a:ext cx="4822069" cy="27114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C0A0D08C-E5A4-4CD9-B09B-5894D77E8F9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7689" y="2288540"/>
            <a:ext cx="4225523" cy="1549400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7287DC39-4AC2-40A5-1172-80138D8C5D1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7690" y="3915410"/>
            <a:ext cx="4225523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E15998D6-5675-2839-78B7-7492165B0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48030" y="2288540"/>
            <a:ext cx="4225523" cy="154940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7304B474-251A-DA01-44A2-1F61C63642C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8030" y="3915410"/>
            <a:ext cx="4225523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body">
            <a:extLst>
              <a:ext uri="{FF2B5EF4-FFF2-40B4-BE49-F238E27FC236}">
                <a16:creationId xmlns:a16="http://schemas.microsoft.com/office/drawing/2014/main" id="{232179B4-9067-CAB8-1422-B5E66C5132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418" y="5077460"/>
            <a:ext cx="9942409" cy="92964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D0A6976B-A279-2F9B-690F-2E391E7767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26047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FD1168DE-5BB6-CA37-5C3C-D98D0B2E80CF}"/>
              </a:ext>
            </a:extLst>
          </p:cNvPr>
          <p:cNvSpPr/>
          <p:nvPr userDrawn="1"/>
        </p:nvSpPr>
        <p:spPr>
          <a:xfrm>
            <a:off x="429417" y="2133600"/>
            <a:ext cx="2336466" cy="27114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6E41F5B3-66F0-E19D-5C8F-50B16A6BF23E}"/>
              </a:ext>
            </a:extLst>
          </p:cNvPr>
          <p:cNvSpPr/>
          <p:nvPr userDrawn="1"/>
        </p:nvSpPr>
        <p:spPr>
          <a:xfrm>
            <a:off x="2964731" y="2133600"/>
            <a:ext cx="2336466" cy="27114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4602445A-09A7-F0FB-62E7-87E394D1EB4B}"/>
              </a:ext>
            </a:extLst>
          </p:cNvPr>
          <p:cNvSpPr/>
          <p:nvPr userDrawn="1"/>
        </p:nvSpPr>
        <p:spPr>
          <a:xfrm>
            <a:off x="5500045" y="2133600"/>
            <a:ext cx="2336466" cy="27114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E1C14777-0D67-CD75-7A85-41C053408D7E}"/>
              </a:ext>
            </a:extLst>
          </p:cNvPr>
          <p:cNvSpPr/>
          <p:nvPr userDrawn="1"/>
        </p:nvSpPr>
        <p:spPr>
          <a:xfrm>
            <a:off x="8035359" y="2133600"/>
            <a:ext cx="2336466" cy="271145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kpi_value_1">
            <a:extLst>
              <a:ext uri="{FF2B5EF4-FFF2-40B4-BE49-F238E27FC236}">
                <a16:creationId xmlns:a16="http://schemas.microsoft.com/office/drawing/2014/main" id="{EFBEA646-A96E-DCA7-53E4-9113F384F72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78553" y="2288540"/>
            <a:ext cx="2038194" cy="1316990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1" name="kpi_label_1">
            <a:extLst>
              <a:ext uri="{FF2B5EF4-FFF2-40B4-BE49-F238E27FC236}">
                <a16:creationId xmlns:a16="http://schemas.microsoft.com/office/drawing/2014/main" id="{403FE77A-CDDE-8285-34F8-8731629D653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553" y="3683000"/>
            <a:ext cx="2038194" cy="1084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2" name="kpi_value_2">
            <a:extLst>
              <a:ext uri="{FF2B5EF4-FFF2-40B4-BE49-F238E27FC236}">
                <a16:creationId xmlns:a16="http://schemas.microsoft.com/office/drawing/2014/main" id="{04257AA9-AA7E-5B56-6250-A90D6CE118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13867" y="2288540"/>
            <a:ext cx="2038194" cy="131699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3" name="kpi_label_2">
            <a:extLst>
              <a:ext uri="{FF2B5EF4-FFF2-40B4-BE49-F238E27FC236}">
                <a16:creationId xmlns:a16="http://schemas.microsoft.com/office/drawing/2014/main" id="{D0CCCF92-F9F0-CCA9-2C58-5FA55A53C8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13867" y="3683000"/>
            <a:ext cx="2038194" cy="1084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4" name="kpi_value_3">
            <a:extLst>
              <a:ext uri="{FF2B5EF4-FFF2-40B4-BE49-F238E27FC236}">
                <a16:creationId xmlns:a16="http://schemas.microsoft.com/office/drawing/2014/main" id="{6A126471-0580-5FC9-237C-11B106C28B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49182" y="2288540"/>
            <a:ext cx="2038194" cy="131699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5" name="kpi_label_3">
            <a:extLst>
              <a:ext uri="{FF2B5EF4-FFF2-40B4-BE49-F238E27FC236}">
                <a16:creationId xmlns:a16="http://schemas.microsoft.com/office/drawing/2014/main" id="{0981A197-4AC9-CB8B-5369-7BA9223D1E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49182" y="3683000"/>
            <a:ext cx="2038194" cy="1084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6" name="kpi_value_4">
            <a:extLst>
              <a:ext uri="{FF2B5EF4-FFF2-40B4-BE49-F238E27FC236}">
                <a16:creationId xmlns:a16="http://schemas.microsoft.com/office/drawing/2014/main" id="{3F1870A0-394A-6BA5-7AC8-393C897B9F3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84496" y="2288540"/>
            <a:ext cx="2038194" cy="131699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7" name="kpi_label_4">
            <a:extLst>
              <a:ext uri="{FF2B5EF4-FFF2-40B4-BE49-F238E27FC236}">
                <a16:creationId xmlns:a16="http://schemas.microsoft.com/office/drawing/2014/main" id="{BA83056C-97C3-5FB7-D882-011AB3369C2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84496" y="3683000"/>
            <a:ext cx="2038194" cy="1084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8" name="body">
            <a:extLst>
              <a:ext uri="{FF2B5EF4-FFF2-40B4-BE49-F238E27FC236}">
                <a16:creationId xmlns:a16="http://schemas.microsoft.com/office/drawing/2014/main" id="{C4A0B424-5436-4DB8-6F61-51852E3C64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8" y="5077460"/>
            <a:ext cx="9942409" cy="92964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9" name="source">
            <a:extLst>
              <a:ext uri="{FF2B5EF4-FFF2-40B4-BE49-F238E27FC236}">
                <a16:creationId xmlns:a16="http://schemas.microsoft.com/office/drawing/2014/main" id="{47408B1B-0C02-71B3-823D-D3A54CDF467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25111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0BB422C2-10B1-FDD6-34ED-4E3766F5B0AC}"/>
              </a:ext>
            </a:extLst>
          </p:cNvPr>
          <p:cNvSpPr/>
          <p:nvPr userDrawn="1"/>
        </p:nvSpPr>
        <p:spPr>
          <a:xfrm>
            <a:off x="6593710" y="2133600"/>
            <a:ext cx="3778115" cy="387350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A3CA2F52-E8E2-CC5F-747D-E0B7E15FCE6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5766597" cy="387350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20C65B62-7247-37E3-2928-B6309902F2D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42272" y="2327275"/>
            <a:ext cx="3280995" cy="27889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8A72B088-E872-73B6-5845-8E8C01090F7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42272" y="5309870"/>
            <a:ext cx="3280995" cy="464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6B82A42B-E21F-A332-790F-0B42201FFB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40460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AFBC22A1-21EE-EFCC-B769-04475DA1B9B9}"/>
              </a:ext>
            </a:extLst>
          </p:cNvPr>
          <p:cNvSpPr/>
          <p:nvPr userDrawn="1"/>
        </p:nvSpPr>
        <p:spPr>
          <a:xfrm>
            <a:off x="429417" y="2133600"/>
            <a:ext cx="3181571" cy="387350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5CD90202-5038-A6B9-A6C4-D141A6020CE8}"/>
              </a:ext>
            </a:extLst>
          </p:cNvPr>
          <p:cNvSpPr/>
          <p:nvPr userDrawn="1"/>
        </p:nvSpPr>
        <p:spPr>
          <a:xfrm>
            <a:off x="3809836" y="2133600"/>
            <a:ext cx="3181571" cy="387350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E89CC8A1-8019-B1DA-19B2-02AB34C87FBF}"/>
              </a:ext>
            </a:extLst>
          </p:cNvPr>
          <p:cNvSpPr/>
          <p:nvPr userDrawn="1"/>
        </p:nvSpPr>
        <p:spPr>
          <a:xfrm>
            <a:off x="7190255" y="2133600"/>
            <a:ext cx="3181571" cy="387350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E3B61C1D-6BFA-C364-20C4-906D126125D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8265" y="2288540"/>
            <a:ext cx="2783874" cy="69723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7F927EA2-018C-64A6-F20E-F1E26B8916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265" y="3024506"/>
            <a:ext cx="2783874" cy="28276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A9E175B4-EBED-82CE-8728-1E3B6AC003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8684" y="2288540"/>
            <a:ext cx="2783874" cy="6972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73FE3E8E-DADD-F5CE-DB27-2562C83C219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08684" y="3024506"/>
            <a:ext cx="2783874" cy="28276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item_3_title">
            <a:extLst>
              <a:ext uri="{FF2B5EF4-FFF2-40B4-BE49-F238E27FC236}">
                <a16:creationId xmlns:a16="http://schemas.microsoft.com/office/drawing/2014/main" id="{BE9B265D-120A-B68A-058C-9217CC4CDE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89102" y="2288540"/>
            <a:ext cx="2783874" cy="6972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4" name="item_3">
            <a:extLst>
              <a:ext uri="{FF2B5EF4-FFF2-40B4-BE49-F238E27FC236}">
                <a16:creationId xmlns:a16="http://schemas.microsoft.com/office/drawing/2014/main" id="{2C4DB3F5-AB24-CAD9-3011-9E6CC879B55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89102" y="3024506"/>
            <a:ext cx="2783874" cy="28276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EB305235-0633-5917-7EB9-7E1A2E27ED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37661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F1FA4125-4075-5D1C-4C55-3B79CC426DD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4672932" cy="69723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749278F0-18A0-0DC1-855F-D3355CEC3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7" y="2869566"/>
            <a:ext cx="4672932" cy="31375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02E22A61-2973-E030-F4AE-1F6CEAED49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8893" y="2133600"/>
            <a:ext cx="4672932" cy="6972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2DE5988C-897C-7C4C-1777-B8288DA623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98893" y="2869566"/>
            <a:ext cx="4672932" cy="31375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A5244228-D947-DFAE-0654-703CCC236B4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07888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930448F3-87F8-9EF2-2210-ADAA5965D85E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429417" y="2133600"/>
            <a:ext cx="6760838" cy="38735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0330E157-884C-B1CE-0D44-B35145017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87951" y="2327276"/>
            <a:ext cx="2783874" cy="36798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920AF27F-870E-F035-B67C-2D699E556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40271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F376FA6A-06EC-695B-0294-FFD8A721676D}"/>
              </a:ext>
            </a:extLst>
          </p:cNvPr>
          <p:cNvSpPr/>
          <p:nvPr userDrawn="1"/>
        </p:nvSpPr>
        <p:spPr>
          <a:xfrm>
            <a:off x="429417" y="2133600"/>
            <a:ext cx="4871780" cy="185928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5A3EC136-F317-3999-D59F-656D67B1B599}"/>
              </a:ext>
            </a:extLst>
          </p:cNvPr>
          <p:cNvSpPr/>
          <p:nvPr userDrawn="1"/>
        </p:nvSpPr>
        <p:spPr>
          <a:xfrm>
            <a:off x="5500045" y="2133600"/>
            <a:ext cx="4871781" cy="185928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D882D450-C0AC-42EF-1D39-8DA0CB96AC73}"/>
              </a:ext>
            </a:extLst>
          </p:cNvPr>
          <p:cNvSpPr/>
          <p:nvPr userDrawn="1"/>
        </p:nvSpPr>
        <p:spPr>
          <a:xfrm>
            <a:off x="429417" y="4147820"/>
            <a:ext cx="4871780" cy="185928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CC7691B7-A490-2ACC-EFD6-4474097616CA}"/>
              </a:ext>
            </a:extLst>
          </p:cNvPr>
          <p:cNvSpPr/>
          <p:nvPr userDrawn="1"/>
        </p:nvSpPr>
        <p:spPr>
          <a:xfrm>
            <a:off x="5500045" y="4147820"/>
            <a:ext cx="4871781" cy="185928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81A77865-216F-80DC-8116-0BD0FD097B0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8265" y="2211070"/>
            <a:ext cx="4474084" cy="69723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77A6B31D-CE78-08AE-5BA9-BC0B9DB8E8A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265" y="2908301"/>
            <a:ext cx="4474084" cy="10458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52996135-BE34-2627-00C4-78EB498731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8893" y="2211070"/>
            <a:ext cx="4474084" cy="6972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926B0E43-52FA-9C49-16DA-EAEB7DA02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98893" y="2908301"/>
            <a:ext cx="4474084" cy="10458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20B4F2CC-68F2-D9FB-E7A8-75B8DA63244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8265" y="4225290"/>
            <a:ext cx="4474084" cy="6972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AB3EAEE6-A077-3514-D03F-16A1AD37AC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8265" y="4922521"/>
            <a:ext cx="4474084" cy="10458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item_4_title">
            <a:extLst>
              <a:ext uri="{FF2B5EF4-FFF2-40B4-BE49-F238E27FC236}">
                <a16:creationId xmlns:a16="http://schemas.microsoft.com/office/drawing/2014/main" id="{3B672DB3-CB15-ED32-7198-705BA983E04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98893" y="4225290"/>
            <a:ext cx="4474084" cy="6972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7" name="item_4">
            <a:extLst>
              <a:ext uri="{FF2B5EF4-FFF2-40B4-BE49-F238E27FC236}">
                <a16:creationId xmlns:a16="http://schemas.microsoft.com/office/drawing/2014/main" id="{EDE50467-80D7-4B52-E2EB-6464C4E8D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98893" y="4922521"/>
            <a:ext cx="4474084" cy="10458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8" name="source">
            <a:extLst>
              <a:ext uri="{FF2B5EF4-FFF2-40B4-BE49-F238E27FC236}">
                <a16:creationId xmlns:a16="http://schemas.microsoft.com/office/drawing/2014/main" id="{0921EA66-696F-98B5-6456-B7D5E156751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14658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8679F231-4DBA-708D-0303-29C7AA075BF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9942409" cy="387350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B17AF510-A9C8-1645-7F7C-B6F202AC7E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623481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5AEB475-A2E7-7650-CECE-EB21BE44545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9942409" cy="3873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92048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B25F492A-319F-37B4-7B68-C50A114C031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2585026" cy="85217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F3E8540B-0A71-3233-0DB8-205D4CA01D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2715" y="2133600"/>
            <a:ext cx="7059110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17D28253-7A9E-61A5-AC0B-63D43E0304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417" y="3140710"/>
            <a:ext cx="2585026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179B5261-3E10-4BCD-8728-1F573D4791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12715" y="3140710"/>
            <a:ext cx="7059110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6EF78F0D-5B85-953B-62C4-D5F67F6488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417" y="4147820"/>
            <a:ext cx="2585026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1726D12A-5896-04D0-EE7B-4660657AFC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12715" y="4147820"/>
            <a:ext cx="7059110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C82358B8-1646-15EC-1D67-E36C146D6C1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5154930"/>
            <a:ext cx="2585026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A9DFE925-7348-CC39-A9BE-4AF517C56ED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12715" y="5154930"/>
            <a:ext cx="7059110" cy="85217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A8D9FA3-885B-C088-C951-FA4A4262D53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96135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901700"/>
            <a:ext cx="8380309" cy="1088003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024E8EDB-A767-E1D9-4230-7D8E6A0F519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9942409" cy="3873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97ACB4AE-F592-9EB9-E591-181C0E3B70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03692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6A4CE57F-9F89-494C-9D5A-9FC876DCB75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1CB9FD5D-7CBE-4AF8-B6F7-49FF01D1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47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Segoe UI Semibold"/>
        <a:ea typeface=""/>
        <a:cs typeface="Segoe UI"/>
      </a:majorFont>
      <a:minorFont>
        <a:latin typeface="Segoe UI"/>
        <a:ea typeface=""/>
        <a:cs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Segoe UI</vt:lpstr>
      <vt:lpstr>Segoe UI Semibold</vt:lpstr>
      <vt:lpstr>Film Burn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2026-10-03T09:40:07Z</dcterms:created>
  <dcterms:modified xsi:type="dcterms:W3CDTF">2026-10-03T09:40:12Z</dcterms:modified>
</cp:coreProperties>
</file>