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5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E9393BBA-C8CB-B612-4493-9155EC2949A3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BAD319F0-93A1-93EB-AD20-D4ECAD2C4DC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56884" y="2277063"/>
            <a:ext cx="2906242" cy="57385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D10BD7CA-EBD5-F91E-712A-B9916085B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5100" y="2277063"/>
            <a:ext cx="6679259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item_2_title">
            <a:extLst>
              <a:ext uri="{FF2B5EF4-FFF2-40B4-BE49-F238E27FC236}">
                <a16:creationId xmlns:a16="http://schemas.microsoft.com/office/drawing/2014/main" id="{99423AD3-59DD-5E44-1AC1-1DE37DBC7D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84" y="3281304"/>
            <a:ext cx="2906242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0" name="item_2">
            <a:extLst>
              <a:ext uri="{FF2B5EF4-FFF2-40B4-BE49-F238E27FC236}">
                <a16:creationId xmlns:a16="http://schemas.microsoft.com/office/drawing/2014/main" id="{0AB08735-F3C3-1279-DDA2-D3DF60BBE2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65100" y="3281304"/>
            <a:ext cx="6679259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1" name="item_3_title">
            <a:extLst>
              <a:ext uri="{FF2B5EF4-FFF2-40B4-BE49-F238E27FC236}">
                <a16:creationId xmlns:a16="http://schemas.microsoft.com/office/drawing/2014/main" id="{24938649-1B0B-4AD8-98C4-5C2D0228E1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6884" y="4285545"/>
            <a:ext cx="2906242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2" name="item_3">
            <a:extLst>
              <a:ext uri="{FF2B5EF4-FFF2-40B4-BE49-F238E27FC236}">
                <a16:creationId xmlns:a16="http://schemas.microsoft.com/office/drawing/2014/main" id="{93F44B72-7F3E-689E-8560-6F191DCB2E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5100" y="4285545"/>
            <a:ext cx="6679259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3" name="item_4_title">
            <a:extLst>
              <a:ext uri="{FF2B5EF4-FFF2-40B4-BE49-F238E27FC236}">
                <a16:creationId xmlns:a16="http://schemas.microsoft.com/office/drawing/2014/main" id="{173C44E8-51AA-95C3-C65B-155256797E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6884" y="5289785"/>
            <a:ext cx="2906242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4" name="item_4">
            <a:extLst>
              <a:ext uri="{FF2B5EF4-FFF2-40B4-BE49-F238E27FC236}">
                <a16:creationId xmlns:a16="http://schemas.microsoft.com/office/drawing/2014/main" id="{9A7D5AD0-889D-105D-4E60-B5FB3A6984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5100" y="5289785"/>
            <a:ext cx="6679259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643EAF17-E585-71B8-B74B-809C92BEE6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3371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879D2F8D-19CE-4BA7-78EA-015B8607D733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3C23469E-C401-0D90-B409-814F83F8CE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9417" y="5232400"/>
            <a:ext cx="9942409" cy="774700"/>
          </a:xfrm>
        </p:spPr>
        <p:txBody>
          <a:bodyPr wrap="square" anchor="t">
            <a:noAutofit/>
          </a:bodyPr>
          <a:lstStyle>
            <a:lvl1pPr>
              <a:buFont typeface="+mj-lt"/>
              <a:buAutoNum type="arabicPeriod"/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2DEF310F-FA46-64B0-5574-B3FCF30CB3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5" y="2363141"/>
            <a:ext cx="4461337" cy="15973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8C6E0615-6BAB-E639-25CE-A5CCB0B858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65" y="3960499"/>
            <a:ext cx="4461337" cy="8874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kpi_value_2">
            <a:extLst>
              <a:ext uri="{FF2B5EF4-FFF2-40B4-BE49-F238E27FC236}">
                <a16:creationId xmlns:a16="http://schemas.microsoft.com/office/drawing/2014/main" id="{92C26FD1-4EA5-A313-DF17-9EF5F98171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543" y="2363141"/>
            <a:ext cx="4461337" cy="15973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1" name="kpi_label_2">
            <a:extLst>
              <a:ext uri="{FF2B5EF4-FFF2-40B4-BE49-F238E27FC236}">
                <a16:creationId xmlns:a16="http://schemas.microsoft.com/office/drawing/2014/main" id="{7FC40FCF-61C0-32CC-40C6-26078922E2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06543" y="3960499"/>
            <a:ext cx="4461337" cy="8874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B239F17D-C1BB-F1E7-A398-C8F07A5AFA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0906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32A451BE-9476-5548-16D5-92D59052B368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8907FD74-17BB-7F9A-1AF4-176E124A528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9417" y="5232400"/>
            <a:ext cx="9942409" cy="774700"/>
          </a:xfrm>
        </p:spPr>
        <p:txBody>
          <a:bodyPr wrap="square" anchor="t">
            <a:noAutofit/>
          </a:bodyPr>
          <a:lstStyle>
            <a:lvl1pPr>
              <a:buFont typeface="+mj-lt"/>
              <a:buAutoNum type="arabicPeriod"/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34F7E284-6CCD-CD73-E9CA-5B5B27871B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4" y="2363141"/>
            <a:ext cx="1924748" cy="15973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F2D6C050-7F50-2B07-1F4F-A3170E9DD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64" y="3960499"/>
            <a:ext cx="1924748" cy="8874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kpi_value_2">
            <a:extLst>
              <a:ext uri="{FF2B5EF4-FFF2-40B4-BE49-F238E27FC236}">
                <a16:creationId xmlns:a16="http://schemas.microsoft.com/office/drawing/2014/main" id="{FEFBB2EA-E5CA-3D5C-9F84-ABD211F3CA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69953" y="2363141"/>
            <a:ext cx="1924748" cy="15973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1" name="kpi_label_2">
            <a:extLst>
              <a:ext uri="{FF2B5EF4-FFF2-40B4-BE49-F238E27FC236}">
                <a16:creationId xmlns:a16="http://schemas.microsoft.com/office/drawing/2014/main" id="{5BF355F7-D6AC-6299-1ED7-3228AA035F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9953" y="3960499"/>
            <a:ext cx="1924748" cy="8874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2" name="kpi_value_3">
            <a:extLst>
              <a:ext uri="{FF2B5EF4-FFF2-40B4-BE49-F238E27FC236}">
                <a16:creationId xmlns:a16="http://schemas.microsoft.com/office/drawing/2014/main" id="{C1A73E2E-5176-6DB4-3B6B-7F7F1779F8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06542" y="2363141"/>
            <a:ext cx="1924748" cy="15973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3" name="kpi_label_3">
            <a:extLst>
              <a:ext uri="{FF2B5EF4-FFF2-40B4-BE49-F238E27FC236}">
                <a16:creationId xmlns:a16="http://schemas.microsoft.com/office/drawing/2014/main" id="{749D5CF6-A591-BE21-776B-FA62AC9FE8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06542" y="3960499"/>
            <a:ext cx="1924748" cy="8874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4" name="kpi_value_4">
            <a:extLst>
              <a:ext uri="{FF2B5EF4-FFF2-40B4-BE49-F238E27FC236}">
                <a16:creationId xmlns:a16="http://schemas.microsoft.com/office/drawing/2014/main" id="{57895B02-9EE5-9A4B-CEB4-4386CE41DB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3130" y="2363141"/>
            <a:ext cx="1924748" cy="15973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5" name="kpi_label_4">
            <a:extLst>
              <a:ext uri="{FF2B5EF4-FFF2-40B4-BE49-F238E27FC236}">
                <a16:creationId xmlns:a16="http://schemas.microsoft.com/office/drawing/2014/main" id="{E1A880E1-7209-2788-AD3E-1FAB761C59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3130" y="3960499"/>
            <a:ext cx="1924748" cy="8874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7817719B-CD6F-29FD-FE5A-2F5C744D23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19131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DE8763A3-7F05-50D6-63A6-797F75FD8DDE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F261BB65-CC99-0838-6B78-722287AE52D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9417" y="2133600"/>
            <a:ext cx="5567749" cy="3873500"/>
          </a:xfrm>
        </p:spPr>
        <p:txBody>
          <a:bodyPr wrap="square" anchor="t">
            <a:noAutofit/>
          </a:bodyPr>
          <a:lstStyle>
            <a:lvl1pPr>
              <a:buFont typeface="+mj-lt"/>
              <a:buAutoNum type="arabicPeriod"/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8432ED57-04D5-7911-BCC1-A27AAE869F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8809" y="2363142"/>
            <a:ext cx="3569070" cy="26397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attribution">
            <a:extLst>
              <a:ext uri="{FF2B5EF4-FFF2-40B4-BE49-F238E27FC236}">
                <a16:creationId xmlns:a16="http://schemas.microsoft.com/office/drawing/2014/main" id="{5FC69A7E-A9AE-5B89-D1C5-B5EB8A5161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809" y="5461942"/>
            <a:ext cx="3569070" cy="3156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A89191D8-A81E-99BF-1D56-10105E61D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9611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027D3A6F-5BF3-477C-54C2-DE6C38DE1294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88340FF2-CE79-C7AC-FA1F-72AE826E27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2363142"/>
            <a:ext cx="2770278" cy="1004241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95A456CB-D5D1-3D15-FBF0-66F24D6469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4" y="3367382"/>
            <a:ext cx="2770278" cy="2410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item_2_title">
            <a:extLst>
              <a:ext uri="{FF2B5EF4-FFF2-40B4-BE49-F238E27FC236}">
                <a16:creationId xmlns:a16="http://schemas.microsoft.com/office/drawing/2014/main" id="{81518C17-11E2-4B1B-1B16-8E908A01EC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15482" y="2363142"/>
            <a:ext cx="2770278" cy="10042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0" name="item_2">
            <a:extLst>
              <a:ext uri="{FF2B5EF4-FFF2-40B4-BE49-F238E27FC236}">
                <a16:creationId xmlns:a16="http://schemas.microsoft.com/office/drawing/2014/main" id="{2D1977B3-E140-0061-C212-66A45C1F58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15482" y="3367382"/>
            <a:ext cx="2770278" cy="2410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1" name="item_3_title">
            <a:extLst>
              <a:ext uri="{FF2B5EF4-FFF2-40B4-BE49-F238E27FC236}">
                <a16:creationId xmlns:a16="http://schemas.microsoft.com/office/drawing/2014/main" id="{3BA11B13-4140-1405-C409-FBC20BB45B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7600" y="2363142"/>
            <a:ext cx="2770278" cy="10042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2" name="item_3">
            <a:extLst>
              <a:ext uri="{FF2B5EF4-FFF2-40B4-BE49-F238E27FC236}">
                <a16:creationId xmlns:a16="http://schemas.microsoft.com/office/drawing/2014/main" id="{ADFD15DB-93A3-617A-277C-4DBBEEB5CF3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97600" y="3367382"/>
            <a:ext cx="2770278" cy="2410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37A5D30A-CDB1-8F66-AE01-E10B5D6397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682452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FCEA8D8C-7A7C-3097-6AAB-D849DF11CB9E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1D909ECE-0558-3C3B-C110-5B8D4C4B9CB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2363142"/>
            <a:ext cx="4461337" cy="1004241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730E3492-2B17-59FF-7E60-2A2E9A5D20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5" y="3367382"/>
            <a:ext cx="4461337" cy="2410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item_2_title">
            <a:extLst>
              <a:ext uri="{FF2B5EF4-FFF2-40B4-BE49-F238E27FC236}">
                <a16:creationId xmlns:a16="http://schemas.microsoft.com/office/drawing/2014/main" id="{5A9AE8ED-DADF-A9D2-E319-6EB3F7B566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06543" y="2363142"/>
            <a:ext cx="4461337" cy="10042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0" name="item_2">
            <a:extLst>
              <a:ext uri="{FF2B5EF4-FFF2-40B4-BE49-F238E27FC236}">
                <a16:creationId xmlns:a16="http://schemas.microsoft.com/office/drawing/2014/main" id="{AB3E8BD2-BC2E-BF83-2298-6E55252A7E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543" y="3367382"/>
            <a:ext cx="4461337" cy="2410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2243EFC7-C56A-3C41-9421-A610F3AC9F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5824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3B2B0D17-E968-6222-4C1E-0E999402AD4A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art">
            <a:extLst>
              <a:ext uri="{FF2B5EF4-FFF2-40B4-BE49-F238E27FC236}">
                <a16:creationId xmlns:a16="http://schemas.microsoft.com/office/drawing/2014/main" id="{F75D5476-A14F-86C6-3BD0-BD1CF2D1287A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429417" y="2133600"/>
            <a:ext cx="6959686" cy="3873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7B9741F-996A-6680-7F07-3908B09971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6799" y="2288540"/>
            <a:ext cx="2585026" cy="35636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buFont typeface="+mj-lt"/>
              <a:buAutoNum type="arabicPeriod"/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74389FDA-85E2-0AC8-23C3-C90D6CA931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6908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0D5BE530-DE71-FDAF-9BC6-F2E16809577F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8E1821D8-EBB1-CCED-96B7-223C49E280C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2363141"/>
            <a:ext cx="4461337" cy="40085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1F90282E-ADF4-DDEE-3FFD-8A5FA70499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5" y="276399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item_2_title">
            <a:extLst>
              <a:ext uri="{FF2B5EF4-FFF2-40B4-BE49-F238E27FC236}">
                <a16:creationId xmlns:a16="http://schemas.microsoft.com/office/drawing/2014/main" id="{871606B1-9C51-CF34-687E-E761C93C71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06543" y="2363141"/>
            <a:ext cx="446133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0" name="item_2">
            <a:extLst>
              <a:ext uri="{FF2B5EF4-FFF2-40B4-BE49-F238E27FC236}">
                <a16:creationId xmlns:a16="http://schemas.microsoft.com/office/drawing/2014/main" id="{38523284-D8FB-29D0-E9A8-36BB4D3CF0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543" y="276399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1" name="item_3_title">
            <a:extLst>
              <a:ext uri="{FF2B5EF4-FFF2-40B4-BE49-F238E27FC236}">
                <a16:creationId xmlns:a16="http://schemas.microsoft.com/office/drawing/2014/main" id="{F86A633A-A55E-C7DE-EF27-DE02A4DBC6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365" y="4414661"/>
            <a:ext cx="446133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2" name="item_3">
            <a:extLst>
              <a:ext uri="{FF2B5EF4-FFF2-40B4-BE49-F238E27FC236}">
                <a16:creationId xmlns:a16="http://schemas.microsoft.com/office/drawing/2014/main" id="{4E9CE42C-E0EA-2D00-1061-20064552B4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365" y="481551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3" name="item_4_title">
            <a:extLst>
              <a:ext uri="{FF2B5EF4-FFF2-40B4-BE49-F238E27FC236}">
                <a16:creationId xmlns:a16="http://schemas.microsoft.com/office/drawing/2014/main" id="{EF78E14D-5B8C-51E7-7DF9-4F2F433F22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06543" y="4414661"/>
            <a:ext cx="446133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4" name="item_4">
            <a:extLst>
              <a:ext uri="{FF2B5EF4-FFF2-40B4-BE49-F238E27FC236}">
                <a16:creationId xmlns:a16="http://schemas.microsoft.com/office/drawing/2014/main" id="{C089FAB9-AF95-28FD-7F94-3DFDEA9D03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06543" y="481551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9B3965F6-B9C6-AF9E-4DD6-60DB92BEF3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1552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1E587A02-33BC-6A88-03DE-33B9293149CA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0E9B8C9D-856D-6666-E861-7679EA020C0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9417" y="2133600"/>
            <a:ext cx="9942409" cy="3873500"/>
          </a:xfrm>
        </p:spPr>
        <p:txBody>
          <a:bodyPr wrap="square" anchor="t">
            <a:noAutofit/>
          </a:bodyPr>
          <a:lstStyle>
            <a:lvl1pPr>
              <a:buFont typeface="+mj-lt"/>
              <a:buAutoNum type="arabicPeriod"/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source">
            <a:extLst>
              <a:ext uri="{FF2B5EF4-FFF2-40B4-BE49-F238E27FC236}">
                <a16:creationId xmlns:a16="http://schemas.microsoft.com/office/drawing/2014/main" id="{DC17B754-89F9-42D6-99DB-7D26B93C8F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865584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F960716F-47FA-02A1-4904-596D71D1DFF0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E7A6604A-32A2-5F18-7A76-CC35E4CCC67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9417" y="2133600"/>
            <a:ext cx="9942409" cy="387350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145804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gradFill flip="none" rotWithShape="1">
          <a:gsLst>
            <a:gs pos="0">
              <a:srgbClr val="C338A8"/>
            </a:gs>
            <a:gs pos="100000">
              <a:srgbClr val="7C319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59" y="3538727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89837486-0D63-5AD9-3E05-7359E007D71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E49675E-E66F-E22B-3468-7B022F8C51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14651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2BD191DB-3F3A-9F31-F4F5-755FB4C53FA8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450D0CA0-0F58-B5CF-08D2-FA54CF5E180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56884" y="2277063"/>
            <a:ext cx="2906242" cy="57385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3DCDAAD2-76C5-0BC5-549D-9933E532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5100" y="2277063"/>
            <a:ext cx="6679259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item_2_title">
            <a:extLst>
              <a:ext uri="{FF2B5EF4-FFF2-40B4-BE49-F238E27FC236}">
                <a16:creationId xmlns:a16="http://schemas.microsoft.com/office/drawing/2014/main" id="{0A3ECDDB-8D7F-EF01-001F-EACA7E441A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84" y="3281304"/>
            <a:ext cx="2906242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0" name="item_2">
            <a:extLst>
              <a:ext uri="{FF2B5EF4-FFF2-40B4-BE49-F238E27FC236}">
                <a16:creationId xmlns:a16="http://schemas.microsoft.com/office/drawing/2014/main" id="{965BCFCC-F92F-684B-997A-658E55D360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65100" y="3281304"/>
            <a:ext cx="6679259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1" name="item_3_title">
            <a:extLst>
              <a:ext uri="{FF2B5EF4-FFF2-40B4-BE49-F238E27FC236}">
                <a16:creationId xmlns:a16="http://schemas.microsoft.com/office/drawing/2014/main" id="{6A418E82-1603-E7AF-EF31-783F4311A9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6884" y="4285545"/>
            <a:ext cx="2906242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2" name="item_3">
            <a:extLst>
              <a:ext uri="{FF2B5EF4-FFF2-40B4-BE49-F238E27FC236}">
                <a16:creationId xmlns:a16="http://schemas.microsoft.com/office/drawing/2014/main" id="{51F54459-13F6-AE58-A97C-98816A33FF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5100" y="4285545"/>
            <a:ext cx="6679259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3" name="item_4_title">
            <a:extLst>
              <a:ext uri="{FF2B5EF4-FFF2-40B4-BE49-F238E27FC236}">
                <a16:creationId xmlns:a16="http://schemas.microsoft.com/office/drawing/2014/main" id="{DCED2561-69BC-9919-FA55-893C432E78B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6884" y="5289785"/>
            <a:ext cx="2906242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4" name="item_4">
            <a:extLst>
              <a:ext uri="{FF2B5EF4-FFF2-40B4-BE49-F238E27FC236}">
                <a16:creationId xmlns:a16="http://schemas.microsoft.com/office/drawing/2014/main" id="{78D1329E-3B14-3551-C568-EFBCDD857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5100" y="5289785"/>
            <a:ext cx="6679259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AB947EEE-29A7-BD7D-6FED-DBA1580FE2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620567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EEAF7AFE-5C9B-0196-4168-511DA7F1DFA1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0B0A821A-3BA3-5761-0625-2A25B88B729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9417" y="2133600"/>
            <a:ext cx="9942409" cy="387350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source">
            <a:extLst>
              <a:ext uri="{FF2B5EF4-FFF2-40B4-BE49-F238E27FC236}">
                <a16:creationId xmlns:a16="http://schemas.microsoft.com/office/drawing/2014/main" id="{9393ED1B-7C45-7E11-2FBF-57B909EEAE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385240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6BEC4E82-7240-B6C9-8A00-0BBA23F085FB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E09A65B8-3529-41A2-199D-2ECF50D775A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2363141"/>
            <a:ext cx="4461337" cy="40085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D86477F4-9DEC-327F-EFEF-08D3C681B9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5" y="276399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item_2_title">
            <a:extLst>
              <a:ext uri="{FF2B5EF4-FFF2-40B4-BE49-F238E27FC236}">
                <a16:creationId xmlns:a16="http://schemas.microsoft.com/office/drawing/2014/main" id="{E85096B1-EEAD-9631-4FC8-B205883DB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06543" y="2363141"/>
            <a:ext cx="446133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0" name="item_2">
            <a:extLst>
              <a:ext uri="{FF2B5EF4-FFF2-40B4-BE49-F238E27FC236}">
                <a16:creationId xmlns:a16="http://schemas.microsoft.com/office/drawing/2014/main" id="{52E86167-65B2-6D5B-6936-AFCB380DA4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543" y="276399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1" name="item_3_title">
            <a:extLst>
              <a:ext uri="{FF2B5EF4-FFF2-40B4-BE49-F238E27FC236}">
                <a16:creationId xmlns:a16="http://schemas.microsoft.com/office/drawing/2014/main" id="{C21222FC-3930-6E83-B138-6F8CE9670A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365" y="4414661"/>
            <a:ext cx="446133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2" name="item_3">
            <a:extLst>
              <a:ext uri="{FF2B5EF4-FFF2-40B4-BE49-F238E27FC236}">
                <a16:creationId xmlns:a16="http://schemas.microsoft.com/office/drawing/2014/main" id="{D90EB345-1D72-0801-F3F7-8F923A86CF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365" y="481551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3" name="item_4_title">
            <a:extLst>
              <a:ext uri="{FF2B5EF4-FFF2-40B4-BE49-F238E27FC236}">
                <a16:creationId xmlns:a16="http://schemas.microsoft.com/office/drawing/2014/main" id="{5D14E141-40A0-20A5-4B7B-E01FAD8893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06543" y="4414661"/>
            <a:ext cx="446133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4" name="item_4">
            <a:extLst>
              <a:ext uri="{FF2B5EF4-FFF2-40B4-BE49-F238E27FC236}">
                <a16:creationId xmlns:a16="http://schemas.microsoft.com/office/drawing/2014/main" id="{EF00F855-DF9F-E909-70D3-6D97D1543E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06543" y="481551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B1A294B6-882F-866A-AC58-CD111230F1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84488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F7BACF77-013C-FE26-96F5-A524086B33EA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70306900-8D98-D2A9-0A4E-DA673F650DB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792558" y="2714625"/>
            <a:ext cx="3579267" cy="2711450"/>
          </a:xfrm>
        </p:spPr>
        <p:txBody>
          <a:bodyPr wrap="square" anchor="t">
            <a:noAutofit/>
          </a:bodyPr>
          <a:lstStyle>
            <a:lvl1pPr>
              <a:buFont typeface="+mj-lt"/>
              <a:buAutoNum type="arabicPeriod"/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CC46C914-4020-C385-5E58-6EE4E91B2F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418" y="2133601"/>
            <a:ext cx="5965445" cy="24901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69C47649-C3C3-F519-F1BD-D1A71B3C4C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418" y="4623708"/>
            <a:ext cx="5965445" cy="138339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15E749EA-E189-3267-29CB-BE42447BCB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34216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B843C99B-C1D4-2C57-B4D6-13A54D96107D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CDF93D96-8692-C905-49E6-84E91F015EE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9417" y="5309870"/>
            <a:ext cx="9942409" cy="697230"/>
          </a:xfrm>
        </p:spPr>
        <p:txBody>
          <a:bodyPr wrap="square" anchor="t">
            <a:noAutofit/>
          </a:bodyPr>
          <a:lstStyle>
            <a:lvl1pPr>
              <a:buFont typeface="+mj-lt"/>
              <a:buAutoNum type="arabicPeriod"/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5CCB4E41-CFEA-A031-0516-C8A211F77A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5" y="2363141"/>
            <a:ext cx="4563311" cy="16471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8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6EBD058A-1978-5983-D39B-4FA8C0DA90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65" y="4010302"/>
            <a:ext cx="4563311" cy="91508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kpi_value_2">
            <a:extLst>
              <a:ext uri="{FF2B5EF4-FFF2-40B4-BE49-F238E27FC236}">
                <a16:creationId xmlns:a16="http://schemas.microsoft.com/office/drawing/2014/main" id="{4BD2D5F6-CA02-1BA7-F0DF-66755F3CAA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08515" y="2363142"/>
            <a:ext cx="4359364" cy="60223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1" name="kpi_label_2">
            <a:extLst>
              <a:ext uri="{FF2B5EF4-FFF2-40B4-BE49-F238E27FC236}">
                <a16:creationId xmlns:a16="http://schemas.microsoft.com/office/drawing/2014/main" id="{6A43699F-953B-5250-B9EB-D58B94D66B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08515" y="2965378"/>
            <a:ext cx="4359364" cy="3345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2" name="kpi_value_3">
            <a:extLst>
              <a:ext uri="{FF2B5EF4-FFF2-40B4-BE49-F238E27FC236}">
                <a16:creationId xmlns:a16="http://schemas.microsoft.com/office/drawing/2014/main" id="{8B35DFE9-DA31-B990-CEEB-0191805A03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08515" y="3988577"/>
            <a:ext cx="1873762" cy="60223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3" name="kpi_label_3">
            <a:extLst>
              <a:ext uri="{FF2B5EF4-FFF2-40B4-BE49-F238E27FC236}">
                <a16:creationId xmlns:a16="http://schemas.microsoft.com/office/drawing/2014/main" id="{F9E98DA8-E778-873B-5021-F7031CEE8D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08515" y="4590813"/>
            <a:ext cx="1873762" cy="3345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4" name="kpi_value_4">
            <a:extLst>
              <a:ext uri="{FF2B5EF4-FFF2-40B4-BE49-F238E27FC236}">
                <a16:creationId xmlns:a16="http://schemas.microsoft.com/office/drawing/2014/main" id="{39C9ECF6-7767-E4DF-5730-2866B0D48B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94117" y="3988577"/>
            <a:ext cx="1873762" cy="60223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5" name="kpi_label_4">
            <a:extLst>
              <a:ext uri="{FF2B5EF4-FFF2-40B4-BE49-F238E27FC236}">
                <a16:creationId xmlns:a16="http://schemas.microsoft.com/office/drawing/2014/main" id="{4C90654E-E94F-E070-37C5-BD057EB9A6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94117" y="4590813"/>
            <a:ext cx="1873762" cy="33457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ADF5BFFE-E6DC-2C04-2DA1-8D162EE461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625213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616C9183-74B7-9913-2EE6-59D1D0AEC5F2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8FB6FBD4-D91F-8007-9897-46D20B1DB98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9417" y="5309870"/>
            <a:ext cx="9942409" cy="697230"/>
          </a:xfrm>
        </p:spPr>
        <p:txBody>
          <a:bodyPr wrap="square" anchor="t">
            <a:noAutofit/>
          </a:bodyPr>
          <a:lstStyle>
            <a:lvl1pPr>
              <a:buFont typeface="+mj-lt"/>
              <a:buAutoNum type="arabicPeriod"/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A353090B-68C2-1E4A-8AE5-A29AE275F9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5" y="2363142"/>
            <a:ext cx="4461337" cy="12464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B92F9B6A-3732-A88E-7603-3179337B72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65" y="3609640"/>
            <a:ext cx="4461337" cy="6925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kpi_value_2">
            <a:extLst>
              <a:ext uri="{FF2B5EF4-FFF2-40B4-BE49-F238E27FC236}">
                <a16:creationId xmlns:a16="http://schemas.microsoft.com/office/drawing/2014/main" id="{A2207E36-CDFD-EEA9-3F2D-DFE4C8180D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543" y="2363142"/>
            <a:ext cx="4461337" cy="12464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1" name="kpi_label_2">
            <a:extLst>
              <a:ext uri="{FF2B5EF4-FFF2-40B4-BE49-F238E27FC236}">
                <a16:creationId xmlns:a16="http://schemas.microsoft.com/office/drawing/2014/main" id="{E4A632F2-E16D-AC0B-3CBB-762FBA128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06543" y="3609640"/>
            <a:ext cx="4461337" cy="6925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24A28670-1E48-81EC-801B-B0E9648087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827296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80283EEC-4230-25BC-0633-D59F270D4784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A5D9F337-6BF6-E8A3-8774-2FF466FC45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9417" y="5309870"/>
            <a:ext cx="9942409" cy="697230"/>
          </a:xfrm>
        </p:spPr>
        <p:txBody>
          <a:bodyPr wrap="square" anchor="t">
            <a:noAutofit/>
          </a:bodyPr>
          <a:lstStyle>
            <a:lvl1pPr>
              <a:buFont typeface="+mj-lt"/>
              <a:buAutoNum type="arabicPeriod"/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AFDC966F-3084-AA3B-AD05-2EE28B4FF3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6884" y="2277064"/>
            <a:ext cx="2518744" cy="36080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BAAA8B0B-6C69-B0F7-FFA6-51578AD51A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77601" y="2277063"/>
            <a:ext cx="7066758" cy="26726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kpi_value_2">
            <a:extLst>
              <a:ext uri="{FF2B5EF4-FFF2-40B4-BE49-F238E27FC236}">
                <a16:creationId xmlns:a16="http://schemas.microsoft.com/office/drawing/2014/main" id="{F9EA0A34-AA06-6D6C-A134-3125E0B805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6884" y="3068262"/>
            <a:ext cx="2518744" cy="36080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1" name="kpi_label_2">
            <a:extLst>
              <a:ext uri="{FF2B5EF4-FFF2-40B4-BE49-F238E27FC236}">
                <a16:creationId xmlns:a16="http://schemas.microsoft.com/office/drawing/2014/main" id="{D6345969-95E9-5443-6F9F-D411222659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7601" y="3068261"/>
            <a:ext cx="7066758" cy="26726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2" name="kpi_value_3">
            <a:extLst>
              <a:ext uri="{FF2B5EF4-FFF2-40B4-BE49-F238E27FC236}">
                <a16:creationId xmlns:a16="http://schemas.microsoft.com/office/drawing/2014/main" id="{D20BDDC6-B8C4-36A3-7AA9-77C72C0701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6884" y="3859460"/>
            <a:ext cx="2518744" cy="36080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3" name="kpi_label_3">
            <a:extLst>
              <a:ext uri="{FF2B5EF4-FFF2-40B4-BE49-F238E27FC236}">
                <a16:creationId xmlns:a16="http://schemas.microsoft.com/office/drawing/2014/main" id="{D48A5D57-2274-7154-C197-DD22CDCC51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77601" y="3859459"/>
            <a:ext cx="7066758" cy="26726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4" name="kpi_value_4">
            <a:extLst>
              <a:ext uri="{FF2B5EF4-FFF2-40B4-BE49-F238E27FC236}">
                <a16:creationId xmlns:a16="http://schemas.microsoft.com/office/drawing/2014/main" id="{AED35CF0-B1DF-1F29-C056-AB84B35EC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6884" y="4650659"/>
            <a:ext cx="2518744" cy="36080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5" name="kpi_label_4">
            <a:extLst>
              <a:ext uri="{FF2B5EF4-FFF2-40B4-BE49-F238E27FC236}">
                <a16:creationId xmlns:a16="http://schemas.microsoft.com/office/drawing/2014/main" id="{378189A8-387B-D8C1-B595-CA1C5F354E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77601" y="4650658"/>
            <a:ext cx="7066758" cy="26726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2ACB0C56-64E6-38B1-5C3A-B4986ADE3A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236583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960308E4-C8BC-4881-CF1E-9974661F1CFA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arker_1">
            <a:extLst>
              <a:ext uri="{FF2B5EF4-FFF2-40B4-BE49-F238E27FC236}">
                <a16:creationId xmlns:a16="http://schemas.microsoft.com/office/drawing/2014/main" id="{CFDE3F9E-81D1-52AB-330D-B2CF1F07102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2363142"/>
            <a:ext cx="560854" cy="631237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06FF17E2-B2DE-5753-3182-DA20E9BBE0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6192" y="2363141"/>
            <a:ext cx="887168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9EE1F1F6-77B8-A31D-8D33-26458429FE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6192" y="2763993"/>
            <a:ext cx="887168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9614D702-3E36-F2F2-A1A4-4D4475C570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364" y="4414662"/>
            <a:ext cx="560854" cy="631237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_title">
            <a:extLst>
              <a:ext uri="{FF2B5EF4-FFF2-40B4-BE49-F238E27FC236}">
                <a16:creationId xmlns:a16="http://schemas.microsoft.com/office/drawing/2014/main" id="{18AEFA72-7210-5DD0-4E11-2D56CA97E7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6192" y="4414661"/>
            <a:ext cx="887168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2" name="item_2">
            <a:extLst>
              <a:ext uri="{FF2B5EF4-FFF2-40B4-BE49-F238E27FC236}">
                <a16:creationId xmlns:a16="http://schemas.microsoft.com/office/drawing/2014/main" id="{DAD37C78-1001-663F-CE20-CCADC24A6B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96192" y="4815513"/>
            <a:ext cx="887168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77D8D81A-1FAB-EBED-33C1-A637546316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5349316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E1CF9DAB-EF72-A69A-E2A4-9787242B0C0B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B54486B9-2DB9-44F2-5735-2C5DF751EF1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2363141"/>
            <a:ext cx="4461337" cy="40085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6F39F5F3-7467-9348-6D9F-C27423AA00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5" y="276399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item_2_title">
            <a:extLst>
              <a:ext uri="{FF2B5EF4-FFF2-40B4-BE49-F238E27FC236}">
                <a16:creationId xmlns:a16="http://schemas.microsoft.com/office/drawing/2014/main" id="{18C572A8-C157-7ACE-9CF6-48F417F369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06543" y="2363141"/>
            <a:ext cx="446133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0" name="item_2">
            <a:extLst>
              <a:ext uri="{FF2B5EF4-FFF2-40B4-BE49-F238E27FC236}">
                <a16:creationId xmlns:a16="http://schemas.microsoft.com/office/drawing/2014/main" id="{C4B7D1C6-AFCB-A442-94FB-34D765653B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6543" y="276399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1" name="item_3_title">
            <a:extLst>
              <a:ext uri="{FF2B5EF4-FFF2-40B4-BE49-F238E27FC236}">
                <a16:creationId xmlns:a16="http://schemas.microsoft.com/office/drawing/2014/main" id="{8DDF38BE-F4F1-0D99-457F-8E5B79B924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365" y="4414661"/>
            <a:ext cx="446133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2" name="item_3">
            <a:extLst>
              <a:ext uri="{FF2B5EF4-FFF2-40B4-BE49-F238E27FC236}">
                <a16:creationId xmlns:a16="http://schemas.microsoft.com/office/drawing/2014/main" id="{A86002A4-7A83-7796-A68B-FF440B612E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365" y="481551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3" name="item_4_title">
            <a:extLst>
              <a:ext uri="{FF2B5EF4-FFF2-40B4-BE49-F238E27FC236}">
                <a16:creationId xmlns:a16="http://schemas.microsoft.com/office/drawing/2014/main" id="{4C90217C-5991-0390-B338-BD3410E2A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06543" y="4414661"/>
            <a:ext cx="446133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4" name="item_4">
            <a:extLst>
              <a:ext uri="{FF2B5EF4-FFF2-40B4-BE49-F238E27FC236}">
                <a16:creationId xmlns:a16="http://schemas.microsoft.com/office/drawing/2014/main" id="{E679CDE9-AA6F-1702-F920-669B4F04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06543" y="4815513"/>
            <a:ext cx="446133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63EF7E26-2560-B8DE-23FC-D2FA139A8A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2062542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95ADB695-38C9-9CF8-8222-658E886C08C3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D6F763DD-E9E3-994E-78E2-258BBB0EAF5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9417" y="2541337"/>
            <a:ext cx="2332642" cy="101934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07C53B0E-93C6-C069-DF5D-3563F99915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417" y="3560680"/>
            <a:ext cx="2332642" cy="24464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item_2_title">
            <a:extLst>
              <a:ext uri="{FF2B5EF4-FFF2-40B4-BE49-F238E27FC236}">
                <a16:creationId xmlns:a16="http://schemas.microsoft.com/office/drawing/2014/main" id="{F3176238-42AF-57B6-D4D1-450590EBB6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66006" y="2541337"/>
            <a:ext cx="2332642" cy="101934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0" name="item_2">
            <a:extLst>
              <a:ext uri="{FF2B5EF4-FFF2-40B4-BE49-F238E27FC236}">
                <a16:creationId xmlns:a16="http://schemas.microsoft.com/office/drawing/2014/main" id="{A73E63B3-E210-9CE8-842B-C1A00F19C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66006" y="3560680"/>
            <a:ext cx="2332642" cy="24464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1" name="item_3_title">
            <a:extLst>
              <a:ext uri="{FF2B5EF4-FFF2-40B4-BE49-F238E27FC236}">
                <a16:creationId xmlns:a16="http://schemas.microsoft.com/office/drawing/2014/main" id="{E96FFE86-2F85-6D61-F097-9F02CEEAB6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2595" y="2541337"/>
            <a:ext cx="2332642" cy="101934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2" name="item_3">
            <a:extLst>
              <a:ext uri="{FF2B5EF4-FFF2-40B4-BE49-F238E27FC236}">
                <a16:creationId xmlns:a16="http://schemas.microsoft.com/office/drawing/2014/main" id="{E8A511B6-A8C5-EBA7-926B-369CCC25F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2595" y="3560680"/>
            <a:ext cx="2332642" cy="24464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3" name="item_4_title">
            <a:extLst>
              <a:ext uri="{FF2B5EF4-FFF2-40B4-BE49-F238E27FC236}">
                <a16:creationId xmlns:a16="http://schemas.microsoft.com/office/drawing/2014/main" id="{3C3C3938-B135-B543-3D86-B4B578FA4C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39184" y="2541337"/>
            <a:ext cx="2332642" cy="101934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4" name="item_4">
            <a:extLst>
              <a:ext uri="{FF2B5EF4-FFF2-40B4-BE49-F238E27FC236}">
                <a16:creationId xmlns:a16="http://schemas.microsoft.com/office/drawing/2014/main" id="{497EEFED-DE91-29DD-4D58-24900C6BB6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39184" y="3560680"/>
            <a:ext cx="2332642" cy="244642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FC4FA36F-A7DA-EA9F-F76A-F6AD8E1A2E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4969949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201C199B-894C-2CAD-DF82-1C191956798F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F0EB263D-5DAE-FED8-822B-6304F46418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2363142"/>
            <a:ext cx="4762159" cy="2116939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A90761BB-77DC-9C10-ED88-AAF06209A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5" y="4548369"/>
            <a:ext cx="4762159" cy="12291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D854046E-5095-97F3-B573-396F180E72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65" y="2363141"/>
            <a:ext cx="4762159" cy="26632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8242ADE8-50A4-3D29-C162-F28CD7D001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365" y="5094675"/>
            <a:ext cx="4762159" cy="68288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item_1_title">
            <a:extLst>
              <a:ext uri="{FF2B5EF4-FFF2-40B4-BE49-F238E27FC236}">
                <a16:creationId xmlns:a16="http://schemas.microsoft.com/office/drawing/2014/main" id="{EDEFB3C6-8893-A486-B210-DFE126C1F6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97166" y="2133601"/>
            <a:ext cx="4374660" cy="113926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2" name="item_1">
            <a:extLst>
              <a:ext uri="{FF2B5EF4-FFF2-40B4-BE49-F238E27FC236}">
                <a16:creationId xmlns:a16="http://schemas.microsoft.com/office/drawing/2014/main" id="{3EE32FC9-D57F-885F-BBD1-3EC31A14B3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7166" y="3272866"/>
            <a:ext cx="4374660" cy="273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39249AA3-8C64-0803-0962-BD38A87131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86327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B6722A5E-3CAE-595F-AF38-0A8C3A7DD688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item_1_title">
            <a:extLst>
              <a:ext uri="{FF2B5EF4-FFF2-40B4-BE49-F238E27FC236}">
                <a16:creationId xmlns:a16="http://schemas.microsoft.com/office/drawing/2014/main" id="{98135D5A-5B74-32EF-3840-3815C1D62B3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2363142"/>
            <a:ext cx="2770278" cy="1004241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4AEABFAB-28E5-2DBC-C640-EE5A57835C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4" y="3367382"/>
            <a:ext cx="2770278" cy="2410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item_2_title">
            <a:extLst>
              <a:ext uri="{FF2B5EF4-FFF2-40B4-BE49-F238E27FC236}">
                <a16:creationId xmlns:a16="http://schemas.microsoft.com/office/drawing/2014/main" id="{64EF321C-F572-65C3-2FE0-00BE1D2223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15482" y="2363142"/>
            <a:ext cx="2770278" cy="10042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0" name="item_2">
            <a:extLst>
              <a:ext uri="{FF2B5EF4-FFF2-40B4-BE49-F238E27FC236}">
                <a16:creationId xmlns:a16="http://schemas.microsoft.com/office/drawing/2014/main" id="{78881549-2F06-FDAC-B6A9-2D8BA12043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15482" y="3367382"/>
            <a:ext cx="2770278" cy="2410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1" name="item_3_title">
            <a:extLst>
              <a:ext uri="{FF2B5EF4-FFF2-40B4-BE49-F238E27FC236}">
                <a16:creationId xmlns:a16="http://schemas.microsoft.com/office/drawing/2014/main" id="{415BFFCC-7C57-B154-0C67-3C99CDFD8F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7600" y="2363142"/>
            <a:ext cx="2770278" cy="10042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2" name="item_3">
            <a:extLst>
              <a:ext uri="{FF2B5EF4-FFF2-40B4-BE49-F238E27FC236}">
                <a16:creationId xmlns:a16="http://schemas.microsoft.com/office/drawing/2014/main" id="{05671233-FF18-055A-C6F8-23D48C40A6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97600" y="3367382"/>
            <a:ext cx="2770278" cy="241017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531A5899-9C47-0661-7354-EFA3FAA229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617957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F97F6525-9647-EDCF-46F2-975EB38B2432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arker_1">
            <a:extLst>
              <a:ext uri="{FF2B5EF4-FFF2-40B4-BE49-F238E27FC236}">
                <a16:creationId xmlns:a16="http://schemas.microsoft.com/office/drawing/2014/main" id="{91AA84AE-D95A-5013-A3B5-569135E9037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2363142"/>
            <a:ext cx="560854" cy="631237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14A400B3-14D2-3F58-FEE4-6EDB17197B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6192" y="2363141"/>
            <a:ext cx="887168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6C4BC6B8-CF18-C705-929D-BB59C7441A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6192" y="2763993"/>
            <a:ext cx="887168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101CABED-42A4-472F-7EEE-A8A80D5B45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364" y="4414662"/>
            <a:ext cx="560854" cy="631237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_title">
            <a:extLst>
              <a:ext uri="{FF2B5EF4-FFF2-40B4-BE49-F238E27FC236}">
                <a16:creationId xmlns:a16="http://schemas.microsoft.com/office/drawing/2014/main" id="{9219EF08-5301-854C-F038-37AD8BDD7B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6192" y="4414661"/>
            <a:ext cx="8871687" cy="400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2" name="item_2">
            <a:extLst>
              <a:ext uri="{FF2B5EF4-FFF2-40B4-BE49-F238E27FC236}">
                <a16:creationId xmlns:a16="http://schemas.microsoft.com/office/drawing/2014/main" id="{D38F28B1-446B-D624-FFB6-9F32FD1B48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96192" y="4815513"/>
            <a:ext cx="8871687" cy="9620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036E67AB-2129-1031-686D-CDDCFA569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083182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160D6CA0-8A11-744B-6D65-0FA720FE4DCC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pi_value_1">
            <a:extLst>
              <a:ext uri="{FF2B5EF4-FFF2-40B4-BE49-F238E27FC236}">
                <a16:creationId xmlns:a16="http://schemas.microsoft.com/office/drawing/2014/main" id="{EE04D7E6-DC13-A914-3273-B30E5C09FDB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2363142"/>
            <a:ext cx="4762159" cy="2116939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8" name="kpi_label_1">
            <a:extLst>
              <a:ext uri="{FF2B5EF4-FFF2-40B4-BE49-F238E27FC236}">
                <a16:creationId xmlns:a16="http://schemas.microsoft.com/office/drawing/2014/main" id="{77AA8F11-442B-0FA9-9145-E165478691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365" y="4548369"/>
            <a:ext cx="4762159" cy="122919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25B44273-D5A7-D2B6-E0D1-46A0686DBB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65" y="2363141"/>
            <a:ext cx="4762159" cy="266324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EF93B78A-6482-C11E-2A44-677D7FE55A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365" y="5094675"/>
            <a:ext cx="4762159" cy="68288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item_1_title">
            <a:extLst>
              <a:ext uri="{FF2B5EF4-FFF2-40B4-BE49-F238E27FC236}">
                <a16:creationId xmlns:a16="http://schemas.microsoft.com/office/drawing/2014/main" id="{394B5F2D-4732-E653-CBD9-55262D841B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97166" y="2133601"/>
            <a:ext cx="4374660" cy="113926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2" name="item_1">
            <a:extLst>
              <a:ext uri="{FF2B5EF4-FFF2-40B4-BE49-F238E27FC236}">
                <a16:creationId xmlns:a16="http://schemas.microsoft.com/office/drawing/2014/main" id="{96729121-ECC3-6EA8-E3C4-E8FF5BC2D0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7166" y="3272866"/>
            <a:ext cx="4374660" cy="273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1DB8BE2F-36EF-CBC2-AA9C-6D1A33EFFE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729976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7D84C9CE-BA43-E193-9B31-5F92FD2631C8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arker_1">
            <a:extLst>
              <a:ext uri="{FF2B5EF4-FFF2-40B4-BE49-F238E27FC236}">
                <a16:creationId xmlns:a16="http://schemas.microsoft.com/office/drawing/2014/main" id="{2E075DE6-DB4B-1801-C484-358EEF44858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56884" y="2277064"/>
            <a:ext cx="560854" cy="631237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8" name="item_1">
            <a:extLst>
              <a:ext uri="{FF2B5EF4-FFF2-40B4-BE49-F238E27FC236}">
                <a16:creationId xmlns:a16="http://schemas.microsoft.com/office/drawing/2014/main" id="{FC15B0EF-D349-56FA-5FB2-9C9C8921F8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711" y="2277063"/>
            <a:ext cx="9024648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9" name="marker_2">
            <a:extLst>
              <a:ext uri="{FF2B5EF4-FFF2-40B4-BE49-F238E27FC236}">
                <a16:creationId xmlns:a16="http://schemas.microsoft.com/office/drawing/2014/main" id="{74F8013B-3E79-2E5C-6DA3-5F4066DE99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84" y="3281305"/>
            <a:ext cx="560854" cy="631237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0" name="item_2">
            <a:extLst>
              <a:ext uri="{FF2B5EF4-FFF2-40B4-BE49-F238E27FC236}">
                <a16:creationId xmlns:a16="http://schemas.microsoft.com/office/drawing/2014/main" id="{3ED788D3-0CD1-EFD2-1EC8-31A01F0BDC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711" y="3281304"/>
            <a:ext cx="9024648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1" name="marker_3">
            <a:extLst>
              <a:ext uri="{FF2B5EF4-FFF2-40B4-BE49-F238E27FC236}">
                <a16:creationId xmlns:a16="http://schemas.microsoft.com/office/drawing/2014/main" id="{7D4B0269-3D9C-8770-D784-3ED576DCCA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6884" y="4285546"/>
            <a:ext cx="560854" cy="631237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2" name="item_3">
            <a:extLst>
              <a:ext uri="{FF2B5EF4-FFF2-40B4-BE49-F238E27FC236}">
                <a16:creationId xmlns:a16="http://schemas.microsoft.com/office/drawing/2014/main" id="{D4C9FC3F-4621-8113-98F4-B50B0FE600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19711" y="4285545"/>
            <a:ext cx="9024648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3" name="marker_4">
            <a:extLst>
              <a:ext uri="{FF2B5EF4-FFF2-40B4-BE49-F238E27FC236}">
                <a16:creationId xmlns:a16="http://schemas.microsoft.com/office/drawing/2014/main" id="{559EC58F-2F2E-BCF3-EB54-2F0EEA9EB1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6884" y="5289786"/>
            <a:ext cx="560854" cy="631237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4" name="item_4">
            <a:extLst>
              <a:ext uri="{FF2B5EF4-FFF2-40B4-BE49-F238E27FC236}">
                <a16:creationId xmlns:a16="http://schemas.microsoft.com/office/drawing/2014/main" id="{E0D6B453-AB44-D93E-9F4C-1816B72E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711" y="5289785"/>
            <a:ext cx="9024648" cy="57385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B0328559-B639-99FF-1BE0-95CFA3E721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0894041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low">
            <a:extLst>
              <a:ext uri="{FF2B5EF4-FFF2-40B4-BE49-F238E27FC236}">
                <a16:creationId xmlns:a16="http://schemas.microsoft.com/office/drawing/2014/main" id="{8FB6128A-0AB1-27E4-12D1-194FEF1D43F9}"/>
              </a:ext>
            </a:extLst>
          </p:cNvPr>
          <p:cNvSpPr/>
          <p:nvPr userDrawn="1"/>
        </p:nvSpPr>
        <p:spPr>
          <a:xfrm>
            <a:off x="7620000" y="3175000"/>
            <a:ext cx="7112000" cy="5842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8000"/>
                </a:schemeClr>
              </a:gs>
              <a:gs pos="100000">
                <a:schemeClr val="accent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762000"/>
            <a:ext cx="8380309" cy="122770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ecisions_title">
            <a:extLst>
              <a:ext uri="{FF2B5EF4-FFF2-40B4-BE49-F238E27FC236}">
                <a16:creationId xmlns:a16="http://schemas.microsoft.com/office/drawing/2014/main" id="{591AF2AC-5995-D674-353F-E19C1FC1F12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364" y="4919651"/>
            <a:ext cx="2177132" cy="857908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8" name="decisions">
            <a:extLst>
              <a:ext uri="{FF2B5EF4-FFF2-40B4-BE49-F238E27FC236}">
                <a16:creationId xmlns:a16="http://schemas.microsoft.com/office/drawing/2014/main" id="{F56939D1-E680-B7FB-DD69-BE2B9BFFE9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14" y="4919651"/>
            <a:ext cx="6850064" cy="85790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buFont typeface="+mj-lt"/>
              <a:buAutoNum type="arabicPeriod"/>
              <a:defRPr sz="18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AA81259B-F16F-A974-F6EF-F6C70F9FE0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64" y="2363142"/>
            <a:ext cx="2770278" cy="5485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A5CDD119-C2D8-83E2-AA9D-A426A04E35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364" y="2911676"/>
            <a:ext cx="2770278" cy="131648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item_2_title">
            <a:extLst>
              <a:ext uri="{FF2B5EF4-FFF2-40B4-BE49-F238E27FC236}">
                <a16:creationId xmlns:a16="http://schemas.microsoft.com/office/drawing/2014/main" id="{5F9A7690-A326-B0F2-071B-97375F8065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15482" y="2363142"/>
            <a:ext cx="2770278" cy="5485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2" name="item_2">
            <a:extLst>
              <a:ext uri="{FF2B5EF4-FFF2-40B4-BE49-F238E27FC236}">
                <a16:creationId xmlns:a16="http://schemas.microsoft.com/office/drawing/2014/main" id="{6DD0E7EA-F364-E63C-A15E-FAFA0C4A2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15482" y="2911676"/>
            <a:ext cx="2770278" cy="131648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3" name="item_3_title">
            <a:extLst>
              <a:ext uri="{FF2B5EF4-FFF2-40B4-BE49-F238E27FC236}">
                <a16:creationId xmlns:a16="http://schemas.microsoft.com/office/drawing/2014/main" id="{9927E948-CE06-5EF0-7817-150272A417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97600" y="2363142"/>
            <a:ext cx="2770278" cy="5485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4" name="item_3">
            <a:extLst>
              <a:ext uri="{FF2B5EF4-FFF2-40B4-BE49-F238E27FC236}">
                <a16:creationId xmlns:a16="http://schemas.microsoft.com/office/drawing/2014/main" id="{8B3D5701-C9E8-7389-CE58-9EC0F64350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7600" y="2911676"/>
            <a:ext cx="2770278" cy="1316484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442EE688-5FA8-0E30-93FC-98FB659A49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417" y="613410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94700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4563B43-CD3D-4346-947D-64165950A7C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91F7126-2246-49A0-8047-430012F91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53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714" r:id="rId27"/>
    <p:sldLayoutId id="2147483715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Segoe UI Semibold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Segoe UI</vt:lpstr>
      <vt:lpstr>Segoe UI Semibold</vt:lpstr>
      <vt:lpstr>Film Burn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2026-10-03T16:19:53Z</dcterms:created>
  <dcterms:modified xsi:type="dcterms:W3CDTF">2026-10-03T16:20:18Z</dcterms:modified>
</cp:coreProperties>
</file>