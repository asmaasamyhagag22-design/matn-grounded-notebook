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Sz cx="12192000" cy="6858000"/>
  <p:notesSz cx="6858000" cy="9144000"/>
  <p:defaultTextStyle>
    <a:defPPr lvl="0">
      <a:defRPr lang="en-US"/>
    </a:defPPr>
    <a:lvl1pPr marL="0" lvl="1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lvl="2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lvl="3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lvl="4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viewProps" Target="viewProps.xml"/><Relationship Id="rId2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5" Type="http://schemas.openxmlformats.org/officeDocument/2006/relationships/tableStyles" Target="tableStyles.xml"/><Relationship Id="rId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matn:title: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85000"/>
                  <a:lumOff val="1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  <a:lumOff val="1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40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B7F381-F10E-4587-B886-8036B7268BA3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D4D1C8-8C5D-4FFA-950C-FD08A0718FA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33912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executive_summary: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B7F381-F10E-4587-B886-8036B7268BA3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D4D1C8-8C5D-4FFA-950C-FD08A0718FA9}" type="slidenum">
              <a:rPr lang="en-US" smtClean="0"/>
              <a:t>‹#›</a:t>
            </a:fld>
            <a:endParaRPr lang="en-US"/>
          </a:p>
        </p:txBody>
      </p:sp>
      <p:sp>
        <p:nvSpPr>
          <p:cNvPr id="6" name="item_1_title">
            <a:extLst>
              <a:ext uri="{FF2B5EF4-FFF2-40B4-BE49-F238E27FC236}">
                <a16:creationId xmlns:a16="http://schemas.microsoft.com/office/drawing/2014/main" id="{A7606C95-1DAA-814C-F71B-A10FF6BE4A76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787548" y="2288329"/>
            <a:ext cx="2512872" cy="510959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7" name="item_1">
            <a:extLst>
              <a:ext uri="{FF2B5EF4-FFF2-40B4-BE49-F238E27FC236}">
                <a16:creationId xmlns:a16="http://schemas.microsoft.com/office/drawing/2014/main" id="{C983904D-4C83-BF98-2389-E4640EED472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88592" y="2288330"/>
            <a:ext cx="5775197" cy="510959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8" name="item_2_title">
            <a:extLst>
              <a:ext uri="{FF2B5EF4-FFF2-40B4-BE49-F238E27FC236}">
                <a16:creationId xmlns:a16="http://schemas.microsoft.com/office/drawing/2014/main" id="{766FF3D8-7AD1-4B23-159F-1A857F68B71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87548" y="3182508"/>
            <a:ext cx="2512872" cy="510959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9" name="item_2">
            <a:extLst>
              <a:ext uri="{FF2B5EF4-FFF2-40B4-BE49-F238E27FC236}">
                <a16:creationId xmlns:a16="http://schemas.microsoft.com/office/drawing/2014/main" id="{DF670475-66DE-C4B2-B0E9-6231FBC461F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388592" y="3182508"/>
            <a:ext cx="5775197" cy="510959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0" name="item_3_title">
            <a:extLst>
              <a:ext uri="{FF2B5EF4-FFF2-40B4-BE49-F238E27FC236}">
                <a16:creationId xmlns:a16="http://schemas.microsoft.com/office/drawing/2014/main" id="{08727338-C9C6-F3C7-0A96-DF8D521A1E5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87548" y="4076686"/>
            <a:ext cx="2512872" cy="510959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1" name="item_3">
            <a:extLst>
              <a:ext uri="{FF2B5EF4-FFF2-40B4-BE49-F238E27FC236}">
                <a16:creationId xmlns:a16="http://schemas.microsoft.com/office/drawing/2014/main" id="{E2850BE1-98D0-5448-5952-0AEF28A8A74B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388592" y="4076686"/>
            <a:ext cx="5775197" cy="510959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2" name="item_4_title">
            <a:extLst>
              <a:ext uri="{FF2B5EF4-FFF2-40B4-BE49-F238E27FC236}">
                <a16:creationId xmlns:a16="http://schemas.microsoft.com/office/drawing/2014/main" id="{807586DF-7BC3-F188-22C7-66F8C7055BA4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787548" y="4970864"/>
            <a:ext cx="2512872" cy="510959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item_4_title</a:t>
            </a:r>
          </a:p>
        </p:txBody>
      </p:sp>
      <p:sp>
        <p:nvSpPr>
          <p:cNvPr id="13" name="item_4">
            <a:extLst>
              <a:ext uri="{FF2B5EF4-FFF2-40B4-BE49-F238E27FC236}">
                <a16:creationId xmlns:a16="http://schemas.microsoft.com/office/drawing/2014/main" id="{390BA500-B99E-4B5D-5AEC-EED99136C4D3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388592" y="4970864"/>
            <a:ext cx="5775197" cy="510959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item_4</a:t>
            </a:r>
          </a:p>
        </p:txBody>
      </p:sp>
      <p:sp>
        <p:nvSpPr>
          <p:cNvPr id="14" name="source">
            <a:extLst>
              <a:ext uri="{FF2B5EF4-FFF2-40B4-BE49-F238E27FC236}">
                <a16:creationId xmlns:a16="http://schemas.microsoft.com/office/drawing/2014/main" id="{E26020ED-BDCC-7B61-23D0-39964F443A33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77334" y="5736562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2939007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kpi:big-numb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B7F381-F10E-4587-B886-8036B7268BA3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D4D1C8-8C5D-4FFA-950C-FD08A0718FA9}" type="slidenum">
              <a:rPr lang="en-US" smtClean="0"/>
              <a:t>‹#›</a:t>
            </a:fld>
            <a:endParaRPr lang="en-US"/>
          </a:p>
        </p:txBody>
      </p:sp>
      <p:sp>
        <p:nvSpPr>
          <p:cNvPr id="6" name="body">
            <a:extLst>
              <a:ext uri="{FF2B5EF4-FFF2-40B4-BE49-F238E27FC236}">
                <a16:creationId xmlns:a16="http://schemas.microsoft.com/office/drawing/2014/main" id="{3E2A8ED6-E850-0065-8C6E-7F87F5C300B9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677334" y="4919767"/>
            <a:ext cx="8596668" cy="689795"/>
          </a:xfrm>
        </p:spPr>
        <p:txBody>
          <a:bodyPr wrap="square" anchor="t"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7" name="kpi_value_1">
            <a:extLst>
              <a:ext uri="{FF2B5EF4-FFF2-40B4-BE49-F238E27FC236}">
                <a16:creationId xmlns:a16="http://schemas.microsoft.com/office/drawing/2014/main" id="{D8D1CCE9-7479-07B1-6861-0F2A7777D42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31634" y="2339424"/>
            <a:ext cx="3901565" cy="1455138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kpi_value_1</a:t>
            </a:r>
          </a:p>
        </p:txBody>
      </p:sp>
      <p:sp>
        <p:nvSpPr>
          <p:cNvPr id="8" name="kpi_label_1">
            <a:extLst>
              <a:ext uri="{FF2B5EF4-FFF2-40B4-BE49-F238E27FC236}">
                <a16:creationId xmlns:a16="http://schemas.microsoft.com/office/drawing/2014/main" id="{4D788DEA-F146-EC39-0304-D13326F44CC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31634" y="3794563"/>
            <a:ext cx="3901565" cy="80841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kpi_label_1</a:t>
            </a:r>
          </a:p>
        </p:txBody>
      </p:sp>
      <p:sp>
        <p:nvSpPr>
          <p:cNvPr id="9" name="kpi_value_2">
            <a:extLst>
              <a:ext uri="{FF2B5EF4-FFF2-40B4-BE49-F238E27FC236}">
                <a16:creationId xmlns:a16="http://schemas.microsoft.com/office/drawing/2014/main" id="{CAF84662-67F6-D06A-7AC0-6B0AAD21317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218139" y="2339424"/>
            <a:ext cx="3901565" cy="1455138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kpi_value_2</a:t>
            </a:r>
          </a:p>
        </p:txBody>
      </p:sp>
      <p:sp>
        <p:nvSpPr>
          <p:cNvPr id="10" name="kpi_label_2">
            <a:extLst>
              <a:ext uri="{FF2B5EF4-FFF2-40B4-BE49-F238E27FC236}">
                <a16:creationId xmlns:a16="http://schemas.microsoft.com/office/drawing/2014/main" id="{FE660A28-29E4-C7C8-36EB-FB7E35BC59B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218139" y="3794563"/>
            <a:ext cx="3901565" cy="80841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kpi_label_2</a:t>
            </a:r>
          </a:p>
        </p:txBody>
      </p:sp>
      <p:sp>
        <p:nvSpPr>
          <p:cNvPr id="11" name="source">
            <a:extLst>
              <a:ext uri="{FF2B5EF4-FFF2-40B4-BE49-F238E27FC236}">
                <a16:creationId xmlns:a16="http://schemas.microsoft.com/office/drawing/2014/main" id="{4B4D03DD-E3DA-B2CD-13A4-4397A935E045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77334" y="5736562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324361674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kpi:card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B7F381-F10E-4587-B886-8036B7268BA3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D4D1C8-8C5D-4FFA-950C-FD08A0718FA9}" type="slidenum">
              <a:rPr lang="en-US" smtClean="0"/>
              <a:t>‹#›</a:t>
            </a:fld>
            <a:endParaRPr lang="en-US"/>
          </a:p>
        </p:txBody>
      </p:sp>
      <p:sp>
        <p:nvSpPr>
          <p:cNvPr id="6" name="body">
            <a:extLst>
              <a:ext uri="{FF2B5EF4-FFF2-40B4-BE49-F238E27FC236}">
                <a16:creationId xmlns:a16="http://schemas.microsoft.com/office/drawing/2014/main" id="{C6363E06-25CF-EC18-E079-8335B8820181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677334" y="4919767"/>
            <a:ext cx="8596668" cy="689795"/>
          </a:xfrm>
        </p:spPr>
        <p:txBody>
          <a:bodyPr wrap="square" anchor="t"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7" name="kpi_value_1">
            <a:extLst>
              <a:ext uri="{FF2B5EF4-FFF2-40B4-BE49-F238E27FC236}">
                <a16:creationId xmlns:a16="http://schemas.microsoft.com/office/drawing/2014/main" id="{B56C5BD2-DDB9-5C64-5840-CCD60A89DDC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31633" y="2339424"/>
            <a:ext cx="1708312" cy="1455138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kpi_value_1</a:t>
            </a:r>
          </a:p>
        </p:txBody>
      </p:sp>
      <p:sp>
        <p:nvSpPr>
          <p:cNvPr id="8" name="kpi_label_1">
            <a:extLst>
              <a:ext uri="{FF2B5EF4-FFF2-40B4-BE49-F238E27FC236}">
                <a16:creationId xmlns:a16="http://schemas.microsoft.com/office/drawing/2014/main" id="{1ED65C79-F072-AD8A-5B1F-BCACE5DFEFC5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31633" y="3794563"/>
            <a:ext cx="1708312" cy="80841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kpi_label_1</a:t>
            </a:r>
          </a:p>
        </p:txBody>
      </p:sp>
      <p:sp>
        <p:nvSpPr>
          <p:cNvPr id="9" name="kpi_value_2">
            <a:extLst>
              <a:ext uri="{FF2B5EF4-FFF2-40B4-BE49-F238E27FC236}">
                <a16:creationId xmlns:a16="http://schemas.microsoft.com/office/drawing/2014/main" id="{84141D7D-E3D3-95D8-5CD8-FD58B96000AB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024886" y="2339424"/>
            <a:ext cx="1708312" cy="1455138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kpi_value_2</a:t>
            </a:r>
          </a:p>
        </p:txBody>
      </p:sp>
      <p:sp>
        <p:nvSpPr>
          <p:cNvPr id="10" name="kpi_label_2">
            <a:extLst>
              <a:ext uri="{FF2B5EF4-FFF2-40B4-BE49-F238E27FC236}">
                <a16:creationId xmlns:a16="http://schemas.microsoft.com/office/drawing/2014/main" id="{474585F9-CE8D-F640-E19C-A8D3400539C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024886" y="3794563"/>
            <a:ext cx="1708312" cy="80841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kpi_label_2</a:t>
            </a:r>
          </a:p>
        </p:txBody>
      </p:sp>
      <p:sp>
        <p:nvSpPr>
          <p:cNvPr id="11" name="kpi_value_3">
            <a:extLst>
              <a:ext uri="{FF2B5EF4-FFF2-40B4-BE49-F238E27FC236}">
                <a16:creationId xmlns:a16="http://schemas.microsoft.com/office/drawing/2014/main" id="{75A02CF4-9A01-1087-9CF4-4CC5A94CDB4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218138" y="2339424"/>
            <a:ext cx="1708312" cy="1455138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kpi_value_3</a:t>
            </a:r>
          </a:p>
        </p:txBody>
      </p:sp>
      <p:sp>
        <p:nvSpPr>
          <p:cNvPr id="12" name="kpi_label_3">
            <a:extLst>
              <a:ext uri="{FF2B5EF4-FFF2-40B4-BE49-F238E27FC236}">
                <a16:creationId xmlns:a16="http://schemas.microsoft.com/office/drawing/2014/main" id="{48AD110E-0BB7-C13D-C3B9-F4E3C3F7711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218138" y="3794563"/>
            <a:ext cx="1708312" cy="80841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kpi_label_3</a:t>
            </a:r>
          </a:p>
        </p:txBody>
      </p:sp>
      <p:sp>
        <p:nvSpPr>
          <p:cNvPr id="13" name="kpi_value_4">
            <a:extLst>
              <a:ext uri="{FF2B5EF4-FFF2-40B4-BE49-F238E27FC236}">
                <a16:creationId xmlns:a16="http://schemas.microsoft.com/office/drawing/2014/main" id="{C2BBDB68-83A4-D060-AF54-013FC58A28D5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7411391" y="2339424"/>
            <a:ext cx="1708312" cy="1455138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kpi_value_4</a:t>
            </a:r>
          </a:p>
        </p:txBody>
      </p:sp>
      <p:sp>
        <p:nvSpPr>
          <p:cNvPr id="14" name="kpi_label_4">
            <a:extLst>
              <a:ext uri="{FF2B5EF4-FFF2-40B4-BE49-F238E27FC236}">
                <a16:creationId xmlns:a16="http://schemas.microsoft.com/office/drawing/2014/main" id="{67FDBE63-9CF4-8EF6-1D9F-1E4F05465073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7411391" y="3794563"/>
            <a:ext cx="1708312" cy="80841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kpi_label_4</a:t>
            </a:r>
          </a:p>
        </p:txBody>
      </p:sp>
      <p:sp>
        <p:nvSpPr>
          <p:cNvPr id="15" name="source">
            <a:extLst>
              <a:ext uri="{FF2B5EF4-FFF2-40B4-BE49-F238E27FC236}">
                <a16:creationId xmlns:a16="http://schemas.microsoft.com/office/drawing/2014/main" id="{E696BF10-17FB-1AB6-5684-8F87C6D9472D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77334" y="5736562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3043958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finding:split-60-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B7F381-F10E-4587-B886-8036B7268BA3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D4D1C8-8C5D-4FFA-950C-FD08A0718FA9}" type="slidenum">
              <a:rPr lang="en-US" smtClean="0"/>
              <a:t>‹#›</a:t>
            </a:fld>
            <a:endParaRPr lang="en-US"/>
          </a:p>
        </p:txBody>
      </p:sp>
      <p:sp>
        <p:nvSpPr>
          <p:cNvPr id="6" name="body">
            <a:extLst>
              <a:ext uri="{FF2B5EF4-FFF2-40B4-BE49-F238E27FC236}">
                <a16:creationId xmlns:a16="http://schemas.microsoft.com/office/drawing/2014/main" id="{48913B7D-6B6C-E6CF-172F-95EDB69588C3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677334" y="2160589"/>
            <a:ext cx="4814134" cy="3448973"/>
          </a:xfrm>
        </p:spPr>
        <p:txBody>
          <a:bodyPr wrap="square" anchor="t"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7" name="quote">
            <a:extLst>
              <a:ext uri="{FF2B5EF4-FFF2-40B4-BE49-F238E27FC236}">
                <a16:creationId xmlns:a16="http://schemas.microsoft.com/office/drawing/2014/main" id="{2FB0F04F-142D-9AD5-5DEC-DB191761ECD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989635" y="2339425"/>
            <a:ext cx="3130069" cy="258034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i="1">
                <a:latin typeface="+mj-lt"/>
              </a:defRPr>
            </a:lvl1pPr>
          </a:lstStyle>
          <a:p>
            <a:pPr lvl="0"/>
            <a:r>
              <a:rPr lang="en-US"/>
              <a:t>quote</a:t>
            </a:r>
          </a:p>
        </p:txBody>
      </p:sp>
      <p:sp>
        <p:nvSpPr>
          <p:cNvPr id="8" name="attribution">
            <a:extLst>
              <a:ext uri="{FF2B5EF4-FFF2-40B4-BE49-F238E27FC236}">
                <a16:creationId xmlns:a16="http://schemas.microsoft.com/office/drawing/2014/main" id="{7AF60576-D5AA-7D61-9C62-2454ED46A39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89635" y="4919768"/>
            <a:ext cx="3130069" cy="510959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attribution</a:t>
            </a:r>
          </a:p>
        </p:txBody>
      </p:sp>
      <p:sp>
        <p:nvSpPr>
          <p:cNvPr id="9" name="source">
            <a:extLst>
              <a:ext uri="{FF2B5EF4-FFF2-40B4-BE49-F238E27FC236}">
                <a16:creationId xmlns:a16="http://schemas.microsoft.com/office/drawing/2014/main" id="{CD69D0E2-2BD0-800B-FCF2-89D055B55C4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77334" y="5736562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3548863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finding:cards-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B7F381-F10E-4587-B886-8036B7268BA3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D4D1C8-8C5D-4FFA-950C-FD08A0718FA9}" type="slidenum">
              <a:rPr lang="en-US" smtClean="0"/>
              <a:t>‹#›</a:t>
            </a:fld>
            <a:endParaRPr lang="en-US"/>
          </a:p>
        </p:txBody>
      </p:sp>
      <p:sp>
        <p:nvSpPr>
          <p:cNvPr id="6" name="item_1_title">
            <a:extLst>
              <a:ext uri="{FF2B5EF4-FFF2-40B4-BE49-F238E27FC236}">
                <a16:creationId xmlns:a16="http://schemas.microsoft.com/office/drawing/2014/main" id="{733F5616-4C7D-D196-7842-FF5137393441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831633" y="2339424"/>
            <a:ext cx="2439396" cy="909206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7" name="item_1">
            <a:extLst>
              <a:ext uri="{FF2B5EF4-FFF2-40B4-BE49-F238E27FC236}">
                <a16:creationId xmlns:a16="http://schemas.microsoft.com/office/drawing/2014/main" id="{BBD9CF87-263F-6AAC-19F4-5B46AEE0EDE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31633" y="3248632"/>
            <a:ext cx="2439396" cy="218209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8" name="item_2_title">
            <a:extLst>
              <a:ext uri="{FF2B5EF4-FFF2-40B4-BE49-F238E27FC236}">
                <a16:creationId xmlns:a16="http://schemas.microsoft.com/office/drawing/2014/main" id="{DD31341B-0A4B-7C33-054F-D524D383C4E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755970" y="2339424"/>
            <a:ext cx="2439396" cy="90920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9" name="item_2">
            <a:extLst>
              <a:ext uri="{FF2B5EF4-FFF2-40B4-BE49-F238E27FC236}">
                <a16:creationId xmlns:a16="http://schemas.microsoft.com/office/drawing/2014/main" id="{E56C6F0D-0F8D-8E95-EE25-BCF49DD6541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755970" y="3248632"/>
            <a:ext cx="2439396" cy="218209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0" name="item_3_title">
            <a:extLst>
              <a:ext uri="{FF2B5EF4-FFF2-40B4-BE49-F238E27FC236}">
                <a16:creationId xmlns:a16="http://schemas.microsoft.com/office/drawing/2014/main" id="{E5FA44D2-A718-7CBA-0E74-BB3752668DB0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680306" y="2339424"/>
            <a:ext cx="2439396" cy="90920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1" name="item_3">
            <a:extLst>
              <a:ext uri="{FF2B5EF4-FFF2-40B4-BE49-F238E27FC236}">
                <a16:creationId xmlns:a16="http://schemas.microsoft.com/office/drawing/2014/main" id="{3D7BFF9A-B511-3472-2C80-D80260AA324F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680306" y="3248632"/>
            <a:ext cx="2439396" cy="218209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2" name="source">
            <a:extLst>
              <a:ext uri="{FF2B5EF4-FFF2-40B4-BE49-F238E27FC236}">
                <a16:creationId xmlns:a16="http://schemas.microsoft.com/office/drawing/2014/main" id="{0C1B152B-8377-DCB4-8F93-09FBCBB7E080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77334" y="5736562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78224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finding:two-c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B7F381-F10E-4587-B886-8036B7268BA3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D4D1C8-8C5D-4FFA-950C-FD08A0718FA9}" type="slidenum">
              <a:rPr lang="en-US" smtClean="0"/>
              <a:t>‹#›</a:t>
            </a:fld>
            <a:endParaRPr lang="en-US"/>
          </a:p>
        </p:txBody>
      </p:sp>
      <p:sp>
        <p:nvSpPr>
          <p:cNvPr id="6" name="item_1_title">
            <a:extLst>
              <a:ext uri="{FF2B5EF4-FFF2-40B4-BE49-F238E27FC236}">
                <a16:creationId xmlns:a16="http://schemas.microsoft.com/office/drawing/2014/main" id="{5871EA8D-4CAA-008D-8F55-F60EDAF588A9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831634" y="2339424"/>
            <a:ext cx="3901565" cy="909206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7" name="item_1">
            <a:extLst>
              <a:ext uri="{FF2B5EF4-FFF2-40B4-BE49-F238E27FC236}">
                <a16:creationId xmlns:a16="http://schemas.microsoft.com/office/drawing/2014/main" id="{F44961D4-CEB4-97E1-5A00-511E7857BF3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31634" y="3248632"/>
            <a:ext cx="3901565" cy="218209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8" name="item_2_title">
            <a:extLst>
              <a:ext uri="{FF2B5EF4-FFF2-40B4-BE49-F238E27FC236}">
                <a16:creationId xmlns:a16="http://schemas.microsoft.com/office/drawing/2014/main" id="{CAB6CB27-A985-665D-A147-CE2280888685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218139" y="2339424"/>
            <a:ext cx="3901565" cy="90920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9" name="item_2">
            <a:extLst>
              <a:ext uri="{FF2B5EF4-FFF2-40B4-BE49-F238E27FC236}">
                <a16:creationId xmlns:a16="http://schemas.microsoft.com/office/drawing/2014/main" id="{1FBA00A4-AC4E-D4E8-73EC-CEFE3762F40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218139" y="3248632"/>
            <a:ext cx="3901565" cy="218209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0" name="source">
            <a:extLst>
              <a:ext uri="{FF2B5EF4-FFF2-40B4-BE49-F238E27FC236}">
                <a16:creationId xmlns:a16="http://schemas.microsoft.com/office/drawing/2014/main" id="{FFB57355-4750-10EA-0F44-8115A6B4C312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77334" y="5736562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537660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chart:her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B7F381-F10E-4587-B886-8036B7268BA3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D4D1C8-8C5D-4FFA-950C-FD08A0718FA9}" type="slidenum">
              <a:rPr lang="en-US" smtClean="0"/>
              <a:t>‹#›</a:t>
            </a:fld>
            <a:endParaRPr lang="en-US"/>
          </a:p>
        </p:txBody>
      </p:sp>
      <p:sp>
        <p:nvSpPr>
          <p:cNvPr id="6" name="chart">
            <a:extLst>
              <a:ext uri="{FF2B5EF4-FFF2-40B4-BE49-F238E27FC236}">
                <a16:creationId xmlns:a16="http://schemas.microsoft.com/office/drawing/2014/main" id="{C4DBBCEF-F1E9-6E0B-10F1-15DF2CFEA6FF}"/>
              </a:ext>
            </a:extLst>
          </p:cNvPr>
          <p:cNvSpPr>
            <a:spLocks noGrp="1"/>
          </p:cNvSpPr>
          <p:nvPr>
            <p:ph type="chart" idx="13"/>
          </p:nvPr>
        </p:nvSpPr>
        <p:spPr>
          <a:xfrm>
            <a:off x="677334" y="2160589"/>
            <a:ext cx="6017668" cy="3448973"/>
          </a:xfrm>
        </p:spPr>
        <p:txBody>
          <a:bodyPr/>
          <a:lstStyle/>
          <a:p>
            <a:endParaRPr lang="en-US"/>
          </a:p>
        </p:txBody>
      </p:sp>
      <p:sp>
        <p:nvSpPr>
          <p:cNvPr id="7" name="body">
            <a:extLst>
              <a:ext uri="{FF2B5EF4-FFF2-40B4-BE49-F238E27FC236}">
                <a16:creationId xmlns:a16="http://schemas.microsoft.com/office/drawing/2014/main" id="{607A6861-D515-63C2-F921-341152BB7E7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038869" y="2298549"/>
            <a:ext cx="2235134" cy="317305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8" name="source">
            <a:extLst>
              <a:ext uri="{FF2B5EF4-FFF2-40B4-BE49-F238E27FC236}">
                <a16:creationId xmlns:a16="http://schemas.microsoft.com/office/drawing/2014/main" id="{10D0D055-2213-86BD-5DE9-6DBBF0C70C2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77334" y="5736562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120543075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implications: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B7F381-F10E-4587-B886-8036B7268BA3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D4D1C8-8C5D-4FFA-950C-FD08A0718FA9}" type="slidenum">
              <a:rPr lang="en-US" smtClean="0"/>
              <a:t>‹#›</a:t>
            </a:fld>
            <a:endParaRPr lang="en-US"/>
          </a:p>
        </p:txBody>
      </p:sp>
      <p:sp>
        <p:nvSpPr>
          <p:cNvPr id="6" name="item_1_title">
            <a:extLst>
              <a:ext uri="{FF2B5EF4-FFF2-40B4-BE49-F238E27FC236}">
                <a16:creationId xmlns:a16="http://schemas.microsoft.com/office/drawing/2014/main" id="{680394A1-C191-643A-7607-A416EF25ABBF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831634" y="2339424"/>
            <a:ext cx="3901565" cy="371948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7" name="item_1">
            <a:extLst>
              <a:ext uri="{FF2B5EF4-FFF2-40B4-BE49-F238E27FC236}">
                <a16:creationId xmlns:a16="http://schemas.microsoft.com/office/drawing/2014/main" id="{0932471A-14ED-8F68-F724-AA0333B0758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31634" y="2711373"/>
            <a:ext cx="3901565" cy="89267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8" name="item_2_title">
            <a:extLst>
              <a:ext uri="{FF2B5EF4-FFF2-40B4-BE49-F238E27FC236}">
                <a16:creationId xmlns:a16="http://schemas.microsoft.com/office/drawing/2014/main" id="{4C0CC2CA-8E00-7CC4-0CC8-65722B13150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218139" y="2339424"/>
            <a:ext cx="3901565" cy="371948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9" name="item_2">
            <a:extLst>
              <a:ext uri="{FF2B5EF4-FFF2-40B4-BE49-F238E27FC236}">
                <a16:creationId xmlns:a16="http://schemas.microsoft.com/office/drawing/2014/main" id="{14A74B9F-F7BE-8776-4C8C-D94E5DAB0C4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218139" y="2711373"/>
            <a:ext cx="3901565" cy="89267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0" name="item_3_title">
            <a:extLst>
              <a:ext uri="{FF2B5EF4-FFF2-40B4-BE49-F238E27FC236}">
                <a16:creationId xmlns:a16="http://schemas.microsoft.com/office/drawing/2014/main" id="{8A85D9F6-6293-A2F7-06FD-1CFDA67C9A58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31634" y="4166103"/>
            <a:ext cx="3901565" cy="371948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1" name="item_3">
            <a:extLst>
              <a:ext uri="{FF2B5EF4-FFF2-40B4-BE49-F238E27FC236}">
                <a16:creationId xmlns:a16="http://schemas.microsoft.com/office/drawing/2014/main" id="{989A72AA-0A6F-A76B-A42A-DB911BC3F15C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831634" y="4538052"/>
            <a:ext cx="3901565" cy="89267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2" name="item_4_title">
            <a:extLst>
              <a:ext uri="{FF2B5EF4-FFF2-40B4-BE49-F238E27FC236}">
                <a16:creationId xmlns:a16="http://schemas.microsoft.com/office/drawing/2014/main" id="{77AA9CC8-5888-7BBA-61B4-639E57C24BD2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218139" y="4166103"/>
            <a:ext cx="3901565" cy="371948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item_4_title</a:t>
            </a:r>
          </a:p>
        </p:txBody>
      </p:sp>
      <p:sp>
        <p:nvSpPr>
          <p:cNvPr id="13" name="item_4">
            <a:extLst>
              <a:ext uri="{FF2B5EF4-FFF2-40B4-BE49-F238E27FC236}">
                <a16:creationId xmlns:a16="http://schemas.microsoft.com/office/drawing/2014/main" id="{F7A6C1E2-E499-83F7-2235-6BD13E8ADB3A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218139" y="4538052"/>
            <a:ext cx="3901565" cy="89267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item_4</a:t>
            </a:r>
          </a:p>
        </p:txBody>
      </p:sp>
      <p:sp>
        <p:nvSpPr>
          <p:cNvPr id="14" name="source">
            <a:extLst>
              <a:ext uri="{FF2B5EF4-FFF2-40B4-BE49-F238E27FC236}">
                <a16:creationId xmlns:a16="http://schemas.microsoft.com/office/drawing/2014/main" id="{D6988254-F148-0205-E006-86B59CAF54F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77334" y="5736562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229012573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limitations: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B7F381-F10E-4587-B886-8036B7268BA3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D4D1C8-8C5D-4FFA-950C-FD08A0718FA9}" type="slidenum">
              <a:rPr lang="en-US" smtClean="0"/>
              <a:t>‹#›</a:t>
            </a:fld>
            <a:endParaRPr lang="en-US"/>
          </a:p>
        </p:txBody>
      </p:sp>
      <p:sp>
        <p:nvSpPr>
          <p:cNvPr id="6" name="body">
            <a:extLst>
              <a:ext uri="{FF2B5EF4-FFF2-40B4-BE49-F238E27FC236}">
                <a16:creationId xmlns:a16="http://schemas.microsoft.com/office/drawing/2014/main" id="{9C9EC024-062E-D56C-5295-14A2C28735A7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677334" y="2160589"/>
            <a:ext cx="8596668" cy="3448973"/>
          </a:xfrm>
        </p:spPr>
        <p:txBody>
          <a:bodyPr wrap="square" anchor="t"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7" name="source">
            <a:extLst>
              <a:ext uri="{FF2B5EF4-FFF2-40B4-BE49-F238E27FC236}">
                <a16:creationId xmlns:a16="http://schemas.microsoft.com/office/drawing/2014/main" id="{B882BDD1-7279-01EB-B01F-4F26D7CDBF2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77334" y="5736562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42625189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sources: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B7F381-F10E-4587-B886-8036B7268BA3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D4D1C8-8C5D-4FFA-950C-FD08A0718FA9}" type="slidenum">
              <a:rPr lang="en-US" smtClean="0"/>
              <a:t>‹#›</a:t>
            </a:fld>
            <a:endParaRPr lang="en-US"/>
          </a:p>
        </p:txBody>
      </p:sp>
      <p:sp>
        <p:nvSpPr>
          <p:cNvPr id="6" name="body">
            <a:extLst>
              <a:ext uri="{FF2B5EF4-FFF2-40B4-BE49-F238E27FC236}">
                <a16:creationId xmlns:a16="http://schemas.microsoft.com/office/drawing/2014/main" id="{B7A1DA59-320F-B5AA-B3F4-7B9C78FB5B36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677334" y="2160589"/>
            <a:ext cx="8596668" cy="3448973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400"/>
            </a:lvl1pPr>
          </a:lstStyle>
          <a:p>
            <a:pPr lvl="0"/>
            <a:r>
              <a:rPr lang="en-US"/>
              <a:t>body</a:t>
            </a:r>
          </a:p>
        </p:txBody>
      </p:sp>
    </p:spTree>
    <p:extLst>
      <p:ext uri="{BB962C8B-B14F-4D97-AF65-F5344CB8AC3E}">
        <p14:creationId xmlns:p14="http://schemas.microsoft.com/office/powerpoint/2010/main" val="274679648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matn:section_divider:default">
    <p:bg>
      <p:bgPr>
        <a:solidFill>
          <a:srgbClr val="5D7E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975360" y="3538728"/>
            <a:ext cx="10241280" cy="1536192"/>
          </a:xfrm>
        </p:spPr>
        <p:txBody>
          <a:bodyPr lIns="0" anchor="t"/>
          <a:lstStyle>
            <a:lvl1pPr>
              <a:defRPr sz="360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section_number">
            <a:extLst>
              <a:ext uri="{FF2B5EF4-FFF2-40B4-BE49-F238E27FC236}">
                <a16:creationId xmlns:a16="http://schemas.microsoft.com/office/drawing/2014/main" id="{DF35805A-5A40-8CA5-91C7-CC874ED83579}"/>
              </a:ext>
            </a:extLst>
          </p:cNvPr>
          <p:cNvSpPr>
            <a:spLocks noGrp="1"/>
          </p:cNvSpPr>
          <p:nvPr>
            <p:ph type="body" idx="10" hasCustomPrompt="1"/>
          </p:nvPr>
        </p:nvSpPr>
        <p:spPr>
          <a:xfrm>
            <a:off x="975360" y="685800"/>
            <a:ext cx="6144768" cy="2743200"/>
          </a:xfrm>
        </p:spPr>
        <p:txBody>
          <a:bodyPr wrap="square" lIns="0" tIns="0" bIns="0" anchor="b">
            <a:noAutofit/>
          </a:bodyPr>
          <a:lstStyle>
            <a:lvl1pPr marL="0" indent="0">
              <a:lnSpc>
                <a:spcPct val="85000"/>
              </a:lnSpc>
              <a:spcBef>
                <a:spcPts val="0"/>
              </a:spcBef>
              <a:buFontTx/>
              <a:buNone/>
              <a:defRPr sz="16000" b="1">
                <a:solidFill>
                  <a:srgbClr val="FFFFFF"/>
                </a:solidFill>
                <a:latin typeface="+mj-lt"/>
              </a:defRPr>
            </a:lvl1pPr>
          </a:lstStyle>
          <a:p>
            <a:pPr lvl="0"/>
            <a:r>
              <a:rPr lang="en-US"/>
              <a:t>01</a:t>
            </a:r>
          </a:p>
        </p:txBody>
      </p:sp>
      <p:sp>
        <p:nvSpPr>
          <p:cNvPr id="7" name="subtitle">
            <a:extLst>
              <a:ext uri="{FF2B5EF4-FFF2-40B4-BE49-F238E27FC236}">
                <a16:creationId xmlns:a16="http://schemas.microsoft.com/office/drawing/2014/main" id="{8B999D09-A412-6754-DE86-96ABC958436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75360" y="5184648"/>
            <a:ext cx="10241280" cy="987552"/>
          </a:xfrm>
          <a:prstGeom prst="rect">
            <a:avLst/>
          </a:prstGeom>
        </p:spPr>
        <p:txBody>
          <a:bodyPr wrap="square" lIns="0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subtitle</a:t>
            </a:r>
          </a:p>
        </p:txBody>
      </p:sp>
    </p:spTree>
    <p:extLst>
      <p:ext uri="{BB962C8B-B14F-4D97-AF65-F5344CB8AC3E}">
        <p14:creationId xmlns:p14="http://schemas.microsoft.com/office/powerpoint/2010/main" val="104905500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closing: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B7F381-F10E-4587-B886-8036B7268BA3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D4D1C8-8C5D-4FFA-950C-FD08A0718FA9}" type="slidenum">
              <a:rPr lang="en-US" smtClean="0"/>
              <a:t>‹#›</a:t>
            </a:fld>
            <a:endParaRPr lang="en-US"/>
          </a:p>
        </p:txBody>
      </p:sp>
      <p:sp>
        <p:nvSpPr>
          <p:cNvPr id="6" name="item_1_title">
            <a:extLst>
              <a:ext uri="{FF2B5EF4-FFF2-40B4-BE49-F238E27FC236}">
                <a16:creationId xmlns:a16="http://schemas.microsoft.com/office/drawing/2014/main" id="{099ED3A7-5ED8-0946-16DB-E967C959E47E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787548" y="2288329"/>
            <a:ext cx="2512872" cy="510959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7" name="item_1">
            <a:extLst>
              <a:ext uri="{FF2B5EF4-FFF2-40B4-BE49-F238E27FC236}">
                <a16:creationId xmlns:a16="http://schemas.microsoft.com/office/drawing/2014/main" id="{7BF2CCB5-FA95-6CF3-E2BF-9745C7223AE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88592" y="2288330"/>
            <a:ext cx="5775197" cy="510959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8" name="item_2_title">
            <a:extLst>
              <a:ext uri="{FF2B5EF4-FFF2-40B4-BE49-F238E27FC236}">
                <a16:creationId xmlns:a16="http://schemas.microsoft.com/office/drawing/2014/main" id="{653751BA-BC73-5499-CF4C-F8E2035CB52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87548" y="3182508"/>
            <a:ext cx="2512872" cy="510959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9" name="item_2">
            <a:extLst>
              <a:ext uri="{FF2B5EF4-FFF2-40B4-BE49-F238E27FC236}">
                <a16:creationId xmlns:a16="http://schemas.microsoft.com/office/drawing/2014/main" id="{98CCEA9E-ECD6-6834-5C5A-24BC83D9EED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388592" y="3182508"/>
            <a:ext cx="5775197" cy="510959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0" name="item_3_title">
            <a:extLst>
              <a:ext uri="{FF2B5EF4-FFF2-40B4-BE49-F238E27FC236}">
                <a16:creationId xmlns:a16="http://schemas.microsoft.com/office/drawing/2014/main" id="{26D9F120-817E-8864-A7E8-4C2F9F081058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87548" y="4076686"/>
            <a:ext cx="2512872" cy="510959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1" name="item_3">
            <a:extLst>
              <a:ext uri="{FF2B5EF4-FFF2-40B4-BE49-F238E27FC236}">
                <a16:creationId xmlns:a16="http://schemas.microsoft.com/office/drawing/2014/main" id="{FEDF8FCE-DD20-8EA3-392E-9C510C5A7B3B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388592" y="4076686"/>
            <a:ext cx="5775197" cy="510959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2" name="item_4_title">
            <a:extLst>
              <a:ext uri="{FF2B5EF4-FFF2-40B4-BE49-F238E27FC236}">
                <a16:creationId xmlns:a16="http://schemas.microsoft.com/office/drawing/2014/main" id="{11267FBB-8474-3129-F95C-463DE2970F4E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787548" y="4970864"/>
            <a:ext cx="2512872" cy="510959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item_4_title</a:t>
            </a:r>
          </a:p>
        </p:txBody>
      </p:sp>
      <p:sp>
        <p:nvSpPr>
          <p:cNvPr id="13" name="item_4">
            <a:extLst>
              <a:ext uri="{FF2B5EF4-FFF2-40B4-BE49-F238E27FC236}">
                <a16:creationId xmlns:a16="http://schemas.microsoft.com/office/drawing/2014/main" id="{E691977C-9DCE-D016-DFB1-B0D5EF715562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388592" y="4970864"/>
            <a:ext cx="5775197" cy="510959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item_4</a:t>
            </a:r>
          </a:p>
        </p:txBody>
      </p:sp>
      <p:sp>
        <p:nvSpPr>
          <p:cNvPr id="14" name="source">
            <a:extLst>
              <a:ext uri="{FF2B5EF4-FFF2-40B4-BE49-F238E27FC236}">
                <a16:creationId xmlns:a16="http://schemas.microsoft.com/office/drawing/2014/main" id="{2E47E91C-AF4F-0B99-D888-09BEDFF83C98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77334" y="5736562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306651367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evidence_appendix: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B7F381-F10E-4587-B886-8036B7268BA3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D4D1C8-8C5D-4FFA-950C-FD08A0718FA9}" type="slidenum">
              <a:rPr lang="en-US" smtClean="0"/>
              <a:t>‹#›</a:t>
            </a:fld>
            <a:endParaRPr lang="en-US"/>
          </a:p>
        </p:txBody>
      </p:sp>
      <p:sp>
        <p:nvSpPr>
          <p:cNvPr id="6" name="body">
            <a:extLst>
              <a:ext uri="{FF2B5EF4-FFF2-40B4-BE49-F238E27FC236}">
                <a16:creationId xmlns:a16="http://schemas.microsoft.com/office/drawing/2014/main" id="{86BBE796-5FA3-C998-4156-464C4EC0307D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677334" y="2160589"/>
            <a:ext cx="8596668" cy="3448973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4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7" name="source">
            <a:extLst>
              <a:ext uri="{FF2B5EF4-FFF2-40B4-BE49-F238E27FC236}">
                <a16:creationId xmlns:a16="http://schemas.microsoft.com/office/drawing/2014/main" id="{33A3DE09-AAEA-4FDA-35F6-9EED0359678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77334" y="5736562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81302023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executive_summary:grid-2x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B7F381-F10E-4587-B886-8036B7268BA3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D4D1C8-8C5D-4FFA-950C-FD08A0718FA9}" type="slidenum">
              <a:rPr lang="en-US" smtClean="0"/>
              <a:t>‹#›</a:t>
            </a:fld>
            <a:endParaRPr lang="en-US"/>
          </a:p>
        </p:txBody>
      </p:sp>
      <p:sp>
        <p:nvSpPr>
          <p:cNvPr id="6" name="item_1_title">
            <a:extLst>
              <a:ext uri="{FF2B5EF4-FFF2-40B4-BE49-F238E27FC236}">
                <a16:creationId xmlns:a16="http://schemas.microsoft.com/office/drawing/2014/main" id="{CB82C127-10AC-A4C9-19B9-C2B7C35123F5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831634" y="2339424"/>
            <a:ext cx="3901565" cy="371948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7" name="item_1">
            <a:extLst>
              <a:ext uri="{FF2B5EF4-FFF2-40B4-BE49-F238E27FC236}">
                <a16:creationId xmlns:a16="http://schemas.microsoft.com/office/drawing/2014/main" id="{C70BDAE8-EC80-5F04-DE55-AB38E56EC28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31634" y="2711373"/>
            <a:ext cx="3901565" cy="89267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8" name="item_2_title">
            <a:extLst>
              <a:ext uri="{FF2B5EF4-FFF2-40B4-BE49-F238E27FC236}">
                <a16:creationId xmlns:a16="http://schemas.microsoft.com/office/drawing/2014/main" id="{435E9CBC-D7AD-FCAB-53FF-B7A49FD2CCD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218139" y="2339424"/>
            <a:ext cx="3901565" cy="371948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9" name="item_2">
            <a:extLst>
              <a:ext uri="{FF2B5EF4-FFF2-40B4-BE49-F238E27FC236}">
                <a16:creationId xmlns:a16="http://schemas.microsoft.com/office/drawing/2014/main" id="{822E5604-47B1-CFB4-5A10-5902B5D4D29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218139" y="2711373"/>
            <a:ext cx="3901565" cy="89267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0" name="item_3_title">
            <a:extLst>
              <a:ext uri="{FF2B5EF4-FFF2-40B4-BE49-F238E27FC236}">
                <a16:creationId xmlns:a16="http://schemas.microsoft.com/office/drawing/2014/main" id="{8D02C104-F8F3-853B-EA21-CF437669462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31634" y="4166103"/>
            <a:ext cx="3901565" cy="371948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1" name="item_3">
            <a:extLst>
              <a:ext uri="{FF2B5EF4-FFF2-40B4-BE49-F238E27FC236}">
                <a16:creationId xmlns:a16="http://schemas.microsoft.com/office/drawing/2014/main" id="{F01602EE-50BE-9113-FE96-97D391CC3D15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831634" y="4538052"/>
            <a:ext cx="3901565" cy="89267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2" name="item_4_title">
            <a:extLst>
              <a:ext uri="{FF2B5EF4-FFF2-40B4-BE49-F238E27FC236}">
                <a16:creationId xmlns:a16="http://schemas.microsoft.com/office/drawing/2014/main" id="{7328D983-2942-34F2-937F-EA0A9840EFCB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218139" y="4166103"/>
            <a:ext cx="3901565" cy="371948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item_4_title</a:t>
            </a:r>
          </a:p>
        </p:txBody>
      </p:sp>
      <p:sp>
        <p:nvSpPr>
          <p:cNvPr id="13" name="item_4">
            <a:extLst>
              <a:ext uri="{FF2B5EF4-FFF2-40B4-BE49-F238E27FC236}">
                <a16:creationId xmlns:a16="http://schemas.microsoft.com/office/drawing/2014/main" id="{1AC3810F-F6DB-189A-DDB8-4C5C03D208FF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218139" y="4538052"/>
            <a:ext cx="3901565" cy="89267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item_4</a:t>
            </a:r>
          </a:p>
        </p:txBody>
      </p:sp>
      <p:sp>
        <p:nvSpPr>
          <p:cNvPr id="14" name="source">
            <a:extLst>
              <a:ext uri="{FF2B5EF4-FFF2-40B4-BE49-F238E27FC236}">
                <a16:creationId xmlns:a16="http://schemas.microsoft.com/office/drawing/2014/main" id="{74F0914E-E37C-C396-BD1E-27245BB29D40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77334" y="5736562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105965946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kpi:hero-numb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B7F381-F10E-4587-B886-8036B7268BA3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D4D1C8-8C5D-4FFA-950C-FD08A0718FA9}" type="slidenum">
              <a:rPr lang="en-US" smtClean="0"/>
              <a:t>‹#›</a:t>
            </a:fld>
            <a:endParaRPr lang="en-US"/>
          </a:p>
        </p:txBody>
      </p:sp>
      <p:sp>
        <p:nvSpPr>
          <p:cNvPr id="6" name="body">
            <a:extLst>
              <a:ext uri="{FF2B5EF4-FFF2-40B4-BE49-F238E27FC236}">
                <a16:creationId xmlns:a16="http://schemas.microsoft.com/office/drawing/2014/main" id="{5115B060-CB87-46E8-2AA6-E75494D0C70E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6179202" y="2677935"/>
            <a:ext cx="3094800" cy="2414281"/>
          </a:xfrm>
        </p:spPr>
        <p:txBody>
          <a:bodyPr wrap="square" anchor="t"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7" name="kpi_value_1">
            <a:extLst>
              <a:ext uri="{FF2B5EF4-FFF2-40B4-BE49-F238E27FC236}">
                <a16:creationId xmlns:a16="http://schemas.microsoft.com/office/drawing/2014/main" id="{CF55A9CE-6A05-4B6D-3F30-55190D0589C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77335" y="2160590"/>
            <a:ext cx="5158001" cy="221719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08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kpi_value_1</a:t>
            </a:r>
          </a:p>
        </p:txBody>
      </p:sp>
      <p:sp>
        <p:nvSpPr>
          <p:cNvPr id="8" name="kpi_label_1">
            <a:extLst>
              <a:ext uri="{FF2B5EF4-FFF2-40B4-BE49-F238E27FC236}">
                <a16:creationId xmlns:a16="http://schemas.microsoft.com/office/drawing/2014/main" id="{E9392286-B90E-9A2A-C27F-4555D8A76535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77335" y="4377785"/>
            <a:ext cx="5158001" cy="123177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kpi_label_1</a:t>
            </a:r>
          </a:p>
        </p:txBody>
      </p:sp>
      <p:sp>
        <p:nvSpPr>
          <p:cNvPr id="9" name="source">
            <a:extLst>
              <a:ext uri="{FF2B5EF4-FFF2-40B4-BE49-F238E27FC236}">
                <a16:creationId xmlns:a16="http://schemas.microsoft.com/office/drawing/2014/main" id="{D8BDE8C9-6B57-321B-B324-800F3D51B52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77334" y="5736562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357056217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kpi:be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B7F381-F10E-4587-B886-8036B7268BA3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D4D1C8-8C5D-4FFA-950C-FD08A0718FA9}" type="slidenum">
              <a:rPr lang="en-US" smtClean="0"/>
              <a:t>‹#›</a:t>
            </a:fld>
            <a:endParaRPr lang="en-US"/>
          </a:p>
        </p:txBody>
      </p:sp>
      <p:sp>
        <p:nvSpPr>
          <p:cNvPr id="6" name="body">
            <a:extLst>
              <a:ext uri="{FF2B5EF4-FFF2-40B4-BE49-F238E27FC236}">
                <a16:creationId xmlns:a16="http://schemas.microsoft.com/office/drawing/2014/main" id="{4A02F0D3-845A-3B1A-ECF8-96E9BB2A7F9C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677334" y="4988747"/>
            <a:ext cx="8596668" cy="620815"/>
          </a:xfrm>
        </p:spPr>
        <p:txBody>
          <a:bodyPr wrap="square" anchor="t"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7" name="kpi_value_1">
            <a:extLst>
              <a:ext uri="{FF2B5EF4-FFF2-40B4-BE49-F238E27FC236}">
                <a16:creationId xmlns:a16="http://schemas.microsoft.com/office/drawing/2014/main" id="{B0239973-C0B1-5DC1-2CC8-2039AD9B257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31633" y="2339424"/>
            <a:ext cx="3989736" cy="1499482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kpi_value_1</a:t>
            </a:r>
          </a:p>
        </p:txBody>
      </p:sp>
      <p:sp>
        <p:nvSpPr>
          <p:cNvPr id="8" name="kpi_label_1">
            <a:extLst>
              <a:ext uri="{FF2B5EF4-FFF2-40B4-BE49-F238E27FC236}">
                <a16:creationId xmlns:a16="http://schemas.microsoft.com/office/drawing/2014/main" id="{8BF2E44B-5092-2A45-E4B0-A571342B34D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31633" y="3838906"/>
            <a:ext cx="3989736" cy="83304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kpi_label_1</a:t>
            </a:r>
          </a:p>
        </p:txBody>
      </p:sp>
      <p:sp>
        <p:nvSpPr>
          <p:cNvPr id="9" name="kpi_value_2">
            <a:extLst>
              <a:ext uri="{FF2B5EF4-FFF2-40B4-BE49-F238E27FC236}">
                <a16:creationId xmlns:a16="http://schemas.microsoft.com/office/drawing/2014/main" id="{D40F6B9D-CF05-016D-42EB-D43C53D79729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306309" y="2339425"/>
            <a:ext cx="3813394" cy="56908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kpi_value_2</a:t>
            </a:r>
          </a:p>
        </p:txBody>
      </p:sp>
      <p:sp>
        <p:nvSpPr>
          <p:cNvPr id="10" name="kpi_label_2">
            <a:extLst>
              <a:ext uri="{FF2B5EF4-FFF2-40B4-BE49-F238E27FC236}">
                <a16:creationId xmlns:a16="http://schemas.microsoft.com/office/drawing/2014/main" id="{2CFBC110-B522-0851-C98F-E54D14A7F8D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306309" y="2908505"/>
            <a:ext cx="3813394" cy="31615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kpi_label_2</a:t>
            </a:r>
          </a:p>
        </p:txBody>
      </p:sp>
      <p:sp>
        <p:nvSpPr>
          <p:cNvPr id="11" name="kpi_value_3">
            <a:extLst>
              <a:ext uri="{FF2B5EF4-FFF2-40B4-BE49-F238E27FC236}">
                <a16:creationId xmlns:a16="http://schemas.microsoft.com/office/drawing/2014/main" id="{0EF70FD3-DAFB-7FD3-A16F-B2F8009DDB0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306310" y="3786717"/>
            <a:ext cx="1664227" cy="56908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kpi_value_3</a:t>
            </a:r>
          </a:p>
        </p:txBody>
      </p:sp>
      <p:sp>
        <p:nvSpPr>
          <p:cNvPr id="12" name="kpi_label_3">
            <a:extLst>
              <a:ext uri="{FF2B5EF4-FFF2-40B4-BE49-F238E27FC236}">
                <a16:creationId xmlns:a16="http://schemas.microsoft.com/office/drawing/2014/main" id="{92A03E05-B9C3-8C61-E383-A0B438C3998B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306310" y="4355796"/>
            <a:ext cx="1664227" cy="31615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kpi_label_3</a:t>
            </a:r>
          </a:p>
        </p:txBody>
      </p:sp>
      <p:sp>
        <p:nvSpPr>
          <p:cNvPr id="13" name="kpi_value_4">
            <a:extLst>
              <a:ext uri="{FF2B5EF4-FFF2-40B4-BE49-F238E27FC236}">
                <a16:creationId xmlns:a16="http://schemas.microsoft.com/office/drawing/2014/main" id="{B9D4728F-2CF6-1E02-349D-7F5AC1CCCBDC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7455477" y="3786717"/>
            <a:ext cx="1664227" cy="56908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kpi_value_4</a:t>
            </a:r>
          </a:p>
        </p:txBody>
      </p:sp>
      <p:sp>
        <p:nvSpPr>
          <p:cNvPr id="14" name="kpi_label_4">
            <a:extLst>
              <a:ext uri="{FF2B5EF4-FFF2-40B4-BE49-F238E27FC236}">
                <a16:creationId xmlns:a16="http://schemas.microsoft.com/office/drawing/2014/main" id="{CC683DA5-4AE5-D205-DAC7-E9F5E9AC6D13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7455477" y="4355796"/>
            <a:ext cx="1664227" cy="31615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kpi_label_4</a:t>
            </a:r>
          </a:p>
        </p:txBody>
      </p:sp>
      <p:sp>
        <p:nvSpPr>
          <p:cNvPr id="15" name="source">
            <a:extLst>
              <a:ext uri="{FF2B5EF4-FFF2-40B4-BE49-F238E27FC236}">
                <a16:creationId xmlns:a16="http://schemas.microsoft.com/office/drawing/2014/main" id="{0D550027-5297-6421-CE57-66A769827FEF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77334" y="5736562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347228930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kpi:pictogra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B7F381-F10E-4587-B886-8036B7268BA3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D4D1C8-8C5D-4FFA-950C-FD08A0718FA9}" type="slidenum">
              <a:rPr lang="en-US" smtClean="0"/>
              <a:t>‹#›</a:t>
            </a:fld>
            <a:endParaRPr lang="en-US"/>
          </a:p>
        </p:txBody>
      </p:sp>
      <p:sp>
        <p:nvSpPr>
          <p:cNvPr id="6" name="body">
            <a:extLst>
              <a:ext uri="{FF2B5EF4-FFF2-40B4-BE49-F238E27FC236}">
                <a16:creationId xmlns:a16="http://schemas.microsoft.com/office/drawing/2014/main" id="{45CF22A6-5BB9-3933-D993-F33D4F955839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677334" y="4988747"/>
            <a:ext cx="8596668" cy="620815"/>
          </a:xfrm>
        </p:spPr>
        <p:txBody>
          <a:bodyPr wrap="square" anchor="t"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7" name="kpi_value_1">
            <a:extLst>
              <a:ext uri="{FF2B5EF4-FFF2-40B4-BE49-F238E27FC236}">
                <a16:creationId xmlns:a16="http://schemas.microsoft.com/office/drawing/2014/main" id="{F3E005A2-9C92-2B37-93BC-8E5028AB538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31634" y="2339425"/>
            <a:ext cx="3901565" cy="113474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kpi_value_1</a:t>
            </a:r>
          </a:p>
        </p:txBody>
      </p:sp>
      <p:sp>
        <p:nvSpPr>
          <p:cNvPr id="8" name="kpi_label_1">
            <a:extLst>
              <a:ext uri="{FF2B5EF4-FFF2-40B4-BE49-F238E27FC236}">
                <a16:creationId xmlns:a16="http://schemas.microsoft.com/office/drawing/2014/main" id="{C1F62EDF-2956-06C0-36EF-1051F7E60FE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31634" y="3474168"/>
            <a:ext cx="3901565" cy="63041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kpi_label_1</a:t>
            </a:r>
          </a:p>
        </p:txBody>
      </p:sp>
      <p:sp>
        <p:nvSpPr>
          <p:cNvPr id="9" name="kpi_value_2">
            <a:extLst>
              <a:ext uri="{FF2B5EF4-FFF2-40B4-BE49-F238E27FC236}">
                <a16:creationId xmlns:a16="http://schemas.microsoft.com/office/drawing/2014/main" id="{5B404464-8E57-37DF-ED93-1AA92077AA6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218139" y="2339425"/>
            <a:ext cx="3901565" cy="113474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kpi_value_2</a:t>
            </a:r>
          </a:p>
        </p:txBody>
      </p:sp>
      <p:sp>
        <p:nvSpPr>
          <p:cNvPr id="10" name="kpi_label_2">
            <a:extLst>
              <a:ext uri="{FF2B5EF4-FFF2-40B4-BE49-F238E27FC236}">
                <a16:creationId xmlns:a16="http://schemas.microsoft.com/office/drawing/2014/main" id="{35FD6CBB-8AC1-834B-66C4-F1750A35FA3D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218139" y="3474168"/>
            <a:ext cx="3901565" cy="63041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kpi_label_2</a:t>
            </a:r>
          </a:p>
        </p:txBody>
      </p:sp>
      <p:sp>
        <p:nvSpPr>
          <p:cNvPr id="11" name="source">
            <a:extLst>
              <a:ext uri="{FF2B5EF4-FFF2-40B4-BE49-F238E27FC236}">
                <a16:creationId xmlns:a16="http://schemas.microsoft.com/office/drawing/2014/main" id="{B157EB0A-08FB-8F5E-1B9D-FAC1CAE1948B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77334" y="5736562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251268738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kpi:progres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B7F381-F10E-4587-B886-8036B7268BA3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D4D1C8-8C5D-4FFA-950C-FD08A0718FA9}" type="slidenum">
              <a:rPr lang="en-US" smtClean="0"/>
              <a:t>‹#›</a:t>
            </a:fld>
            <a:endParaRPr lang="en-US"/>
          </a:p>
        </p:txBody>
      </p:sp>
      <p:sp>
        <p:nvSpPr>
          <p:cNvPr id="6" name="body">
            <a:extLst>
              <a:ext uri="{FF2B5EF4-FFF2-40B4-BE49-F238E27FC236}">
                <a16:creationId xmlns:a16="http://schemas.microsoft.com/office/drawing/2014/main" id="{9B605351-DB64-0863-52D4-C7F0B2853A91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677334" y="4988747"/>
            <a:ext cx="8596668" cy="620815"/>
          </a:xfrm>
        </p:spPr>
        <p:txBody>
          <a:bodyPr wrap="square" anchor="t"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7" name="kpi_value_1">
            <a:extLst>
              <a:ext uri="{FF2B5EF4-FFF2-40B4-BE49-F238E27FC236}">
                <a16:creationId xmlns:a16="http://schemas.microsoft.com/office/drawing/2014/main" id="{789ED6AB-D2D7-C66B-B193-D8F21C57E55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87548" y="2288330"/>
            <a:ext cx="2177822" cy="32126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kpi_value_1</a:t>
            </a:r>
          </a:p>
        </p:txBody>
      </p:sp>
      <p:sp>
        <p:nvSpPr>
          <p:cNvPr id="8" name="kpi_label_1">
            <a:extLst>
              <a:ext uri="{FF2B5EF4-FFF2-40B4-BE49-F238E27FC236}">
                <a16:creationId xmlns:a16="http://schemas.microsoft.com/office/drawing/2014/main" id="{058AD109-593F-79CB-F551-71CEF9E6700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053542" y="2288329"/>
            <a:ext cx="6110247" cy="237974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kpi_label_1</a:t>
            </a:r>
          </a:p>
        </p:txBody>
      </p:sp>
      <p:sp>
        <p:nvSpPr>
          <p:cNvPr id="9" name="kpi_value_2">
            <a:extLst>
              <a:ext uri="{FF2B5EF4-FFF2-40B4-BE49-F238E27FC236}">
                <a16:creationId xmlns:a16="http://schemas.microsoft.com/office/drawing/2014/main" id="{21E7E175-6E2A-B855-77DC-0C017882BA1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787548" y="2992814"/>
            <a:ext cx="2177822" cy="32126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kpi_value_2</a:t>
            </a:r>
          </a:p>
        </p:txBody>
      </p:sp>
      <p:sp>
        <p:nvSpPr>
          <p:cNvPr id="10" name="kpi_label_2">
            <a:extLst>
              <a:ext uri="{FF2B5EF4-FFF2-40B4-BE49-F238E27FC236}">
                <a16:creationId xmlns:a16="http://schemas.microsoft.com/office/drawing/2014/main" id="{067DB137-1919-CAE7-19A2-9707EED1436F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053542" y="2992813"/>
            <a:ext cx="6110247" cy="237974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kpi_label_2</a:t>
            </a:r>
          </a:p>
        </p:txBody>
      </p:sp>
      <p:sp>
        <p:nvSpPr>
          <p:cNvPr id="11" name="kpi_value_3">
            <a:extLst>
              <a:ext uri="{FF2B5EF4-FFF2-40B4-BE49-F238E27FC236}">
                <a16:creationId xmlns:a16="http://schemas.microsoft.com/office/drawing/2014/main" id="{CBDBE9F9-594F-68EC-A5CB-815E6E62CC1F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787548" y="3697299"/>
            <a:ext cx="2177822" cy="32126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kpi_value_3</a:t>
            </a:r>
          </a:p>
        </p:txBody>
      </p:sp>
      <p:sp>
        <p:nvSpPr>
          <p:cNvPr id="12" name="kpi_label_3">
            <a:extLst>
              <a:ext uri="{FF2B5EF4-FFF2-40B4-BE49-F238E27FC236}">
                <a16:creationId xmlns:a16="http://schemas.microsoft.com/office/drawing/2014/main" id="{E95B0704-BDE7-F839-CC95-71D56274EED3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053542" y="3697298"/>
            <a:ext cx="6110247" cy="237974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kpi_label_3</a:t>
            </a:r>
          </a:p>
        </p:txBody>
      </p:sp>
      <p:sp>
        <p:nvSpPr>
          <p:cNvPr id="13" name="kpi_value_4">
            <a:extLst>
              <a:ext uri="{FF2B5EF4-FFF2-40B4-BE49-F238E27FC236}">
                <a16:creationId xmlns:a16="http://schemas.microsoft.com/office/drawing/2014/main" id="{F0243AB2-22EE-7A2C-61BF-BF4731E1AF74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787548" y="4401783"/>
            <a:ext cx="2177822" cy="32126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kpi_value_4</a:t>
            </a:r>
          </a:p>
        </p:txBody>
      </p:sp>
      <p:sp>
        <p:nvSpPr>
          <p:cNvPr id="14" name="kpi_label_4">
            <a:extLst>
              <a:ext uri="{FF2B5EF4-FFF2-40B4-BE49-F238E27FC236}">
                <a16:creationId xmlns:a16="http://schemas.microsoft.com/office/drawing/2014/main" id="{4037D0AE-D5A1-9339-CEB7-F157241186B5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053542" y="4401782"/>
            <a:ext cx="6110247" cy="237974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kpi_label_4</a:t>
            </a:r>
          </a:p>
        </p:txBody>
      </p:sp>
      <p:sp>
        <p:nvSpPr>
          <p:cNvPr id="15" name="source">
            <a:extLst>
              <a:ext uri="{FF2B5EF4-FFF2-40B4-BE49-F238E27FC236}">
                <a16:creationId xmlns:a16="http://schemas.microsoft.com/office/drawing/2014/main" id="{5744B48C-899F-8342-1352-359816CFED06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77334" y="5736562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4028751659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finding:two-spl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B7F381-F10E-4587-B886-8036B7268BA3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D4D1C8-8C5D-4FFA-950C-FD08A0718FA9}" type="slidenum">
              <a:rPr lang="en-US" smtClean="0"/>
              <a:t>‹#›</a:t>
            </a:fld>
            <a:endParaRPr lang="en-US"/>
          </a:p>
        </p:txBody>
      </p:sp>
      <p:sp>
        <p:nvSpPr>
          <p:cNvPr id="6" name="marker_1">
            <a:extLst>
              <a:ext uri="{FF2B5EF4-FFF2-40B4-BE49-F238E27FC236}">
                <a16:creationId xmlns:a16="http://schemas.microsoft.com/office/drawing/2014/main" id="{14CBB1D0-2C7E-B749-A80F-A76763246774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831633" y="2339424"/>
            <a:ext cx="484940" cy="562055"/>
          </a:xfrm>
          <a:prstGeom prst="ellipse">
            <a:avLst/>
          </a:prstGeom>
          <a:solidFill>
            <a:schemeClr val="accent1"/>
          </a:solidFill>
        </p:spPr>
        <p:txBody>
          <a:bodyPr wrap="square" lIns="0" tIns="0" rIns="0" bIns="0" anchor="ctr">
            <a:noAutofit/>
          </a:bodyPr>
          <a:lstStyle>
            <a:lvl1pPr marL="0" indent="0" algn="ctr">
              <a:spcBef>
                <a:spcPts val="0"/>
              </a:spcBef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marker_1</a:t>
            </a:r>
          </a:p>
        </p:txBody>
      </p:sp>
      <p:sp>
        <p:nvSpPr>
          <p:cNvPr id="7" name="item_1_title">
            <a:extLst>
              <a:ext uri="{FF2B5EF4-FFF2-40B4-BE49-F238E27FC236}">
                <a16:creationId xmlns:a16="http://schemas.microsoft.com/office/drawing/2014/main" id="{31923198-A9E6-4A2B-6B8D-D9C581B56BB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404745" y="2339424"/>
            <a:ext cx="7714959" cy="371948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8" name="item_1">
            <a:extLst>
              <a:ext uri="{FF2B5EF4-FFF2-40B4-BE49-F238E27FC236}">
                <a16:creationId xmlns:a16="http://schemas.microsoft.com/office/drawing/2014/main" id="{887FBC3A-5674-A713-4D1E-9298D1437FC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404745" y="2711373"/>
            <a:ext cx="7714959" cy="89267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9" name="marker_2">
            <a:extLst>
              <a:ext uri="{FF2B5EF4-FFF2-40B4-BE49-F238E27FC236}">
                <a16:creationId xmlns:a16="http://schemas.microsoft.com/office/drawing/2014/main" id="{D2F1487B-72B1-37AA-9262-5DA5E9EE752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31633" y="4166104"/>
            <a:ext cx="484940" cy="562055"/>
          </a:xfrm>
          <a:prstGeom prst="ellipse">
            <a:avLst/>
          </a:prstGeom>
          <a:solidFill>
            <a:schemeClr val="accent1"/>
          </a:solidFill>
        </p:spPr>
        <p:txBody>
          <a:bodyPr wrap="square" lIns="0" tIns="0" rIns="0" bIns="0" anchor="ctr">
            <a:noAutofit/>
          </a:bodyPr>
          <a:lstStyle>
            <a:lvl1pPr marL="0" indent="0" algn="ctr">
              <a:spcBef>
                <a:spcPts val="0"/>
              </a:spcBef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marker_2</a:t>
            </a:r>
          </a:p>
        </p:txBody>
      </p:sp>
      <p:sp>
        <p:nvSpPr>
          <p:cNvPr id="10" name="item_2_title">
            <a:extLst>
              <a:ext uri="{FF2B5EF4-FFF2-40B4-BE49-F238E27FC236}">
                <a16:creationId xmlns:a16="http://schemas.microsoft.com/office/drawing/2014/main" id="{98AF1A03-D4E8-4709-B583-26EF6B175A9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404745" y="4166103"/>
            <a:ext cx="7714959" cy="371948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1" name="item_2">
            <a:extLst>
              <a:ext uri="{FF2B5EF4-FFF2-40B4-BE49-F238E27FC236}">
                <a16:creationId xmlns:a16="http://schemas.microsoft.com/office/drawing/2014/main" id="{183EECB4-AE09-8F8F-7B9E-1D497DEA659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404745" y="4538052"/>
            <a:ext cx="7714959" cy="89267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2" name="source">
            <a:extLst>
              <a:ext uri="{FF2B5EF4-FFF2-40B4-BE49-F238E27FC236}">
                <a16:creationId xmlns:a16="http://schemas.microsoft.com/office/drawing/2014/main" id="{5E8511AD-1B89-6C54-E0FB-537210790DBF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77334" y="5736562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1248967992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finding:grid-2x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B7F381-F10E-4587-B886-8036B7268BA3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D4D1C8-8C5D-4FFA-950C-FD08A0718FA9}" type="slidenum">
              <a:rPr lang="en-US" smtClean="0"/>
              <a:t>‹#›</a:t>
            </a:fld>
            <a:endParaRPr lang="en-US"/>
          </a:p>
        </p:txBody>
      </p:sp>
      <p:sp>
        <p:nvSpPr>
          <p:cNvPr id="6" name="item_1_title">
            <a:extLst>
              <a:ext uri="{FF2B5EF4-FFF2-40B4-BE49-F238E27FC236}">
                <a16:creationId xmlns:a16="http://schemas.microsoft.com/office/drawing/2014/main" id="{A66F4B1D-19F6-6762-36D8-D11FA335D019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831634" y="2339424"/>
            <a:ext cx="3901565" cy="371948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7" name="item_1">
            <a:extLst>
              <a:ext uri="{FF2B5EF4-FFF2-40B4-BE49-F238E27FC236}">
                <a16:creationId xmlns:a16="http://schemas.microsoft.com/office/drawing/2014/main" id="{A263FFF8-6947-C6A0-5C42-6BB85103612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31634" y="2711373"/>
            <a:ext cx="3901565" cy="89267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8" name="item_2_title">
            <a:extLst>
              <a:ext uri="{FF2B5EF4-FFF2-40B4-BE49-F238E27FC236}">
                <a16:creationId xmlns:a16="http://schemas.microsoft.com/office/drawing/2014/main" id="{082CD3A4-340D-E67E-FA9F-9A28CD9416C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218139" y="2339424"/>
            <a:ext cx="3901565" cy="371948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9" name="item_2">
            <a:extLst>
              <a:ext uri="{FF2B5EF4-FFF2-40B4-BE49-F238E27FC236}">
                <a16:creationId xmlns:a16="http://schemas.microsoft.com/office/drawing/2014/main" id="{EA924E16-6D15-B4F0-8A94-7CD592170700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218139" y="2711373"/>
            <a:ext cx="3901565" cy="89267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0" name="item_3_title">
            <a:extLst>
              <a:ext uri="{FF2B5EF4-FFF2-40B4-BE49-F238E27FC236}">
                <a16:creationId xmlns:a16="http://schemas.microsoft.com/office/drawing/2014/main" id="{0D817769-5C9D-1A71-A1D2-B0C4CA7A419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31634" y="4166103"/>
            <a:ext cx="3901565" cy="371948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1" name="item_3">
            <a:extLst>
              <a:ext uri="{FF2B5EF4-FFF2-40B4-BE49-F238E27FC236}">
                <a16:creationId xmlns:a16="http://schemas.microsoft.com/office/drawing/2014/main" id="{83006CB0-99EB-5CC7-5914-F6E5ADAF9C8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831634" y="4538052"/>
            <a:ext cx="3901565" cy="89267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2" name="item_4_title">
            <a:extLst>
              <a:ext uri="{FF2B5EF4-FFF2-40B4-BE49-F238E27FC236}">
                <a16:creationId xmlns:a16="http://schemas.microsoft.com/office/drawing/2014/main" id="{EB59D658-6E6D-8C42-0075-D3883F0933E7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218139" y="4166103"/>
            <a:ext cx="3901565" cy="371948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item_4_title</a:t>
            </a:r>
          </a:p>
        </p:txBody>
      </p:sp>
      <p:sp>
        <p:nvSpPr>
          <p:cNvPr id="13" name="item_4">
            <a:extLst>
              <a:ext uri="{FF2B5EF4-FFF2-40B4-BE49-F238E27FC236}">
                <a16:creationId xmlns:a16="http://schemas.microsoft.com/office/drawing/2014/main" id="{F79CBF55-483D-2A25-954D-0939568EF304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218139" y="4538052"/>
            <a:ext cx="3901565" cy="89267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item_4</a:t>
            </a:r>
          </a:p>
        </p:txBody>
      </p:sp>
      <p:sp>
        <p:nvSpPr>
          <p:cNvPr id="14" name="source">
            <a:extLst>
              <a:ext uri="{FF2B5EF4-FFF2-40B4-BE49-F238E27FC236}">
                <a16:creationId xmlns:a16="http://schemas.microsoft.com/office/drawing/2014/main" id="{D213DFB0-2533-9B2C-70B2-64655D39A0EF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77334" y="5736562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329530428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finding:time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B7F381-F10E-4587-B886-8036B7268BA3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D4D1C8-8C5D-4FFA-950C-FD08A0718FA9}" type="slidenum">
              <a:rPr lang="en-US" smtClean="0"/>
              <a:t>‹#›</a:t>
            </a:fld>
            <a:endParaRPr lang="en-US"/>
          </a:p>
        </p:txBody>
      </p:sp>
      <p:sp>
        <p:nvSpPr>
          <p:cNvPr id="6" name="item_1_title">
            <a:extLst>
              <a:ext uri="{FF2B5EF4-FFF2-40B4-BE49-F238E27FC236}">
                <a16:creationId xmlns:a16="http://schemas.microsoft.com/office/drawing/2014/main" id="{A82B557C-F9E6-2909-95B2-F3324198C925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831633" y="2664825"/>
            <a:ext cx="1708312" cy="813500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7" name="item_1">
            <a:extLst>
              <a:ext uri="{FF2B5EF4-FFF2-40B4-BE49-F238E27FC236}">
                <a16:creationId xmlns:a16="http://schemas.microsoft.com/office/drawing/2014/main" id="{1759F181-5CBF-9AAF-E2D2-1A0C3FB9CC8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31633" y="3478326"/>
            <a:ext cx="1708312" cy="195240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8" name="item_2_title">
            <a:extLst>
              <a:ext uri="{FF2B5EF4-FFF2-40B4-BE49-F238E27FC236}">
                <a16:creationId xmlns:a16="http://schemas.microsoft.com/office/drawing/2014/main" id="{985234E0-875D-62EE-D7B5-9B5E1C770BA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024886" y="2664825"/>
            <a:ext cx="1708312" cy="81350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9" name="item_2">
            <a:extLst>
              <a:ext uri="{FF2B5EF4-FFF2-40B4-BE49-F238E27FC236}">
                <a16:creationId xmlns:a16="http://schemas.microsoft.com/office/drawing/2014/main" id="{E2C2FD0F-7CF8-73CD-6AA8-A9CDB1FF544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024886" y="3478326"/>
            <a:ext cx="1708312" cy="195240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0" name="item_3_title">
            <a:extLst>
              <a:ext uri="{FF2B5EF4-FFF2-40B4-BE49-F238E27FC236}">
                <a16:creationId xmlns:a16="http://schemas.microsoft.com/office/drawing/2014/main" id="{6534B3C1-DD7D-67BF-014C-D43E33DB2CEC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218138" y="2664825"/>
            <a:ext cx="1708312" cy="81350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1" name="item_3">
            <a:extLst>
              <a:ext uri="{FF2B5EF4-FFF2-40B4-BE49-F238E27FC236}">
                <a16:creationId xmlns:a16="http://schemas.microsoft.com/office/drawing/2014/main" id="{F2674D97-6271-5B56-1671-6A0E757AA5A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218138" y="3478326"/>
            <a:ext cx="1708312" cy="195240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2" name="item_4_title">
            <a:extLst>
              <a:ext uri="{FF2B5EF4-FFF2-40B4-BE49-F238E27FC236}">
                <a16:creationId xmlns:a16="http://schemas.microsoft.com/office/drawing/2014/main" id="{CA4EB01F-6326-7CD2-2B1F-2B46B09543B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7411391" y="2664825"/>
            <a:ext cx="1708312" cy="81350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item_4_title</a:t>
            </a:r>
          </a:p>
        </p:txBody>
      </p:sp>
      <p:sp>
        <p:nvSpPr>
          <p:cNvPr id="13" name="item_4">
            <a:extLst>
              <a:ext uri="{FF2B5EF4-FFF2-40B4-BE49-F238E27FC236}">
                <a16:creationId xmlns:a16="http://schemas.microsoft.com/office/drawing/2014/main" id="{AB8B51CF-0A59-0149-BCEF-8F147FBA4342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7411391" y="3478326"/>
            <a:ext cx="1708312" cy="195240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item_4</a:t>
            </a:r>
          </a:p>
        </p:txBody>
      </p:sp>
      <p:sp>
        <p:nvSpPr>
          <p:cNvPr id="14" name="source">
            <a:extLst>
              <a:ext uri="{FF2B5EF4-FFF2-40B4-BE49-F238E27FC236}">
                <a16:creationId xmlns:a16="http://schemas.microsoft.com/office/drawing/2014/main" id="{8A94C8F4-FF07-CFAF-B12A-BC3F6660AE5C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77334" y="5736562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2081088695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finding:single-her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B7F381-F10E-4587-B886-8036B7268BA3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D4D1C8-8C5D-4FFA-950C-FD08A0718FA9}" type="slidenum">
              <a:rPr lang="en-US" smtClean="0"/>
              <a:t>‹#›</a:t>
            </a:fld>
            <a:endParaRPr lang="en-US"/>
          </a:p>
        </p:txBody>
      </p:sp>
      <p:sp>
        <p:nvSpPr>
          <p:cNvPr id="6" name="kpi_value_1">
            <a:extLst>
              <a:ext uri="{FF2B5EF4-FFF2-40B4-BE49-F238E27FC236}">
                <a16:creationId xmlns:a16="http://schemas.microsoft.com/office/drawing/2014/main" id="{FE02A1D8-B591-2A41-6217-49EA82328153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831634" y="2339424"/>
            <a:ext cx="4161669" cy="1916607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08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kpi_value_1</a:t>
            </a:r>
          </a:p>
        </p:txBody>
      </p:sp>
      <p:sp>
        <p:nvSpPr>
          <p:cNvPr id="7" name="kpi_label_1">
            <a:extLst>
              <a:ext uri="{FF2B5EF4-FFF2-40B4-BE49-F238E27FC236}">
                <a16:creationId xmlns:a16="http://schemas.microsoft.com/office/drawing/2014/main" id="{382DAD34-C861-6147-B9D2-A7CC0C00819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31634" y="4317858"/>
            <a:ext cx="4161669" cy="1112869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kpi_label_1</a:t>
            </a:r>
          </a:p>
        </p:txBody>
      </p:sp>
      <p:sp>
        <p:nvSpPr>
          <p:cNvPr id="8" name="quote">
            <a:extLst>
              <a:ext uri="{FF2B5EF4-FFF2-40B4-BE49-F238E27FC236}">
                <a16:creationId xmlns:a16="http://schemas.microsoft.com/office/drawing/2014/main" id="{8A056F37-A2FB-8C95-E56F-898FB3F8507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31634" y="2339425"/>
            <a:ext cx="4161669" cy="241121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i="1">
                <a:latin typeface="+mj-lt"/>
              </a:defRPr>
            </a:lvl1pPr>
          </a:lstStyle>
          <a:p>
            <a:pPr lvl="0"/>
            <a:r>
              <a:rPr lang="en-US"/>
              <a:t>quote</a:t>
            </a:r>
          </a:p>
        </p:txBody>
      </p:sp>
      <p:sp>
        <p:nvSpPr>
          <p:cNvPr id="9" name="attribution">
            <a:extLst>
              <a:ext uri="{FF2B5EF4-FFF2-40B4-BE49-F238E27FC236}">
                <a16:creationId xmlns:a16="http://schemas.microsoft.com/office/drawing/2014/main" id="{D937CD50-2404-C18F-DAD7-4E34FBF9128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31634" y="4812466"/>
            <a:ext cx="4161669" cy="61826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attribution</a:t>
            </a:r>
          </a:p>
        </p:txBody>
      </p:sp>
      <p:sp>
        <p:nvSpPr>
          <p:cNvPr id="10" name="item_1_title">
            <a:extLst>
              <a:ext uri="{FF2B5EF4-FFF2-40B4-BE49-F238E27FC236}">
                <a16:creationId xmlns:a16="http://schemas.microsoft.com/office/drawing/2014/main" id="{73B9E58C-0E95-CF30-40FD-15B6E9C4F5B2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491468" y="2160589"/>
            <a:ext cx="3782534" cy="1014404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11" name="item_1">
            <a:extLst>
              <a:ext uri="{FF2B5EF4-FFF2-40B4-BE49-F238E27FC236}">
                <a16:creationId xmlns:a16="http://schemas.microsoft.com/office/drawing/2014/main" id="{EBC12DED-1740-2DA4-328D-94CFD931D04C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491468" y="3174993"/>
            <a:ext cx="3782534" cy="2434569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2" name="source">
            <a:extLst>
              <a:ext uri="{FF2B5EF4-FFF2-40B4-BE49-F238E27FC236}">
                <a16:creationId xmlns:a16="http://schemas.microsoft.com/office/drawing/2014/main" id="{7D1FE783-D7E1-EFAC-3662-617F994FC883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77334" y="5736562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2916170524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implications:cards-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B7F381-F10E-4587-B886-8036B7268BA3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D4D1C8-8C5D-4FFA-950C-FD08A0718FA9}" type="slidenum">
              <a:rPr lang="en-US" smtClean="0"/>
              <a:t>‹#›</a:t>
            </a:fld>
            <a:endParaRPr lang="en-US"/>
          </a:p>
        </p:txBody>
      </p:sp>
      <p:sp>
        <p:nvSpPr>
          <p:cNvPr id="6" name="item_1_title">
            <a:extLst>
              <a:ext uri="{FF2B5EF4-FFF2-40B4-BE49-F238E27FC236}">
                <a16:creationId xmlns:a16="http://schemas.microsoft.com/office/drawing/2014/main" id="{4CE38480-4F6E-8CCA-03BE-2AFD8984B10A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831633" y="2339424"/>
            <a:ext cx="2439396" cy="909206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7" name="item_1">
            <a:extLst>
              <a:ext uri="{FF2B5EF4-FFF2-40B4-BE49-F238E27FC236}">
                <a16:creationId xmlns:a16="http://schemas.microsoft.com/office/drawing/2014/main" id="{4518BC07-8CF6-A598-542A-F143B970ADA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31633" y="3248632"/>
            <a:ext cx="2439396" cy="218209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8" name="item_2_title">
            <a:extLst>
              <a:ext uri="{FF2B5EF4-FFF2-40B4-BE49-F238E27FC236}">
                <a16:creationId xmlns:a16="http://schemas.microsoft.com/office/drawing/2014/main" id="{980F8E42-F78B-9FED-66EF-E8452D57B8D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755970" y="2339424"/>
            <a:ext cx="2439396" cy="90920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9" name="item_2">
            <a:extLst>
              <a:ext uri="{FF2B5EF4-FFF2-40B4-BE49-F238E27FC236}">
                <a16:creationId xmlns:a16="http://schemas.microsoft.com/office/drawing/2014/main" id="{37B211D8-27A4-3CAA-E7DD-74CFC3175072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755970" y="3248632"/>
            <a:ext cx="2439396" cy="218209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0" name="item_3_title">
            <a:extLst>
              <a:ext uri="{FF2B5EF4-FFF2-40B4-BE49-F238E27FC236}">
                <a16:creationId xmlns:a16="http://schemas.microsoft.com/office/drawing/2014/main" id="{90A760BD-0709-7BC5-6878-C12217801D4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680306" y="2339424"/>
            <a:ext cx="2439396" cy="90920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1" name="item_3">
            <a:extLst>
              <a:ext uri="{FF2B5EF4-FFF2-40B4-BE49-F238E27FC236}">
                <a16:creationId xmlns:a16="http://schemas.microsoft.com/office/drawing/2014/main" id="{82955BC4-66A5-6D0B-8D44-865A6FBAA95B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680306" y="3248632"/>
            <a:ext cx="2439396" cy="218209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2" name="source">
            <a:extLst>
              <a:ext uri="{FF2B5EF4-FFF2-40B4-BE49-F238E27FC236}">
                <a16:creationId xmlns:a16="http://schemas.microsoft.com/office/drawing/2014/main" id="{DD4AC4BA-5C71-F09B-BD24-20E58D1B22C0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77334" y="5736562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3279616881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implications:two-spl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B7F381-F10E-4587-B886-8036B7268BA3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D4D1C8-8C5D-4FFA-950C-FD08A0718FA9}" type="slidenum">
              <a:rPr lang="en-US" smtClean="0"/>
              <a:t>‹#›</a:t>
            </a:fld>
            <a:endParaRPr lang="en-US"/>
          </a:p>
        </p:txBody>
      </p:sp>
      <p:sp>
        <p:nvSpPr>
          <p:cNvPr id="6" name="marker_1">
            <a:extLst>
              <a:ext uri="{FF2B5EF4-FFF2-40B4-BE49-F238E27FC236}">
                <a16:creationId xmlns:a16="http://schemas.microsoft.com/office/drawing/2014/main" id="{C61F946C-C802-6F70-BF0B-6BCD5556267F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831633" y="2339424"/>
            <a:ext cx="484940" cy="562055"/>
          </a:xfrm>
          <a:prstGeom prst="ellipse">
            <a:avLst/>
          </a:prstGeom>
          <a:solidFill>
            <a:schemeClr val="accent1"/>
          </a:solidFill>
        </p:spPr>
        <p:txBody>
          <a:bodyPr wrap="square" lIns="0" tIns="0" rIns="0" bIns="0" anchor="ctr">
            <a:noAutofit/>
          </a:bodyPr>
          <a:lstStyle>
            <a:lvl1pPr marL="0" indent="0" algn="ctr">
              <a:spcBef>
                <a:spcPts val="0"/>
              </a:spcBef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marker_1</a:t>
            </a:r>
          </a:p>
        </p:txBody>
      </p:sp>
      <p:sp>
        <p:nvSpPr>
          <p:cNvPr id="7" name="item_1_title">
            <a:extLst>
              <a:ext uri="{FF2B5EF4-FFF2-40B4-BE49-F238E27FC236}">
                <a16:creationId xmlns:a16="http://schemas.microsoft.com/office/drawing/2014/main" id="{F611958B-6E13-5990-86E3-13F2831BF46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404745" y="2339424"/>
            <a:ext cx="7714959" cy="371948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8" name="item_1">
            <a:extLst>
              <a:ext uri="{FF2B5EF4-FFF2-40B4-BE49-F238E27FC236}">
                <a16:creationId xmlns:a16="http://schemas.microsoft.com/office/drawing/2014/main" id="{B84976C9-C14C-6CB0-BCC5-AD3BDE6A7F5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404745" y="2711373"/>
            <a:ext cx="7714959" cy="89267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9" name="marker_2">
            <a:extLst>
              <a:ext uri="{FF2B5EF4-FFF2-40B4-BE49-F238E27FC236}">
                <a16:creationId xmlns:a16="http://schemas.microsoft.com/office/drawing/2014/main" id="{3FA7B98F-0A0B-B9FB-B7E8-96766BCB2D8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31633" y="4166104"/>
            <a:ext cx="484940" cy="562055"/>
          </a:xfrm>
          <a:prstGeom prst="ellipse">
            <a:avLst/>
          </a:prstGeom>
          <a:solidFill>
            <a:schemeClr val="accent1"/>
          </a:solidFill>
        </p:spPr>
        <p:txBody>
          <a:bodyPr wrap="square" lIns="0" tIns="0" rIns="0" bIns="0" anchor="ctr">
            <a:noAutofit/>
          </a:bodyPr>
          <a:lstStyle>
            <a:lvl1pPr marL="0" indent="0" algn="ctr">
              <a:spcBef>
                <a:spcPts val="0"/>
              </a:spcBef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marker_2</a:t>
            </a:r>
          </a:p>
        </p:txBody>
      </p:sp>
      <p:sp>
        <p:nvSpPr>
          <p:cNvPr id="10" name="item_2_title">
            <a:extLst>
              <a:ext uri="{FF2B5EF4-FFF2-40B4-BE49-F238E27FC236}">
                <a16:creationId xmlns:a16="http://schemas.microsoft.com/office/drawing/2014/main" id="{2FB787C2-FD44-4C6E-771A-509805599D7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404745" y="4166103"/>
            <a:ext cx="7714959" cy="371948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1" name="item_2">
            <a:extLst>
              <a:ext uri="{FF2B5EF4-FFF2-40B4-BE49-F238E27FC236}">
                <a16:creationId xmlns:a16="http://schemas.microsoft.com/office/drawing/2014/main" id="{215EE49E-AFDC-BFDB-B13A-F376F5CDAEF0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404745" y="4538052"/>
            <a:ext cx="7714959" cy="89267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2" name="source">
            <a:extLst>
              <a:ext uri="{FF2B5EF4-FFF2-40B4-BE49-F238E27FC236}">
                <a16:creationId xmlns:a16="http://schemas.microsoft.com/office/drawing/2014/main" id="{ED015F40-2362-9BD0-7EF3-090FAFF50D08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77334" y="5736562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783422959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implications:single-her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B7F381-F10E-4587-B886-8036B7268BA3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D4D1C8-8C5D-4FFA-950C-FD08A0718FA9}" type="slidenum">
              <a:rPr lang="en-US" smtClean="0"/>
              <a:t>‹#›</a:t>
            </a:fld>
            <a:endParaRPr lang="en-US"/>
          </a:p>
        </p:txBody>
      </p:sp>
      <p:sp>
        <p:nvSpPr>
          <p:cNvPr id="6" name="kpi_value_1">
            <a:extLst>
              <a:ext uri="{FF2B5EF4-FFF2-40B4-BE49-F238E27FC236}">
                <a16:creationId xmlns:a16="http://schemas.microsoft.com/office/drawing/2014/main" id="{AD8E9D6D-0766-05A6-1AC0-C482D5329549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831634" y="2339424"/>
            <a:ext cx="4161669" cy="1916607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08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kpi_value_1</a:t>
            </a:r>
          </a:p>
        </p:txBody>
      </p:sp>
      <p:sp>
        <p:nvSpPr>
          <p:cNvPr id="7" name="kpi_label_1">
            <a:extLst>
              <a:ext uri="{FF2B5EF4-FFF2-40B4-BE49-F238E27FC236}">
                <a16:creationId xmlns:a16="http://schemas.microsoft.com/office/drawing/2014/main" id="{379ACE35-00F9-CD5E-8344-395E4032588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31634" y="4317858"/>
            <a:ext cx="4161669" cy="1112869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kpi_label_1</a:t>
            </a:r>
          </a:p>
        </p:txBody>
      </p:sp>
      <p:sp>
        <p:nvSpPr>
          <p:cNvPr id="8" name="quote">
            <a:extLst>
              <a:ext uri="{FF2B5EF4-FFF2-40B4-BE49-F238E27FC236}">
                <a16:creationId xmlns:a16="http://schemas.microsoft.com/office/drawing/2014/main" id="{CD6C2888-1AFC-3C38-B671-A65BE050954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31634" y="2339425"/>
            <a:ext cx="4161669" cy="241121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i="1">
                <a:latin typeface="+mj-lt"/>
              </a:defRPr>
            </a:lvl1pPr>
          </a:lstStyle>
          <a:p>
            <a:pPr lvl="0"/>
            <a:r>
              <a:rPr lang="en-US"/>
              <a:t>quote</a:t>
            </a:r>
          </a:p>
        </p:txBody>
      </p:sp>
      <p:sp>
        <p:nvSpPr>
          <p:cNvPr id="9" name="attribution">
            <a:extLst>
              <a:ext uri="{FF2B5EF4-FFF2-40B4-BE49-F238E27FC236}">
                <a16:creationId xmlns:a16="http://schemas.microsoft.com/office/drawing/2014/main" id="{E3F22928-B66C-F0B3-162D-5BE8ADCE5AF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31634" y="4812466"/>
            <a:ext cx="4161669" cy="61826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attribution</a:t>
            </a:r>
          </a:p>
        </p:txBody>
      </p:sp>
      <p:sp>
        <p:nvSpPr>
          <p:cNvPr id="10" name="item_1_title">
            <a:extLst>
              <a:ext uri="{FF2B5EF4-FFF2-40B4-BE49-F238E27FC236}">
                <a16:creationId xmlns:a16="http://schemas.microsoft.com/office/drawing/2014/main" id="{E51C3FB3-811E-FE83-FA03-EF2F99B67A8A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491468" y="2160589"/>
            <a:ext cx="3782534" cy="1014404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11" name="item_1">
            <a:extLst>
              <a:ext uri="{FF2B5EF4-FFF2-40B4-BE49-F238E27FC236}">
                <a16:creationId xmlns:a16="http://schemas.microsoft.com/office/drawing/2014/main" id="{8FFC08C0-2827-28EC-DAE6-578D1625477E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491468" y="3174993"/>
            <a:ext cx="3782534" cy="2434569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2" name="source">
            <a:extLst>
              <a:ext uri="{FF2B5EF4-FFF2-40B4-BE49-F238E27FC236}">
                <a16:creationId xmlns:a16="http://schemas.microsoft.com/office/drawing/2014/main" id="{64B61E8B-EF79-B9D8-0C8F-26ABAC7897B9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77334" y="5736562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2749940874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limitations:numbere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B7F381-F10E-4587-B886-8036B7268BA3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D4D1C8-8C5D-4FFA-950C-FD08A0718FA9}" type="slidenum">
              <a:rPr lang="en-US" smtClean="0"/>
              <a:t>‹#›</a:t>
            </a:fld>
            <a:endParaRPr lang="en-US"/>
          </a:p>
        </p:txBody>
      </p:sp>
      <p:sp>
        <p:nvSpPr>
          <p:cNvPr id="6" name="marker_1">
            <a:extLst>
              <a:ext uri="{FF2B5EF4-FFF2-40B4-BE49-F238E27FC236}">
                <a16:creationId xmlns:a16="http://schemas.microsoft.com/office/drawing/2014/main" id="{E369C00B-C8FC-DCAB-1D0B-E135C9E51053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787548" y="2288329"/>
            <a:ext cx="484940" cy="562055"/>
          </a:xfrm>
          <a:prstGeom prst="ellipse">
            <a:avLst/>
          </a:prstGeom>
          <a:solidFill>
            <a:schemeClr val="accent1"/>
          </a:solidFill>
        </p:spPr>
        <p:txBody>
          <a:bodyPr wrap="square" lIns="0" tIns="0" rIns="0" bIns="0" anchor="ctr">
            <a:noAutofit/>
          </a:bodyPr>
          <a:lstStyle>
            <a:lvl1pPr marL="0" indent="0" algn="ctr">
              <a:spcBef>
                <a:spcPts val="0"/>
              </a:spcBef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marker_1</a:t>
            </a:r>
          </a:p>
        </p:txBody>
      </p:sp>
      <p:sp>
        <p:nvSpPr>
          <p:cNvPr id="7" name="item_1">
            <a:extLst>
              <a:ext uri="{FF2B5EF4-FFF2-40B4-BE49-F238E27FC236}">
                <a16:creationId xmlns:a16="http://schemas.microsoft.com/office/drawing/2014/main" id="{AD2B44E2-2616-6658-A638-333575E7B8D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360660" y="2288330"/>
            <a:ext cx="7803129" cy="510959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8" name="marker_2">
            <a:extLst>
              <a:ext uri="{FF2B5EF4-FFF2-40B4-BE49-F238E27FC236}">
                <a16:creationId xmlns:a16="http://schemas.microsoft.com/office/drawing/2014/main" id="{A52A2BFB-AE7A-1311-6EDF-A79F2F5C897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87548" y="3182508"/>
            <a:ext cx="484940" cy="562055"/>
          </a:xfrm>
          <a:prstGeom prst="ellipse">
            <a:avLst/>
          </a:prstGeom>
          <a:solidFill>
            <a:schemeClr val="accent1"/>
          </a:solidFill>
        </p:spPr>
        <p:txBody>
          <a:bodyPr wrap="square" lIns="0" tIns="0" rIns="0" bIns="0" anchor="ctr">
            <a:noAutofit/>
          </a:bodyPr>
          <a:lstStyle>
            <a:lvl1pPr marL="0" indent="0" algn="ctr">
              <a:spcBef>
                <a:spcPts val="0"/>
              </a:spcBef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marker_2</a:t>
            </a:r>
          </a:p>
        </p:txBody>
      </p:sp>
      <p:sp>
        <p:nvSpPr>
          <p:cNvPr id="9" name="item_2">
            <a:extLst>
              <a:ext uri="{FF2B5EF4-FFF2-40B4-BE49-F238E27FC236}">
                <a16:creationId xmlns:a16="http://schemas.microsoft.com/office/drawing/2014/main" id="{DDD97C91-5FC5-BFD9-73D2-798AB3EB097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360660" y="3182508"/>
            <a:ext cx="7803129" cy="510959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0" name="marker_3">
            <a:extLst>
              <a:ext uri="{FF2B5EF4-FFF2-40B4-BE49-F238E27FC236}">
                <a16:creationId xmlns:a16="http://schemas.microsoft.com/office/drawing/2014/main" id="{3D4F3060-6909-A303-CF0D-60A550C8CD9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87548" y="4076686"/>
            <a:ext cx="484940" cy="562055"/>
          </a:xfrm>
          <a:prstGeom prst="ellipse">
            <a:avLst/>
          </a:prstGeom>
          <a:solidFill>
            <a:schemeClr val="accent1"/>
          </a:solidFill>
        </p:spPr>
        <p:txBody>
          <a:bodyPr wrap="square" lIns="0" tIns="0" rIns="0" bIns="0" anchor="ctr">
            <a:noAutofit/>
          </a:bodyPr>
          <a:lstStyle>
            <a:lvl1pPr marL="0" indent="0" algn="ctr">
              <a:spcBef>
                <a:spcPts val="0"/>
              </a:spcBef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marker_3</a:t>
            </a:r>
          </a:p>
        </p:txBody>
      </p:sp>
      <p:sp>
        <p:nvSpPr>
          <p:cNvPr id="11" name="item_3">
            <a:extLst>
              <a:ext uri="{FF2B5EF4-FFF2-40B4-BE49-F238E27FC236}">
                <a16:creationId xmlns:a16="http://schemas.microsoft.com/office/drawing/2014/main" id="{DAB1D38D-C39C-639B-9D87-179B00ED3D14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360660" y="4076686"/>
            <a:ext cx="7803129" cy="510959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2" name="marker_4">
            <a:extLst>
              <a:ext uri="{FF2B5EF4-FFF2-40B4-BE49-F238E27FC236}">
                <a16:creationId xmlns:a16="http://schemas.microsoft.com/office/drawing/2014/main" id="{3D826790-F8CB-4162-8EC9-BD989836C59A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787548" y="4970864"/>
            <a:ext cx="484940" cy="562055"/>
          </a:xfrm>
          <a:prstGeom prst="ellipse">
            <a:avLst/>
          </a:prstGeom>
          <a:solidFill>
            <a:schemeClr val="accent1"/>
          </a:solidFill>
        </p:spPr>
        <p:txBody>
          <a:bodyPr wrap="square" lIns="0" tIns="0" rIns="0" bIns="0" anchor="ctr">
            <a:noAutofit/>
          </a:bodyPr>
          <a:lstStyle>
            <a:lvl1pPr marL="0" indent="0" algn="ctr">
              <a:spcBef>
                <a:spcPts val="0"/>
              </a:spcBef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marker_4</a:t>
            </a:r>
          </a:p>
        </p:txBody>
      </p:sp>
      <p:sp>
        <p:nvSpPr>
          <p:cNvPr id="13" name="item_4">
            <a:extLst>
              <a:ext uri="{FF2B5EF4-FFF2-40B4-BE49-F238E27FC236}">
                <a16:creationId xmlns:a16="http://schemas.microsoft.com/office/drawing/2014/main" id="{74AD0345-7031-D2C7-F004-D782EB800CAC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360660" y="4970864"/>
            <a:ext cx="7803129" cy="510959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item_4</a:t>
            </a:r>
          </a:p>
        </p:txBody>
      </p:sp>
      <p:sp>
        <p:nvSpPr>
          <p:cNvPr id="14" name="source">
            <a:extLst>
              <a:ext uri="{FF2B5EF4-FFF2-40B4-BE49-F238E27FC236}">
                <a16:creationId xmlns:a16="http://schemas.microsoft.com/office/drawing/2014/main" id="{96038124-6942-2C15-E20C-01D5ED7609B4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77334" y="5736562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1121562776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closing:takeaway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B7F381-F10E-4587-B886-8036B7268BA3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D4D1C8-8C5D-4FFA-950C-FD08A0718FA9}" type="slidenum">
              <a:rPr lang="en-US" smtClean="0"/>
              <a:t>‹#›</a:t>
            </a:fld>
            <a:endParaRPr lang="en-US"/>
          </a:p>
        </p:txBody>
      </p:sp>
      <p:sp>
        <p:nvSpPr>
          <p:cNvPr id="6" name="decisions_title">
            <a:extLst>
              <a:ext uri="{FF2B5EF4-FFF2-40B4-BE49-F238E27FC236}">
                <a16:creationId xmlns:a16="http://schemas.microsoft.com/office/drawing/2014/main" id="{38C87AFA-5448-81C5-553E-453440B80969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831634" y="4615747"/>
            <a:ext cx="2080835" cy="814980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decisions_title</a:t>
            </a:r>
          </a:p>
        </p:txBody>
      </p:sp>
      <p:sp>
        <p:nvSpPr>
          <p:cNvPr id="7" name="decisions">
            <a:extLst>
              <a:ext uri="{FF2B5EF4-FFF2-40B4-BE49-F238E27FC236}">
                <a16:creationId xmlns:a16="http://schemas.microsoft.com/office/drawing/2014/main" id="{C53CF140-2C51-CCB4-D38D-FAB64B60224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998435" y="4615747"/>
            <a:ext cx="6121269" cy="8149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decisions</a:t>
            </a:r>
          </a:p>
        </p:txBody>
      </p:sp>
      <p:sp>
        <p:nvSpPr>
          <p:cNvPr id="8" name="item_1_title">
            <a:extLst>
              <a:ext uri="{FF2B5EF4-FFF2-40B4-BE49-F238E27FC236}">
                <a16:creationId xmlns:a16="http://schemas.microsoft.com/office/drawing/2014/main" id="{FD48DA34-9606-6508-046A-FB86B8AF79E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31633" y="2339425"/>
            <a:ext cx="2439396" cy="50344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9" name="item_1">
            <a:extLst>
              <a:ext uri="{FF2B5EF4-FFF2-40B4-BE49-F238E27FC236}">
                <a16:creationId xmlns:a16="http://schemas.microsoft.com/office/drawing/2014/main" id="{14F949A1-5C63-33B6-29AD-70BD34E9FAE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31633" y="2842869"/>
            <a:ext cx="2439396" cy="1208268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0" name="item_2_title">
            <a:extLst>
              <a:ext uri="{FF2B5EF4-FFF2-40B4-BE49-F238E27FC236}">
                <a16:creationId xmlns:a16="http://schemas.microsoft.com/office/drawing/2014/main" id="{9A9F334B-3F03-2EB8-9F24-273066F3289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755970" y="2339425"/>
            <a:ext cx="2439396" cy="50344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1" name="item_2">
            <a:extLst>
              <a:ext uri="{FF2B5EF4-FFF2-40B4-BE49-F238E27FC236}">
                <a16:creationId xmlns:a16="http://schemas.microsoft.com/office/drawing/2014/main" id="{D248CECD-9157-1D59-4DDA-D6B7F121B2AB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755970" y="2842869"/>
            <a:ext cx="2439396" cy="1208268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2" name="item_3_title">
            <a:extLst>
              <a:ext uri="{FF2B5EF4-FFF2-40B4-BE49-F238E27FC236}">
                <a16:creationId xmlns:a16="http://schemas.microsoft.com/office/drawing/2014/main" id="{8ACE4377-C6B2-27C4-21CA-BEDEB3EB9004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680306" y="2339425"/>
            <a:ext cx="2439396" cy="50344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3" name="item_3">
            <a:extLst>
              <a:ext uri="{FF2B5EF4-FFF2-40B4-BE49-F238E27FC236}">
                <a16:creationId xmlns:a16="http://schemas.microsoft.com/office/drawing/2014/main" id="{B9E6C604-4268-92AF-2C86-C1F50AA770C3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680306" y="2842869"/>
            <a:ext cx="2439396" cy="1208268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4" name="source">
            <a:extLst>
              <a:ext uri="{FF2B5EF4-FFF2-40B4-BE49-F238E27FC236}">
                <a16:creationId xmlns:a16="http://schemas.microsoft.com/office/drawing/2014/main" id="{13430725-B331-F185-F040-74553DA61CE7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77334" y="5736562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233286763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85000"/>
                  <a:lumOff val="1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  <a:lumOff val="1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6B7F381-F10E-4587-B886-8036B7268BA3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C8D4D1C8-8C5D-4FFA-950C-FD08A0718FA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6352715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77" r:id="rId1"/>
    <p:sldLayoutId id="2147483678" r:id="rId2"/>
    <p:sldLayoutId id="2147483679" r:id="rId3"/>
    <p:sldLayoutId id="2147483680" r:id="rId4"/>
    <p:sldLayoutId id="2147483681" r:id="rId5"/>
    <p:sldLayoutId id="2147483682" r:id="rId6"/>
    <p:sldLayoutId id="2147483683" r:id="rId7"/>
    <p:sldLayoutId id="2147483684" r:id="rId8"/>
    <p:sldLayoutId id="2147483685" r:id="rId9"/>
    <p:sldLayoutId id="2147483686" r:id="rId10"/>
    <p:sldLayoutId id="2147483687" r:id="rId11"/>
    <p:sldLayoutId id="2147483688" r:id="rId12"/>
    <p:sldLayoutId id="2147483689" r:id="rId13"/>
    <p:sldLayoutId id="2147483690" r:id="rId14"/>
    <p:sldLayoutId id="2147483691" r:id="rId15"/>
    <p:sldLayoutId id="2147483692" r:id="rId16"/>
    <p:sldLayoutId id="2147483693" r:id="rId17"/>
    <p:sldLayoutId id="2147483694" r:id="rId18"/>
    <p:sldLayoutId id="2147483695" r:id="rId19"/>
    <p:sldLayoutId id="2147483696" r:id="rId20"/>
    <p:sldLayoutId id="2147483697" r:id="rId21"/>
    <p:sldLayoutId id="2147483698" r:id="rId22"/>
    <p:sldLayoutId id="2147483699" r:id="rId23"/>
    <p:sldLayoutId id="2147483700" r:id="rId24"/>
    <p:sldLayoutId id="2147483701" r:id="rId25"/>
    <p:sldLayoutId id="2147483702" r:id="rId26"/>
    <p:sldLayoutId id="2147483703" r:id="rId27"/>
    <p:sldLayoutId id="2147483704" r:id="rId28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Bahnschrift SemiBold" panose="020B0603020202020204"/>
        <a:ea typeface=""/>
        <a:cs typeface="Segoe UI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Segoe UI" panose="020B0603020202020204"/>
        <a:ea typeface=""/>
        <a:cs typeface="Segoe UI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8C59B386-999D-4CB6-B907-9F3997C027CC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facet-dark</Template>
  <TotalTime>0</TotalTime>
  <Words>0</Words>
  <Application>Microsoft Office PowerPoint</Application>
  <PresentationFormat>Custom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Bahnschrift SemiBold</vt:lpstr>
      <vt:lpstr>Segoe UI</vt:lpstr>
      <vt:lpstr>Wingdings 3</vt:lpstr>
      <vt:lpstr>Facet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Asma Sami</dc:creator>
  <cp:lastModifiedBy>Asma Sami</cp:lastModifiedBy>
  <cp:revision>1</cp:revision>
  <dcterms:created xsi:type="dcterms:W3CDTF">2026-10-03T18:07:53Z</dcterms:created>
  <dcterms:modified xsi:type="dcterms:W3CDTF">2026-10-03T18:08:16Z</dcterms:modified>
</cp:coreProperties>
</file>