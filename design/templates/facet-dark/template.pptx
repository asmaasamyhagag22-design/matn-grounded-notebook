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Sz cx="12192000" cy="6858000"/>
  <p:notesSz cx="6858000" cy="9144000"/>
  <p:defaultTextStyle>
    <a:defPPr lvl="0">
      <a:defRPr lang="en-US"/>
    </a:defPPr>
    <a:lvl1pPr marL="0" lvl="1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lvl="2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lvl="3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lvl="4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viewProps" Target="viewProps.xml"/><Relationship Id="rId2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5" Type="http://schemas.openxmlformats.org/officeDocument/2006/relationships/tableStyles" Target="tableStyles.xml"/><Relationship Id="rId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matn:title: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32" name="Straight Connector 31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85000"/>
                  <a:lumOff val="1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  <a:lumOff val="1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0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1" name="Isosceles Triangle 30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"/>
          <p:cNvSpPr>
            <a:spLocks noGrp="1"/>
          </p:cNvSpPr>
          <p:nvPr>
            <p:ph type="ctrTitle"/>
          </p:nvPr>
        </p:nvSpPr>
        <p:spPr>
          <a:xfrm>
            <a:off x="1507067" y="2404534"/>
            <a:ext cx="7766936" cy="1646302"/>
          </a:xfrm>
        </p:spPr>
        <p:txBody>
          <a:bodyPr anchor="b">
            <a:noAutofit/>
          </a:bodyPr>
          <a:lstStyle>
            <a:lvl1pPr algn="r">
              <a:defRPr sz="40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"/>
          <p:cNvSpPr>
            <a:spLocks noGrp="1"/>
          </p:cNvSpPr>
          <p:nvPr>
            <p:ph type="subTitle" idx="1"/>
          </p:nvPr>
        </p:nvSpPr>
        <p:spPr>
          <a:xfrm>
            <a:off x="1507067" y="4050833"/>
            <a:ext cx="7766936" cy="1096899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588302-F725-4E0D-AD75-D9B0BA2EF836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93683F-31E2-46C4-A5EC-E1CFD9E8730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5418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executive_summary: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588302-F725-4E0D-AD75-D9B0BA2EF836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93683F-31E2-46C4-A5EC-E1CFD9E8730E}" type="slidenum">
              <a:rPr lang="en-US" smtClean="0"/>
              <a:t>‹#›</a:t>
            </a:fld>
            <a:endParaRPr lang="en-US"/>
          </a:p>
        </p:txBody>
      </p:sp>
      <p:sp>
        <p:nvSpPr>
          <p:cNvPr id="6" name="item_1_title">
            <a:extLst>
              <a:ext uri="{FF2B5EF4-FFF2-40B4-BE49-F238E27FC236}">
                <a16:creationId xmlns:a16="http://schemas.microsoft.com/office/drawing/2014/main" id="{64622062-4C90-6B50-D944-61658B4F0448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787548" y="2288329"/>
            <a:ext cx="2512872" cy="510959"/>
          </a:xfr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>
                    <a:lumMod val="70000"/>
                    <a:lumOff val="30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item_1_title</a:t>
            </a:r>
          </a:p>
        </p:txBody>
      </p:sp>
      <p:sp>
        <p:nvSpPr>
          <p:cNvPr id="7" name="item_1">
            <a:extLst>
              <a:ext uri="{FF2B5EF4-FFF2-40B4-BE49-F238E27FC236}">
                <a16:creationId xmlns:a16="http://schemas.microsoft.com/office/drawing/2014/main" id="{081832FE-C7D4-27EE-D7CC-7F9ACF6BE3F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388592" y="2288330"/>
            <a:ext cx="5775197" cy="510959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item_1</a:t>
            </a:r>
          </a:p>
        </p:txBody>
      </p:sp>
      <p:sp>
        <p:nvSpPr>
          <p:cNvPr id="8" name="item_2_title">
            <a:extLst>
              <a:ext uri="{FF2B5EF4-FFF2-40B4-BE49-F238E27FC236}">
                <a16:creationId xmlns:a16="http://schemas.microsoft.com/office/drawing/2014/main" id="{C248CD53-5800-A9B0-7A76-AB92414BFE47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787548" y="3182508"/>
            <a:ext cx="2512872" cy="510959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>
                    <a:lumMod val="70000"/>
                    <a:lumOff val="30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item_2_title</a:t>
            </a:r>
          </a:p>
        </p:txBody>
      </p:sp>
      <p:sp>
        <p:nvSpPr>
          <p:cNvPr id="9" name="item_2">
            <a:extLst>
              <a:ext uri="{FF2B5EF4-FFF2-40B4-BE49-F238E27FC236}">
                <a16:creationId xmlns:a16="http://schemas.microsoft.com/office/drawing/2014/main" id="{6DBEBACA-D2BF-7547-7354-E947F05FE754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388592" y="3182508"/>
            <a:ext cx="5775197" cy="510959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item_2</a:t>
            </a:r>
          </a:p>
        </p:txBody>
      </p:sp>
      <p:sp>
        <p:nvSpPr>
          <p:cNvPr id="10" name="item_3_title">
            <a:extLst>
              <a:ext uri="{FF2B5EF4-FFF2-40B4-BE49-F238E27FC236}">
                <a16:creationId xmlns:a16="http://schemas.microsoft.com/office/drawing/2014/main" id="{0570CB97-8E4B-2A9E-AE33-00211FF8333E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787548" y="4076686"/>
            <a:ext cx="2512872" cy="510959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>
                    <a:lumMod val="70000"/>
                    <a:lumOff val="30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item_3_title</a:t>
            </a:r>
          </a:p>
        </p:txBody>
      </p:sp>
      <p:sp>
        <p:nvSpPr>
          <p:cNvPr id="11" name="item_3">
            <a:extLst>
              <a:ext uri="{FF2B5EF4-FFF2-40B4-BE49-F238E27FC236}">
                <a16:creationId xmlns:a16="http://schemas.microsoft.com/office/drawing/2014/main" id="{B44023C7-5600-8FE0-7D94-4EDA8AB9B647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388592" y="4076686"/>
            <a:ext cx="5775197" cy="510959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item_3</a:t>
            </a:r>
          </a:p>
        </p:txBody>
      </p:sp>
      <p:sp>
        <p:nvSpPr>
          <p:cNvPr id="12" name="item_4_title">
            <a:extLst>
              <a:ext uri="{FF2B5EF4-FFF2-40B4-BE49-F238E27FC236}">
                <a16:creationId xmlns:a16="http://schemas.microsoft.com/office/drawing/2014/main" id="{8B68C180-3B5B-3621-C3D7-4D95C90405A7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787548" y="4970864"/>
            <a:ext cx="2512872" cy="510959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>
                    <a:lumMod val="70000"/>
                    <a:lumOff val="30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item_4_title</a:t>
            </a:r>
          </a:p>
        </p:txBody>
      </p:sp>
      <p:sp>
        <p:nvSpPr>
          <p:cNvPr id="13" name="item_4">
            <a:extLst>
              <a:ext uri="{FF2B5EF4-FFF2-40B4-BE49-F238E27FC236}">
                <a16:creationId xmlns:a16="http://schemas.microsoft.com/office/drawing/2014/main" id="{D0E26456-E9DD-E754-8912-DAFB3369A339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3388592" y="4970864"/>
            <a:ext cx="5775197" cy="510959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item_4</a:t>
            </a:r>
          </a:p>
        </p:txBody>
      </p:sp>
      <p:sp>
        <p:nvSpPr>
          <p:cNvPr id="14" name="source">
            <a:extLst>
              <a:ext uri="{FF2B5EF4-FFF2-40B4-BE49-F238E27FC236}">
                <a16:creationId xmlns:a16="http://schemas.microsoft.com/office/drawing/2014/main" id="{5511407B-6FA2-0698-F599-B8B4012A4E75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77334" y="5736562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>
              <a:lumMod val="70000"/>
              <a:lumOff val="30000"/>
            </a:schemeClr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403103317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kpi:big-numb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588302-F725-4E0D-AD75-D9B0BA2EF836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93683F-31E2-46C4-A5EC-E1CFD9E8730E}" type="slidenum">
              <a:rPr lang="en-US" smtClean="0"/>
              <a:t>‹#›</a:t>
            </a:fld>
            <a:endParaRPr lang="en-US"/>
          </a:p>
        </p:txBody>
      </p:sp>
      <p:sp>
        <p:nvSpPr>
          <p:cNvPr id="6" name="body">
            <a:extLst>
              <a:ext uri="{FF2B5EF4-FFF2-40B4-BE49-F238E27FC236}">
                <a16:creationId xmlns:a16="http://schemas.microsoft.com/office/drawing/2014/main" id="{D4C06091-68D1-DF55-FA83-E1B34BF244E6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677334" y="4919767"/>
            <a:ext cx="8596668" cy="689795"/>
          </a:xfrm>
        </p:spPr>
        <p:txBody>
          <a:bodyPr wrap="square" anchor="t">
            <a:noAutofit/>
          </a:bodyPr>
          <a:lstStyle>
            <a:lvl1pPr>
              <a:defRPr sz="2000"/>
            </a:lvl1pPr>
          </a:lstStyle>
          <a:p>
            <a:pPr lvl="0"/>
            <a:r>
              <a:rPr lang="en-US"/>
              <a:t>body</a:t>
            </a:r>
          </a:p>
        </p:txBody>
      </p:sp>
      <p:sp>
        <p:nvSpPr>
          <p:cNvPr id="7" name="kpi_value_1">
            <a:extLst>
              <a:ext uri="{FF2B5EF4-FFF2-40B4-BE49-F238E27FC236}">
                <a16:creationId xmlns:a16="http://schemas.microsoft.com/office/drawing/2014/main" id="{11DE3C58-1E17-A898-D80C-E5484C7ED764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831634" y="2339424"/>
            <a:ext cx="3901565" cy="1455138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6000" b="1">
                <a:solidFill>
                  <a:schemeClr val="accent1">
                    <a:lumMod val="70000"/>
                    <a:lumOff val="30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kpi_value_1</a:t>
            </a:r>
          </a:p>
        </p:txBody>
      </p:sp>
      <p:sp>
        <p:nvSpPr>
          <p:cNvPr id="8" name="kpi_label_1">
            <a:extLst>
              <a:ext uri="{FF2B5EF4-FFF2-40B4-BE49-F238E27FC236}">
                <a16:creationId xmlns:a16="http://schemas.microsoft.com/office/drawing/2014/main" id="{7F6741B6-9482-6384-2482-77522A15ED4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831634" y="3794563"/>
            <a:ext cx="3901565" cy="80841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kpi_label_1</a:t>
            </a:r>
          </a:p>
        </p:txBody>
      </p:sp>
      <p:sp>
        <p:nvSpPr>
          <p:cNvPr id="9" name="kpi_value_2">
            <a:extLst>
              <a:ext uri="{FF2B5EF4-FFF2-40B4-BE49-F238E27FC236}">
                <a16:creationId xmlns:a16="http://schemas.microsoft.com/office/drawing/2014/main" id="{238CE13B-F589-84CB-534D-A062CAB50AB8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218139" y="2339424"/>
            <a:ext cx="3901565" cy="1455138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6000" b="1">
                <a:solidFill>
                  <a:schemeClr val="accent1">
                    <a:lumMod val="70000"/>
                    <a:lumOff val="30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kpi_value_2</a:t>
            </a:r>
          </a:p>
        </p:txBody>
      </p:sp>
      <p:sp>
        <p:nvSpPr>
          <p:cNvPr id="10" name="kpi_label_2">
            <a:extLst>
              <a:ext uri="{FF2B5EF4-FFF2-40B4-BE49-F238E27FC236}">
                <a16:creationId xmlns:a16="http://schemas.microsoft.com/office/drawing/2014/main" id="{030146C4-EB92-990D-00EE-39206AFD06EE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218139" y="3794563"/>
            <a:ext cx="3901565" cy="80841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kpi_label_2</a:t>
            </a:r>
          </a:p>
        </p:txBody>
      </p:sp>
      <p:sp>
        <p:nvSpPr>
          <p:cNvPr id="11" name="source">
            <a:extLst>
              <a:ext uri="{FF2B5EF4-FFF2-40B4-BE49-F238E27FC236}">
                <a16:creationId xmlns:a16="http://schemas.microsoft.com/office/drawing/2014/main" id="{4708D630-788A-6E90-F774-E25D9287FCBD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77334" y="5736562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>
              <a:lumMod val="70000"/>
              <a:lumOff val="30000"/>
            </a:schemeClr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371292082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kpi:card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588302-F725-4E0D-AD75-D9B0BA2EF836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93683F-31E2-46C4-A5EC-E1CFD9E8730E}" type="slidenum">
              <a:rPr lang="en-US" smtClean="0"/>
              <a:t>‹#›</a:t>
            </a:fld>
            <a:endParaRPr lang="en-US"/>
          </a:p>
        </p:txBody>
      </p:sp>
      <p:sp>
        <p:nvSpPr>
          <p:cNvPr id="6" name="body">
            <a:extLst>
              <a:ext uri="{FF2B5EF4-FFF2-40B4-BE49-F238E27FC236}">
                <a16:creationId xmlns:a16="http://schemas.microsoft.com/office/drawing/2014/main" id="{C8F73DBE-3BC3-B1C6-38AE-FDAD19D7ED0D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677334" y="4919767"/>
            <a:ext cx="8596668" cy="689795"/>
          </a:xfrm>
        </p:spPr>
        <p:txBody>
          <a:bodyPr wrap="square" anchor="t">
            <a:noAutofit/>
          </a:bodyPr>
          <a:lstStyle>
            <a:lvl1pPr>
              <a:defRPr sz="2000"/>
            </a:lvl1pPr>
          </a:lstStyle>
          <a:p>
            <a:pPr lvl="0"/>
            <a:r>
              <a:rPr lang="en-US"/>
              <a:t>body</a:t>
            </a:r>
          </a:p>
        </p:txBody>
      </p:sp>
      <p:sp>
        <p:nvSpPr>
          <p:cNvPr id="7" name="kpi_value_1">
            <a:extLst>
              <a:ext uri="{FF2B5EF4-FFF2-40B4-BE49-F238E27FC236}">
                <a16:creationId xmlns:a16="http://schemas.microsoft.com/office/drawing/2014/main" id="{10FD2692-E688-1C36-2B22-2C87CA283FF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831633" y="2339424"/>
            <a:ext cx="1708312" cy="1455138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6000" b="1">
                <a:solidFill>
                  <a:schemeClr val="accent1">
                    <a:lumMod val="70000"/>
                    <a:lumOff val="30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kpi_value_1</a:t>
            </a:r>
          </a:p>
        </p:txBody>
      </p:sp>
      <p:sp>
        <p:nvSpPr>
          <p:cNvPr id="8" name="kpi_label_1">
            <a:extLst>
              <a:ext uri="{FF2B5EF4-FFF2-40B4-BE49-F238E27FC236}">
                <a16:creationId xmlns:a16="http://schemas.microsoft.com/office/drawing/2014/main" id="{4FA32764-F329-A697-23D4-EC5DABE0B153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831633" y="3794563"/>
            <a:ext cx="1708312" cy="80841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kpi_label_1</a:t>
            </a:r>
          </a:p>
        </p:txBody>
      </p:sp>
      <p:sp>
        <p:nvSpPr>
          <p:cNvPr id="9" name="kpi_value_2">
            <a:extLst>
              <a:ext uri="{FF2B5EF4-FFF2-40B4-BE49-F238E27FC236}">
                <a16:creationId xmlns:a16="http://schemas.microsoft.com/office/drawing/2014/main" id="{592280AE-2950-FF13-B222-501FAFD64CE8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024886" y="2339424"/>
            <a:ext cx="1708312" cy="1455138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6000" b="1">
                <a:solidFill>
                  <a:schemeClr val="accent1">
                    <a:lumMod val="70000"/>
                    <a:lumOff val="30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kpi_value_2</a:t>
            </a:r>
          </a:p>
        </p:txBody>
      </p:sp>
      <p:sp>
        <p:nvSpPr>
          <p:cNvPr id="10" name="kpi_label_2">
            <a:extLst>
              <a:ext uri="{FF2B5EF4-FFF2-40B4-BE49-F238E27FC236}">
                <a16:creationId xmlns:a16="http://schemas.microsoft.com/office/drawing/2014/main" id="{21D056E8-460B-FAFB-B4EE-7F80D000733C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024886" y="3794563"/>
            <a:ext cx="1708312" cy="80841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kpi_label_2</a:t>
            </a:r>
          </a:p>
        </p:txBody>
      </p:sp>
      <p:sp>
        <p:nvSpPr>
          <p:cNvPr id="11" name="kpi_value_3">
            <a:extLst>
              <a:ext uri="{FF2B5EF4-FFF2-40B4-BE49-F238E27FC236}">
                <a16:creationId xmlns:a16="http://schemas.microsoft.com/office/drawing/2014/main" id="{4E18AEC7-9E55-B958-DD03-BB0FD6340FB1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5218138" y="2339424"/>
            <a:ext cx="1708312" cy="1455138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6000" b="1">
                <a:solidFill>
                  <a:schemeClr val="accent1">
                    <a:lumMod val="70000"/>
                    <a:lumOff val="30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kpi_value_3</a:t>
            </a:r>
          </a:p>
        </p:txBody>
      </p:sp>
      <p:sp>
        <p:nvSpPr>
          <p:cNvPr id="12" name="kpi_label_3">
            <a:extLst>
              <a:ext uri="{FF2B5EF4-FFF2-40B4-BE49-F238E27FC236}">
                <a16:creationId xmlns:a16="http://schemas.microsoft.com/office/drawing/2014/main" id="{2F574C6D-C645-4E96-6935-2E946DE26250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5218138" y="3794563"/>
            <a:ext cx="1708312" cy="80841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kpi_label_3</a:t>
            </a:r>
          </a:p>
        </p:txBody>
      </p:sp>
      <p:sp>
        <p:nvSpPr>
          <p:cNvPr id="13" name="kpi_value_4">
            <a:extLst>
              <a:ext uri="{FF2B5EF4-FFF2-40B4-BE49-F238E27FC236}">
                <a16:creationId xmlns:a16="http://schemas.microsoft.com/office/drawing/2014/main" id="{1527819B-CEC9-5351-B3F5-252A6E838903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7411391" y="2339424"/>
            <a:ext cx="1708312" cy="1455138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6000" b="1">
                <a:solidFill>
                  <a:schemeClr val="accent1">
                    <a:lumMod val="70000"/>
                    <a:lumOff val="30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kpi_value_4</a:t>
            </a:r>
          </a:p>
        </p:txBody>
      </p:sp>
      <p:sp>
        <p:nvSpPr>
          <p:cNvPr id="14" name="kpi_label_4">
            <a:extLst>
              <a:ext uri="{FF2B5EF4-FFF2-40B4-BE49-F238E27FC236}">
                <a16:creationId xmlns:a16="http://schemas.microsoft.com/office/drawing/2014/main" id="{5E279B4F-C210-048B-2B81-E7CD3E69407B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7411391" y="3794563"/>
            <a:ext cx="1708312" cy="80841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kpi_label_4</a:t>
            </a:r>
          </a:p>
        </p:txBody>
      </p:sp>
      <p:sp>
        <p:nvSpPr>
          <p:cNvPr id="15" name="source">
            <a:extLst>
              <a:ext uri="{FF2B5EF4-FFF2-40B4-BE49-F238E27FC236}">
                <a16:creationId xmlns:a16="http://schemas.microsoft.com/office/drawing/2014/main" id="{4688261E-5E66-C4C3-4C7D-98F7568244C2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677334" y="5736562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>
              <a:lumMod val="70000"/>
              <a:lumOff val="30000"/>
            </a:schemeClr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116447488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finding:split-60-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588302-F725-4E0D-AD75-D9B0BA2EF836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93683F-31E2-46C4-A5EC-E1CFD9E8730E}" type="slidenum">
              <a:rPr lang="en-US" smtClean="0"/>
              <a:t>‹#›</a:t>
            </a:fld>
            <a:endParaRPr lang="en-US"/>
          </a:p>
        </p:txBody>
      </p:sp>
      <p:sp>
        <p:nvSpPr>
          <p:cNvPr id="6" name="body">
            <a:extLst>
              <a:ext uri="{FF2B5EF4-FFF2-40B4-BE49-F238E27FC236}">
                <a16:creationId xmlns:a16="http://schemas.microsoft.com/office/drawing/2014/main" id="{E6D3E776-3CDE-515C-DDE6-B60A7B50D27C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677334" y="2160589"/>
            <a:ext cx="4814134" cy="3448973"/>
          </a:xfrm>
        </p:spPr>
        <p:txBody>
          <a:bodyPr wrap="square" anchor="t">
            <a:noAutofit/>
          </a:bodyPr>
          <a:lstStyle>
            <a:lvl1pPr>
              <a:defRPr sz="2000"/>
            </a:lvl1pPr>
          </a:lstStyle>
          <a:p>
            <a:pPr lvl="0"/>
            <a:r>
              <a:rPr lang="en-US"/>
              <a:t>body</a:t>
            </a:r>
          </a:p>
        </p:txBody>
      </p:sp>
      <p:sp>
        <p:nvSpPr>
          <p:cNvPr id="7" name="quote">
            <a:extLst>
              <a:ext uri="{FF2B5EF4-FFF2-40B4-BE49-F238E27FC236}">
                <a16:creationId xmlns:a16="http://schemas.microsoft.com/office/drawing/2014/main" id="{4F1A4B14-4255-D5DC-3261-6FB609BA82A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989635" y="2339425"/>
            <a:ext cx="3130069" cy="258034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i="1">
                <a:latin typeface="+mj-lt"/>
              </a:defRPr>
            </a:lvl1pPr>
          </a:lstStyle>
          <a:p>
            <a:pPr lvl="0"/>
            <a:r>
              <a:rPr lang="en-US"/>
              <a:t>quote</a:t>
            </a:r>
          </a:p>
        </p:txBody>
      </p:sp>
      <p:sp>
        <p:nvSpPr>
          <p:cNvPr id="8" name="attribution">
            <a:extLst>
              <a:ext uri="{FF2B5EF4-FFF2-40B4-BE49-F238E27FC236}">
                <a16:creationId xmlns:a16="http://schemas.microsoft.com/office/drawing/2014/main" id="{B3CBFB2B-52F9-9662-05AD-95CF098FB2E3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89635" y="4919768"/>
            <a:ext cx="3130069" cy="510959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attribution</a:t>
            </a:r>
          </a:p>
        </p:txBody>
      </p:sp>
      <p:sp>
        <p:nvSpPr>
          <p:cNvPr id="9" name="source">
            <a:extLst>
              <a:ext uri="{FF2B5EF4-FFF2-40B4-BE49-F238E27FC236}">
                <a16:creationId xmlns:a16="http://schemas.microsoft.com/office/drawing/2014/main" id="{B05FE362-9CAC-7910-0BA1-44D43634AC14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77334" y="5736562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>
              <a:lumMod val="70000"/>
              <a:lumOff val="30000"/>
            </a:schemeClr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383557534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finding:cards-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588302-F725-4E0D-AD75-D9B0BA2EF836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93683F-31E2-46C4-A5EC-E1CFD9E8730E}" type="slidenum">
              <a:rPr lang="en-US" smtClean="0"/>
              <a:t>‹#›</a:t>
            </a:fld>
            <a:endParaRPr lang="en-US"/>
          </a:p>
        </p:txBody>
      </p:sp>
      <p:sp>
        <p:nvSpPr>
          <p:cNvPr id="6" name="item_1_title">
            <a:extLst>
              <a:ext uri="{FF2B5EF4-FFF2-40B4-BE49-F238E27FC236}">
                <a16:creationId xmlns:a16="http://schemas.microsoft.com/office/drawing/2014/main" id="{A64C5502-B90E-065D-3C48-905CDD48C23B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831633" y="2339424"/>
            <a:ext cx="2439396" cy="909206"/>
          </a:xfr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>
                    <a:lumMod val="70000"/>
                    <a:lumOff val="30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item_1_title</a:t>
            </a:r>
          </a:p>
        </p:txBody>
      </p:sp>
      <p:sp>
        <p:nvSpPr>
          <p:cNvPr id="7" name="item_1">
            <a:extLst>
              <a:ext uri="{FF2B5EF4-FFF2-40B4-BE49-F238E27FC236}">
                <a16:creationId xmlns:a16="http://schemas.microsoft.com/office/drawing/2014/main" id="{A0A6A0E0-2B6B-219A-8110-EF96699F7676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831633" y="3248632"/>
            <a:ext cx="2439396" cy="218209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item_1</a:t>
            </a:r>
          </a:p>
        </p:txBody>
      </p:sp>
      <p:sp>
        <p:nvSpPr>
          <p:cNvPr id="8" name="item_2_title">
            <a:extLst>
              <a:ext uri="{FF2B5EF4-FFF2-40B4-BE49-F238E27FC236}">
                <a16:creationId xmlns:a16="http://schemas.microsoft.com/office/drawing/2014/main" id="{B2D04CEE-F581-B8AD-1DDC-67E936FC06F9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755970" y="2339424"/>
            <a:ext cx="2439396" cy="909206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>
                    <a:lumMod val="70000"/>
                    <a:lumOff val="30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item_2_title</a:t>
            </a:r>
          </a:p>
        </p:txBody>
      </p:sp>
      <p:sp>
        <p:nvSpPr>
          <p:cNvPr id="9" name="item_2">
            <a:extLst>
              <a:ext uri="{FF2B5EF4-FFF2-40B4-BE49-F238E27FC236}">
                <a16:creationId xmlns:a16="http://schemas.microsoft.com/office/drawing/2014/main" id="{6CE38689-E09C-6402-6DCD-AA7F4BB407C5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755970" y="3248632"/>
            <a:ext cx="2439396" cy="218209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item_2</a:t>
            </a:r>
          </a:p>
        </p:txBody>
      </p:sp>
      <p:sp>
        <p:nvSpPr>
          <p:cNvPr id="10" name="item_3_title">
            <a:extLst>
              <a:ext uri="{FF2B5EF4-FFF2-40B4-BE49-F238E27FC236}">
                <a16:creationId xmlns:a16="http://schemas.microsoft.com/office/drawing/2014/main" id="{2838A631-C0C8-D056-201B-8A2DB1FE0E48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680307" y="2339424"/>
            <a:ext cx="2439396" cy="909206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>
                    <a:lumMod val="70000"/>
                    <a:lumOff val="30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item_3_title</a:t>
            </a:r>
          </a:p>
        </p:txBody>
      </p:sp>
      <p:sp>
        <p:nvSpPr>
          <p:cNvPr id="11" name="item_3">
            <a:extLst>
              <a:ext uri="{FF2B5EF4-FFF2-40B4-BE49-F238E27FC236}">
                <a16:creationId xmlns:a16="http://schemas.microsoft.com/office/drawing/2014/main" id="{DF5C8BA8-C002-6376-776E-F45B102C9E1B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680307" y="3248632"/>
            <a:ext cx="2439396" cy="218209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item_3</a:t>
            </a:r>
          </a:p>
        </p:txBody>
      </p:sp>
      <p:sp>
        <p:nvSpPr>
          <p:cNvPr id="12" name="source">
            <a:extLst>
              <a:ext uri="{FF2B5EF4-FFF2-40B4-BE49-F238E27FC236}">
                <a16:creationId xmlns:a16="http://schemas.microsoft.com/office/drawing/2014/main" id="{10CFB050-CFAE-FD39-8AA7-53A0AE6ADE9A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77334" y="5736562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>
              <a:lumMod val="70000"/>
              <a:lumOff val="30000"/>
            </a:schemeClr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212194933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finding:two-co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588302-F725-4E0D-AD75-D9B0BA2EF836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93683F-31E2-46C4-A5EC-E1CFD9E8730E}" type="slidenum">
              <a:rPr lang="en-US" smtClean="0"/>
              <a:t>‹#›</a:t>
            </a:fld>
            <a:endParaRPr lang="en-US"/>
          </a:p>
        </p:txBody>
      </p:sp>
      <p:sp>
        <p:nvSpPr>
          <p:cNvPr id="6" name="item_1_title">
            <a:extLst>
              <a:ext uri="{FF2B5EF4-FFF2-40B4-BE49-F238E27FC236}">
                <a16:creationId xmlns:a16="http://schemas.microsoft.com/office/drawing/2014/main" id="{6A8F246C-56E0-3844-0BEA-BEA7267A7CDC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831634" y="2339424"/>
            <a:ext cx="3901565" cy="909206"/>
          </a:xfr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>
                    <a:lumMod val="70000"/>
                    <a:lumOff val="30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item_1_title</a:t>
            </a:r>
          </a:p>
        </p:txBody>
      </p:sp>
      <p:sp>
        <p:nvSpPr>
          <p:cNvPr id="7" name="item_1">
            <a:extLst>
              <a:ext uri="{FF2B5EF4-FFF2-40B4-BE49-F238E27FC236}">
                <a16:creationId xmlns:a16="http://schemas.microsoft.com/office/drawing/2014/main" id="{B224B50D-F245-CBAE-279B-5218C4F7BF17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831634" y="3248632"/>
            <a:ext cx="3901565" cy="218209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item_1</a:t>
            </a:r>
          </a:p>
        </p:txBody>
      </p:sp>
      <p:sp>
        <p:nvSpPr>
          <p:cNvPr id="8" name="item_2_title">
            <a:extLst>
              <a:ext uri="{FF2B5EF4-FFF2-40B4-BE49-F238E27FC236}">
                <a16:creationId xmlns:a16="http://schemas.microsoft.com/office/drawing/2014/main" id="{612B7A64-A1ED-DA2D-3AD9-E4F981E43845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218139" y="2339424"/>
            <a:ext cx="3901565" cy="909206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>
                    <a:lumMod val="70000"/>
                    <a:lumOff val="30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item_2_title</a:t>
            </a:r>
          </a:p>
        </p:txBody>
      </p:sp>
      <p:sp>
        <p:nvSpPr>
          <p:cNvPr id="9" name="item_2">
            <a:extLst>
              <a:ext uri="{FF2B5EF4-FFF2-40B4-BE49-F238E27FC236}">
                <a16:creationId xmlns:a16="http://schemas.microsoft.com/office/drawing/2014/main" id="{1BEE4174-F490-12E0-F8FC-E94C2D5CB1AF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218139" y="3248632"/>
            <a:ext cx="3901565" cy="218209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item_2</a:t>
            </a:r>
          </a:p>
        </p:txBody>
      </p:sp>
      <p:sp>
        <p:nvSpPr>
          <p:cNvPr id="10" name="source">
            <a:extLst>
              <a:ext uri="{FF2B5EF4-FFF2-40B4-BE49-F238E27FC236}">
                <a16:creationId xmlns:a16="http://schemas.microsoft.com/office/drawing/2014/main" id="{0E4DBF7B-97EE-6746-92CE-00AE24D2BCD5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77334" y="5736562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>
              <a:lumMod val="70000"/>
              <a:lumOff val="30000"/>
            </a:schemeClr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168477525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chart:her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588302-F725-4E0D-AD75-D9B0BA2EF836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93683F-31E2-46C4-A5EC-E1CFD9E8730E}" type="slidenum">
              <a:rPr lang="en-US" smtClean="0"/>
              <a:t>‹#›</a:t>
            </a:fld>
            <a:endParaRPr lang="en-US"/>
          </a:p>
        </p:txBody>
      </p:sp>
      <p:sp>
        <p:nvSpPr>
          <p:cNvPr id="6" name="chart">
            <a:extLst>
              <a:ext uri="{FF2B5EF4-FFF2-40B4-BE49-F238E27FC236}">
                <a16:creationId xmlns:a16="http://schemas.microsoft.com/office/drawing/2014/main" id="{CB7101A4-0092-D61F-C054-14B7DF496134}"/>
              </a:ext>
            </a:extLst>
          </p:cNvPr>
          <p:cNvSpPr>
            <a:spLocks noGrp="1"/>
          </p:cNvSpPr>
          <p:nvPr>
            <p:ph type="chart" idx="13"/>
          </p:nvPr>
        </p:nvSpPr>
        <p:spPr>
          <a:xfrm>
            <a:off x="677334" y="2160589"/>
            <a:ext cx="6017668" cy="3448973"/>
          </a:xfrm>
        </p:spPr>
        <p:txBody>
          <a:bodyPr/>
          <a:lstStyle/>
          <a:p>
            <a:endParaRPr lang="en-US"/>
          </a:p>
        </p:txBody>
      </p:sp>
      <p:sp>
        <p:nvSpPr>
          <p:cNvPr id="7" name="body">
            <a:extLst>
              <a:ext uri="{FF2B5EF4-FFF2-40B4-BE49-F238E27FC236}">
                <a16:creationId xmlns:a16="http://schemas.microsoft.com/office/drawing/2014/main" id="{3AA28652-2A2D-1211-3D94-EB67AFEA31CC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7038869" y="2298549"/>
            <a:ext cx="2235134" cy="317305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>
              <a:defRPr sz="2000"/>
            </a:lvl1pPr>
          </a:lstStyle>
          <a:p>
            <a:pPr lvl="0"/>
            <a:r>
              <a:rPr lang="en-US"/>
              <a:t>body</a:t>
            </a:r>
          </a:p>
        </p:txBody>
      </p:sp>
      <p:sp>
        <p:nvSpPr>
          <p:cNvPr id="8" name="source">
            <a:extLst>
              <a:ext uri="{FF2B5EF4-FFF2-40B4-BE49-F238E27FC236}">
                <a16:creationId xmlns:a16="http://schemas.microsoft.com/office/drawing/2014/main" id="{FEBF0405-F911-9DF0-5D0F-A8320AB33FD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77334" y="5736562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>
              <a:lumMod val="70000"/>
              <a:lumOff val="30000"/>
            </a:schemeClr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42798708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implications: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588302-F725-4E0D-AD75-D9B0BA2EF836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93683F-31E2-46C4-A5EC-E1CFD9E8730E}" type="slidenum">
              <a:rPr lang="en-US" smtClean="0"/>
              <a:t>‹#›</a:t>
            </a:fld>
            <a:endParaRPr lang="en-US"/>
          </a:p>
        </p:txBody>
      </p:sp>
      <p:sp>
        <p:nvSpPr>
          <p:cNvPr id="6" name="item_1_title">
            <a:extLst>
              <a:ext uri="{FF2B5EF4-FFF2-40B4-BE49-F238E27FC236}">
                <a16:creationId xmlns:a16="http://schemas.microsoft.com/office/drawing/2014/main" id="{24B1CF45-48FA-F0B1-F7AF-69F6356D9A3D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831634" y="2339424"/>
            <a:ext cx="3901565" cy="371948"/>
          </a:xfr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>
                    <a:lumMod val="70000"/>
                    <a:lumOff val="30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item_1_title</a:t>
            </a:r>
          </a:p>
        </p:txBody>
      </p:sp>
      <p:sp>
        <p:nvSpPr>
          <p:cNvPr id="7" name="item_1">
            <a:extLst>
              <a:ext uri="{FF2B5EF4-FFF2-40B4-BE49-F238E27FC236}">
                <a16:creationId xmlns:a16="http://schemas.microsoft.com/office/drawing/2014/main" id="{D8203FF8-6DE9-EAC8-5170-36CEE6BA80B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831634" y="2711373"/>
            <a:ext cx="3901565" cy="89267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item_1</a:t>
            </a:r>
          </a:p>
        </p:txBody>
      </p:sp>
      <p:sp>
        <p:nvSpPr>
          <p:cNvPr id="8" name="item_2_title">
            <a:extLst>
              <a:ext uri="{FF2B5EF4-FFF2-40B4-BE49-F238E27FC236}">
                <a16:creationId xmlns:a16="http://schemas.microsoft.com/office/drawing/2014/main" id="{4C727235-E93B-9734-B2CB-2793669D7E1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218139" y="2339424"/>
            <a:ext cx="3901565" cy="371948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>
                    <a:lumMod val="70000"/>
                    <a:lumOff val="30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item_2_title</a:t>
            </a:r>
          </a:p>
        </p:txBody>
      </p:sp>
      <p:sp>
        <p:nvSpPr>
          <p:cNvPr id="9" name="item_2">
            <a:extLst>
              <a:ext uri="{FF2B5EF4-FFF2-40B4-BE49-F238E27FC236}">
                <a16:creationId xmlns:a16="http://schemas.microsoft.com/office/drawing/2014/main" id="{B3F31011-3BFB-1965-F108-8183CCD16440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218139" y="2711373"/>
            <a:ext cx="3901565" cy="89267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item_2</a:t>
            </a:r>
          </a:p>
        </p:txBody>
      </p:sp>
      <p:sp>
        <p:nvSpPr>
          <p:cNvPr id="10" name="item_3_title">
            <a:extLst>
              <a:ext uri="{FF2B5EF4-FFF2-40B4-BE49-F238E27FC236}">
                <a16:creationId xmlns:a16="http://schemas.microsoft.com/office/drawing/2014/main" id="{AF1579B0-FEFD-E356-2EC5-6E7ADBD0D3F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831634" y="4166103"/>
            <a:ext cx="3901565" cy="371948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>
                    <a:lumMod val="70000"/>
                    <a:lumOff val="30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item_3_title</a:t>
            </a:r>
          </a:p>
        </p:txBody>
      </p:sp>
      <p:sp>
        <p:nvSpPr>
          <p:cNvPr id="11" name="item_3">
            <a:extLst>
              <a:ext uri="{FF2B5EF4-FFF2-40B4-BE49-F238E27FC236}">
                <a16:creationId xmlns:a16="http://schemas.microsoft.com/office/drawing/2014/main" id="{B7E760E3-AED7-F17D-FB3D-27CDED57BF82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831634" y="4538052"/>
            <a:ext cx="3901565" cy="89267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item_3</a:t>
            </a:r>
          </a:p>
        </p:txBody>
      </p:sp>
      <p:sp>
        <p:nvSpPr>
          <p:cNvPr id="12" name="item_4_title">
            <a:extLst>
              <a:ext uri="{FF2B5EF4-FFF2-40B4-BE49-F238E27FC236}">
                <a16:creationId xmlns:a16="http://schemas.microsoft.com/office/drawing/2014/main" id="{A6DA847E-2278-A3CF-2D1B-155F619F8AC9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5218139" y="4166103"/>
            <a:ext cx="3901565" cy="371948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>
                    <a:lumMod val="70000"/>
                    <a:lumOff val="30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item_4_title</a:t>
            </a:r>
          </a:p>
        </p:txBody>
      </p:sp>
      <p:sp>
        <p:nvSpPr>
          <p:cNvPr id="13" name="item_4">
            <a:extLst>
              <a:ext uri="{FF2B5EF4-FFF2-40B4-BE49-F238E27FC236}">
                <a16:creationId xmlns:a16="http://schemas.microsoft.com/office/drawing/2014/main" id="{C705781C-90D7-B9C2-14CA-71464753C1AE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5218139" y="4538052"/>
            <a:ext cx="3901565" cy="89267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item_4</a:t>
            </a:r>
          </a:p>
        </p:txBody>
      </p:sp>
      <p:sp>
        <p:nvSpPr>
          <p:cNvPr id="14" name="source">
            <a:extLst>
              <a:ext uri="{FF2B5EF4-FFF2-40B4-BE49-F238E27FC236}">
                <a16:creationId xmlns:a16="http://schemas.microsoft.com/office/drawing/2014/main" id="{107E23D1-C7B8-50E6-929B-3D8AFEE5E243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77334" y="5736562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>
              <a:lumMod val="70000"/>
              <a:lumOff val="30000"/>
            </a:schemeClr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425327372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limitations: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588302-F725-4E0D-AD75-D9B0BA2EF836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93683F-31E2-46C4-A5EC-E1CFD9E8730E}" type="slidenum">
              <a:rPr lang="en-US" smtClean="0"/>
              <a:t>‹#›</a:t>
            </a:fld>
            <a:endParaRPr lang="en-US"/>
          </a:p>
        </p:txBody>
      </p:sp>
      <p:sp>
        <p:nvSpPr>
          <p:cNvPr id="6" name="body">
            <a:extLst>
              <a:ext uri="{FF2B5EF4-FFF2-40B4-BE49-F238E27FC236}">
                <a16:creationId xmlns:a16="http://schemas.microsoft.com/office/drawing/2014/main" id="{739605BC-EC23-A18B-B8E5-ADB1F6BB7D99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677334" y="2160589"/>
            <a:ext cx="8596668" cy="3448973"/>
          </a:xfrm>
        </p:spPr>
        <p:txBody>
          <a:bodyPr wrap="square" anchor="t">
            <a:noAutofit/>
          </a:bodyPr>
          <a:lstStyle>
            <a:lvl1pPr>
              <a:defRPr sz="2000"/>
            </a:lvl1pPr>
          </a:lstStyle>
          <a:p>
            <a:pPr lvl="0"/>
            <a:r>
              <a:rPr lang="en-US"/>
              <a:t>body</a:t>
            </a:r>
          </a:p>
        </p:txBody>
      </p:sp>
      <p:sp>
        <p:nvSpPr>
          <p:cNvPr id="7" name="source">
            <a:extLst>
              <a:ext uri="{FF2B5EF4-FFF2-40B4-BE49-F238E27FC236}">
                <a16:creationId xmlns:a16="http://schemas.microsoft.com/office/drawing/2014/main" id="{5BDD0C65-FCFC-4C5A-BBF0-87E1AED016E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77334" y="5736562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>
              <a:lumMod val="70000"/>
              <a:lumOff val="30000"/>
            </a:schemeClr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44191566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sources: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588302-F725-4E0D-AD75-D9B0BA2EF836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93683F-31E2-46C4-A5EC-E1CFD9E8730E}" type="slidenum">
              <a:rPr lang="en-US" smtClean="0"/>
              <a:t>‹#›</a:t>
            </a:fld>
            <a:endParaRPr lang="en-US"/>
          </a:p>
        </p:txBody>
      </p:sp>
      <p:sp>
        <p:nvSpPr>
          <p:cNvPr id="6" name="body">
            <a:extLst>
              <a:ext uri="{FF2B5EF4-FFF2-40B4-BE49-F238E27FC236}">
                <a16:creationId xmlns:a16="http://schemas.microsoft.com/office/drawing/2014/main" id="{7D04707C-A1DA-DFBD-9C4E-00CCDD730937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677334" y="2160589"/>
            <a:ext cx="8596668" cy="3448973"/>
          </a:xfr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400"/>
            </a:lvl1pPr>
          </a:lstStyle>
          <a:p>
            <a:pPr lvl="0"/>
            <a:r>
              <a:rPr lang="en-US"/>
              <a:t>body</a:t>
            </a:r>
          </a:p>
        </p:txBody>
      </p:sp>
    </p:spTree>
    <p:extLst>
      <p:ext uri="{BB962C8B-B14F-4D97-AF65-F5344CB8AC3E}">
        <p14:creationId xmlns:p14="http://schemas.microsoft.com/office/powerpoint/2010/main" val="28179467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Only" preserve="1">
  <p:cSld name="matn:section_divider:default">
    <p:bg>
      <p:bgPr>
        <a:solidFill>
          <a:srgbClr val="5D7E1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975360" y="3538728"/>
            <a:ext cx="10241280" cy="1536192"/>
          </a:xfrm>
        </p:spPr>
        <p:txBody>
          <a:bodyPr lIns="0" anchor="t"/>
          <a:lstStyle>
            <a:lvl1pPr>
              <a:defRPr sz="360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section_number">
            <a:extLst>
              <a:ext uri="{FF2B5EF4-FFF2-40B4-BE49-F238E27FC236}">
                <a16:creationId xmlns:a16="http://schemas.microsoft.com/office/drawing/2014/main" id="{FF93BFFE-D6D6-3B20-5CFA-226AA6424A23}"/>
              </a:ext>
            </a:extLst>
          </p:cNvPr>
          <p:cNvSpPr>
            <a:spLocks noGrp="1"/>
          </p:cNvSpPr>
          <p:nvPr>
            <p:ph type="body" idx="10" hasCustomPrompt="1"/>
          </p:nvPr>
        </p:nvSpPr>
        <p:spPr>
          <a:xfrm>
            <a:off x="975360" y="685800"/>
            <a:ext cx="6144768" cy="2743200"/>
          </a:xfrm>
        </p:spPr>
        <p:txBody>
          <a:bodyPr wrap="square" lIns="0" tIns="0" bIns="0" anchor="b">
            <a:noAutofit/>
          </a:bodyPr>
          <a:lstStyle>
            <a:lvl1pPr marL="0" indent="0">
              <a:lnSpc>
                <a:spcPct val="85000"/>
              </a:lnSpc>
              <a:spcBef>
                <a:spcPts val="0"/>
              </a:spcBef>
              <a:buFontTx/>
              <a:buNone/>
              <a:defRPr sz="16000" b="1">
                <a:solidFill>
                  <a:srgbClr val="FFFFFF"/>
                </a:solidFill>
                <a:latin typeface="+mj-lt"/>
              </a:defRPr>
            </a:lvl1pPr>
          </a:lstStyle>
          <a:p>
            <a:pPr lvl="0"/>
            <a:r>
              <a:rPr lang="en-US"/>
              <a:t>01</a:t>
            </a:r>
          </a:p>
        </p:txBody>
      </p:sp>
      <p:sp>
        <p:nvSpPr>
          <p:cNvPr id="7" name="subtitle">
            <a:extLst>
              <a:ext uri="{FF2B5EF4-FFF2-40B4-BE49-F238E27FC236}">
                <a16:creationId xmlns:a16="http://schemas.microsoft.com/office/drawing/2014/main" id="{DA61C031-4859-0D15-62EB-6A9EC3A82386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975360" y="5184648"/>
            <a:ext cx="10241280" cy="987552"/>
          </a:xfrm>
          <a:prstGeom prst="rect">
            <a:avLst/>
          </a:prstGeom>
        </p:spPr>
        <p:txBody>
          <a:bodyPr wrap="square" lIns="0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subtitle</a:t>
            </a:r>
          </a:p>
        </p:txBody>
      </p:sp>
    </p:spTree>
    <p:extLst>
      <p:ext uri="{BB962C8B-B14F-4D97-AF65-F5344CB8AC3E}">
        <p14:creationId xmlns:p14="http://schemas.microsoft.com/office/powerpoint/2010/main" val="9515342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closing: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588302-F725-4E0D-AD75-D9B0BA2EF836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93683F-31E2-46C4-A5EC-E1CFD9E8730E}" type="slidenum">
              <a:rPr lang="en-US" smtClean="0"/>
              <a:t>‹#›</a:t>
            </a:fld>
            <a:endParaRPr lang="en-US"/>
          </a:p>
        </p:txBody>
      </p:sp>
      <p:sp>
        <p:nvSpPr>
          <p:cNvPr id="6" name="item_1_title">
            <a:extLst>
              <a:ext uri="{FF2B5EF4-FFF2-40B4-BE49-F238E27FC236}">
                <a16:creationId xmlns:a16="http://schemas.microsoft.com/office/drawing/2014/main" id="{91179027-60DE-CDBD-6706-B257C85E9668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787548" y="2288329"/>
            <a:ext cx="2512872" cy="510959"/>
          </a:xfr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>
                    <a:lumMod val="70000"/>
                    <a:lumOff val="30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item_1_title</a:t>
            </a:r>
          </a:p>
        </p:txBody>
      </p:sp>
      <p:sp>
        <p:nvSpPr>
          <p:cNvPr id="7" name="item_1">
            <a:extLst>
              <a:ext uri="{FF2B5EF4-FFF2-40B4-BE49-F238E27FC236}">
                <a16:creationId xmlns:a16="http://schemas.microsoft.com/office/drawing/2014/main" id="{16329CEB-DFC8-4305-0BE0-F9900751D10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388592" y="2288330"/>
            <a:ext cx="5775197" cy="510959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item_1</a:t>
            </a:r>
          </a:p>
        </p:txBody>
      </p:sp>
      <p:sp>
        <p:nvSpPr>
          <p:cNvPr id="8" name="item_2_title">
            <a:extLst>
              <a:ext uri="{FF2B5EF4-FFF2-40B4-BE49-F238E27FC236}">
                <a16:creationId xmlns:a16="http://schemas.microsoft.com/office/drawing/2014/main" id="{52ECD359-F078-9169-E89C-8C005C67481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787548" y="3182508"/>
            <a:ext cx="2512872" cy="510959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>
                    <a:lumMod val="70000"/>
                    <a:lumOff val="30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item_2_title</a:t>
            </a:r>
          </a:p>
        </p:txBody>
      </p:sp>
      <p:sp>
        <p:nvSpPr>
          <p:cNvPr id="9" name="item_2">
            <a:extLst>
              <a:ext uri="{FF2B5EF4-FFF2-40B4-BE49-F238E27FC236}">
                <a16:creationId xmlns:a16="http://schemas.microsoft.com/office/drawing/2014/main" id="{A262D1EF-C452-08F6-9BED-DE9A3AF49D90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388592" y="3182508"/>
            <a:ext cx="5775197" cy="510959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item_2</a:t>
            </a:r>
          </a:p>
        </p:txBody>
      </p:sp>
      <p:sp>
        <p:nvSpPr>
          <p:cNvPr id="10" name="item_3_title">
            <a:extLst>
              <a:ext uri="{FF2B5EF4-FFF2-40B4-BE49-F238E27FC236}">
                <a16:creationId xmlns:a16="http://schemas.microsoft.com/office/drawing/2014/main" id="{91CBAE64-B59C-DD82-B29D-A09EA7397372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787548" y="4076686"/>
            <a:ext cx="2512872" cy="510959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>
                    <a:lumMod val="70000"/>
                    <a:lumOff val="30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item_3_title</a:t>
            </a:r>
          </a:p>
        </p:txBody>
      </p:sp>
      <p:sp>
        <p:nvSpPr>
          <p:cNvPr id="11" name="item_3">
            <a:extLst>
              <a:ext uri="{FF2B5EF4-FFF2-40B4-BE49-F238E27FC236}">
                <a16:creationId xmlns:a16="http://schemas.microsoft.com/office/drawing/2014/main" id="{86C1CD9F-0B70-D09A-C9FE-EFB7531047AB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388592" y="4076686"/>
            <a:ext cx="5775197" cy="510959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item_3</a:t>
            </a:r>
          </a:p>
        </p:txBody>
      </p:sp>
      <p:sp>
        <p:nvSpPr>
          <p:cNvPr id="12" name="item_4_title">
            <a:extLst>
              <a:ext uri="{FF2B5EF4-FFF2-40B4-BE49-F238E27FC236}">
                <a16:creationId xmlns:a16="http://schemas.microsoft.com/office/drawing/2014/main" id="{797F605C-E658-023E-49C4-B01F0E8907D6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787548" y="4970864"/>
            <a:ext cx="2512872" cy="510959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>
                    <a:lumMod val="70000"/>
                    <a:lumOff val="30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item_4_title</a:t>
            </a:r>
          </a:p>
        </p:txBody>
      </p:sp>
      <p:sp>
        <p:nvSpPr>
          <p:cNvPr id="13" name="item_4">
            <a:extLst>
              <a:ext uri="{FF2B5EF4-FFF2-40B4-BE49-F238E27FC236}">
                <a16:creationId xmlns:a16="http://schemas.microsoft.com/office/drawing/2014/main" id="{84BCAEC1-9C44-CCDB-F068-429E64485272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3388592" y="4970864"/>
            <a:ext cx="5775197" cy="510959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item_4</a:t>
            </a:r>
          </a:p>
        </p:txBody>
      </p:sp>
      <p:sp>
        <p:nvSpPr>
          <p:cNvPr id="14" name="source">
            <a:extLst>
              <a:ext uri="{FF2B5EF4-FFF2-40B4-BE49-F238E27FC236}">
                <a16:creationId xmlns:a16="http://schemas.microsoft.com/office/drawing/2014/main" id="{C5D7E60A-ADF1-9613-B35E-155907B607B2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77334" y="5736562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>
              <a:lumMod val="70000"/>
              <a:lumOff val="30000"/>
            </a:schemeClr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143583884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evidence_appendix: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588302-F725-4E0D-AD75-D9B0BA2EF836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93683F-31E2-46C4-A5EC-E1CFD9E8730E}" type="slidenum">
              <a:rPr lang="en-US" smtClean="0"/>
              <a:t>‹#›</a:t>
            </a:fld>
            <a:endParaRPr lang="en-US"/>
          </a:p>
        </p:txBody>
      </p:sp>
      <p:sp>
        <p:nvSpPr>
          <p:cNvPr id="6" name="body">
            <a:extLst>
              <a:ext uri="{FF2B5EF4-FFF2-40B4-BE49-F238E27FC236}">
                <a16:creationId xmlns:a16="http://schemas.microsoft.com/office/drawing/2014/main" id="{5D292C7B-D1B2-3417-6BFA-80ECE63A1793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677334" y="2160589"/>
            <a:ext cx="8596668" cy="3448973"/>
          </a:xfr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400"/>
            </a:lvl1pPr>
          </a:lstStyle>
          <a:p>
            <a:pPr lvl="0"/>
            <a:r>
              <a:rPr lang="en-US"/>
              <a:t>body</a:t>
            </a:r>
          </a:p>
        </p:txBody>
      </p:sp>
      <p:sp>
        <p:nvSpPr>
          <p:cNvPr id="7" name="source">
            <a:extLst>
              <a:ext uri="{FF2B5EF4-FFF2-40B4-BE49-F238E27FC236}">
                <a16:creationId xmlns:a16="http://schemas.microsoft.com/office/drawing/2014/main" id="{530A8835-F3EC-7D30-401E-FC766AE36FA6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77334" y="5736562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>
              <a:lumMod val="70000"/>
              <a:lumOff val="30000"/>
            </a:schemeClr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30450003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executive_summary:grid-2x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588302-F725-4E0D-AD75-D9B0BA2EF836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93683F-31E2-46C4-A5EC-E1CFD9E8730E}" type="slidenum">
              <a:rPr lang="en-US" smtClean="0"/>
              <a:t>‹#›</a:t>
            </a:fld>
            <a:endParaRPr lang="en-US"/>
          </a:p>
        </p:txBody>
      </p:sp>
      <p:sp>
        <p:nvSpPr>
          <p:cNvPr id="6" name="item_1_title">
            <a:extLst>
              <a:ext uri="{FF2B5EF4-FFF2-40B4-BE49-F238E27FC236}">
                <a16:creationId xmlns:a16="http://schemas.microsoft.com/office/drawing/2014/main" id="{7A026111-776B-F7F6-6BC4-03015763C25F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831634" y="2339424"/>
            <a:ext cx="3901565" cy="371948"/>
          </a:xfr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>
                    <a:lumMod val="70000"/>
                    <a:lumOff val="30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item_1_title</a:t>
            </a:r>
          </a:p>
        </p:txBody>
      </p:sp>
      <p:sp>
        <p:nvSpPr>
          <p:cNvPr id="7" name="item_1">
            <a:extLst>
              <a:ext uri="{FF2B5EF4-FFF2-40B4-BE49-F238E27FC236}">
                <a16:creationId xmlns:a16="http://schemas.microsoft.com/office/drawing/2014/main" id="{8375B78F-EAE6-0637-3CD7-B2071B9D36F4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831634" y="2711373"/>
            <a:ext cx="3901565" cy="89267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item_1</a:t>
            </a:r>
          </a:p>
        </p:txBody>
      </p:sp>
      <p:sp>
        <p:nvSpPr>
          <p:cNvPr id="8" name="item_2_title">
            <a:extLst>
              <a:ext uri="{FF2B5EF4-FFF2-40B4-BE49-F238E27FC236}">
                <a16:creationId xmlns:a16="http://schemas.microsoft.com/office/drawing/2014/main" id="{12A462D4-D428-4819-C6D6-80781DAF4AC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218139" y="2339424"/>
            <a:ext cx="3901565" cy="371948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>
                    <a:lumMod val="70000"/>
                    <a:lumOff val="30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item_2_title</a:t>
            </a:r>
          </a:p>
        </p:txBody>
      </p:sp>
      <p:sp>
        <p:nvSpPr>
          <p:cNvPr id="9" name="item_2">
            <a:extLst>
              <a:ext uri="{FF2B5EF4-FFF2-40B4-BE49-F238E27FC236}">
                <a16:creationId xmlns:a16="http://schemas.microsoft.com/office/drawing/2014/main" id="{BD2E7656-314E-BB65-7CC4-3A7D7DD04899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218139" y="2711373"/>
            <a:ext cx="3901565" cy="89267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item_2</a:t>
            </a:r>
          </a:p>
        </p:txBody>
      </p:sp>
      <p:sp>
        <p:nvSpPr>
          <p:cNvPr id="10" name="item_3_title">
            <a:extLst>
              <a:ext uri="{FF2B5EF4-FFF2-40B4-BE49-F238E27FC236}">
                <a16:creationId xmlns:a16="http://schemas.microsoft.com/office/drawing/2014/main" id="{CBE31371-D66B-CF9C-CDBB-2A256CFC8FA1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831634" y="4166103"/>
            <a:ext cx="3901565" cy="371948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>
                    <a:lumMod val="70000"/>
                    <a:lumOff val="30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item_3_title</a:t>
            </a:r>
          </a:p>
        </p:txBody>
      </p:sp>
      <p:sp>
        <p:nvSpPr>
          <p:cNvPr id="11" name="item_3">
            <a:extLst>
              <a:ext uri="{FF2B5EF4-FFF2-40B4-BE49-F238E27FC236}">
                <a16:creationId xmlns:a16="http://schemas.microsoft.com/office/drawing/2014/main" id="{D782C7E9-C509-3EF1-070A-84B8EFFA21DF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831634" y="4538052"/>
            <a:ext cx="3901565" cy="89267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item_3</a:t>
            </a:r>
          </a:p>
        </p:txBody>
      </p:sp>
      <p:sp>
        <p:nvSpPr>
          <p:cNvPr id="12" name="item_4_title">
            <a:extLst>
              <a:ext uri="{FF2B5EF4-FFF2-40B4-BE49-F238E27FC236}">
                <a16:creationId xmlns:a16="http://schemas.microsoft.com/office/drawing/2014/main" id="{C936921B-2599-62B0-0379-47611327E97E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5218139" y="4166103"/>
            <a:ext cx="3901565" cy="371948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>
                    <a:lumMod val="70000"/>
                    <a:lumOff val="30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item_4_title</a:t>
            </a:r>
          </a:p>
        </p:txBody>
      </p:sp>
      <p:sp>
        <p:nvSpPr>
          <p:cNvPr id="13" name="item_4">
            <a:extLst>
              <a:ext uri="{FF2B5EF4-FFF2-40B4-BE49-F238E27FC236}">
                <a16:creationId xmlns:a16="http://schemas.microsoft.com/office/drawing/2014/main" id="{D1D18EED-3AFF-9DD1-547B-7367278061F7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5218139" y="4538052"/>
            <a:ext cx="3901565" cy="89267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item_4</a:t>
            </a:r>
          </a:p>
        </p:txBody>
      </p:sp>
      <p:sp>
        <p:nvSpPr>
          <p:cNvPr id="14" name="source">
            <a:extLst>
              <a:ext uri="{FF2B5EF4-FFF2-40B4-BE49-F238E27FC236}">
                <a16:creationId xmlns:a16="http://schemas.microsoft.com/office/drawing/2014/main" id="{145BC1DC-2546-F843-B891-9754AF2D6B80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77334" y="5736562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>
              <a:lumMod val="70000"/>
              <a:lumOff val="30000"/>
            </a:schemeClr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357235839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kpi:hero-numb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588302-F725-4E0D-AD75-D9B0BA2EF836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93683F-31E2-46C4-A5EC-E1CFD9E8730E}" type="slidenum">
              <a:rPr lang="en-US" smtClean="0"/>
              <a:t>‹#›</a:t>
            </a:fld>
            <a:endParaRPr lang="en-US"/>
          </a:p>
        </p:txBody>
      </p:sp>
      <p:sp>
        <p:nvSpPr>
          <p:cNvPr id="6" name="body">
            <a:extLst>
              <a:ext uri="{FF2B5EF4-FFF2-40B4-BE49-F238E27FC236}">
                <a16:creationId xmlns:a16="http://schemas.microsoft.com/office/drawing/2014/main" id="{0B399C46-4C86-EEBB-48BE-B073BCE8F4A8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6179203" y="2677935"/>
            <a:ext cx="3094801" cy="2414281"/>
          </a:xfrm>
        </p:spPr>
        <p:txBody>
          <a:bodyPr wrap="square" anchor="t">
            <a:noAutofit/>
          </a:bodyPr>
          <a:lstStyle>
            <a:lvl1pPr>
              <a:defRPr sz="2000"/>
            </a:lvl1pPr>
          </a:lstStyle>
          <a:p>
            <a:pPr lvl="0"/>
            <a:r>
              <a:rPr lang="en-US"/>
              <a:t>body</a:t>
            </a:r>
          </a:p>
        </p:txBody>
      </p:sp>
      <p:sp>
        <p:nvSpPr>
          <p:cNvPr id="7" name="kpi_value_1">
            <a:extLst>
              <a:ext uri="{FF2B5EF4-FFF2-40B4-BE49-F238E27FC236}">
                <a16:creationId xmlns:a16="http://schemas.microsoft.com/office/drawing/2014/main" id="{08D681F7-83A8-A9A9-B98E-854C7D9A51E4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77335" y="2160590"/>
            <a:ext cx="5158001" cy="221719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0800" b="1">
                <a:solidFill>
                  <a:schemeClr val="accent1">
                    <a:lumMod val="70000"/>
                    <a:lumOff val="30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kpi_value_1</a:t>
            </a:r>
          </a:p>
        </p:txBody>
      </p:sp>
      <p:sp>
        <p:nvSpPr>
          <p:cNvPr id="8" name="kpi_label_1">
            <a:extLst>
              <a:ext uri="{FF2B5EF4-FFF2-40B4-BE49-F238E27FC236}">
                <a16:creationId xmlns:a16="http://schemas.microsoft.com/office/drawing/2014/main" id="{CDD78CAB-E67F-4894-DBF7-6611A82C185D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77335" y="4377785"/>
            <a:ext cx="5158001" cy="1231776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kpi_label_1</a:t>
            </a:r>
          </a:p>
        </p:txBody>
      </p:sp>
      <p:sp>
        <p:nvSpPr>
          <p:cNvPr id="9" name="source">
            <a:extLst>
              <a:ext uri="{FF2B5EF4-FFF2-40B4-BE49-F238E27FC236}">
                <a16:creationId xmlns:a16="http://schemas.microsoft.com/office/drawing/2014/main" id="{8FA477D2-3206-F509-FC5D-701D1378F1DD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77334" y="5736562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>
              <a:lumMod val="70000"/>
              <a:lumOff val="30000"/>
            </a:schemeClr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208233720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kpi:ben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588302-F725-4E0D-AD75-D9B0BA2EF836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93683F-31E2-46C4-A5EC-E1CFD9E8730E}" type="slidenum">
              <a:rPr lang="en-US" smtClean="0"/>
              <a:t>‹#›</a:t>
            </a:fld>
            <a:endParaRPr lang="en-US"/>
          </a:p>
        </p:txBody>
      </p:sp>
      <p:sp>
        <p:nvSpPr>
          <p:cNvPr id="6" name="body">
            <a:extLst>
              <a:ext uri="{FF2B5EF4-FFF2-40B4-BE49-F238E27FC236}">
                <a16:creationId xmlns:a16="http://schemas.microsoft.com/office/drawing/2014/main" id="{96DBDEB5-FC21-A876-5ED1-0EEF79BC3168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677334" y="4988747"/>
            <a:ext cx="8596668" cy="620815"/>
          </a:xfrm>
        </p:spPr>
        <p:txBody>
          <a:bodyPr wrap="square" anchor="t">
            <a:noAutofit/>
          </a:bodyPr>
          <a:lstStyle>
            <a:lvl1pPr>
              <a:defRPr sz="2000"/>
            </a:lvl1pPr>
          </a:lstStyle>
          <a:p>
            <a:pPr lvl="0"/>
            <a:r>
              <a:rPr lang="en-US"/>
              <a:t>body</a:t>
            </a:r>
          </a:p>
        </p:txBody>
      </p:sp>
      <p:sp>
        <p:nvSpPr>
          <p:cNvPr id="7" name="kpi_value_1">
            <a:extLst>
              <a:ext uri="{FF2B5EF4-FFF2-40B4-BE49-F238E27FC236}">
                <a16:creationId xmlns:a16="http://schemas.microsoft.com/office/drawing/2014/main" id="{FBD5BCF9-4360-2C43-2D46-50B261AF6F0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831633" y="2339424"/>
            <a:ext cx="3989736" cy="1499482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6000" b="1">
                <a:solidFill>
                  <a:schemeClr val="accent1">
                    <a:lumMod val="70000"/>
                    <a:lumOff val="30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kpi_value_1</a:t>
            </a:r>
          </a:p>
        </p:txBody>
      </p:sp>
      <p:sp>
        <p:nvSpPr>
          <p:cNvPr id="8" name="kpi_label_1">
            <a:extLst>
              <a:ext uri="{FF2B5EF4-FFF2-40B4-BE49-F238E27FC236}">
                <a16:creationId xmlns:a16="http://schemas.microsoft.com/office/drawing/2014/main" id="{099185E0-9C96-4B1D-8039-47B97A8DAD59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831633" y="3838906"/>
            <a:ext cx="3989736" cy="833046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kpi_label_1</a:t>
            </a:r>
          </a:p>
        </p:txBody>
      </p:sp>
      <p:sp>
        <p:nvSpPr>
          <p:cNvPr id="9" name="kpi_value_2">
            <a:extLst>
              <a:ext uri="{FF2B5EF4-FFF2-40B4-BE49-F238E27FC236}">
                <a16:creationId xmlns:a16="http://schemas.microsoft.com/office/drawing/2014/main" id="{0BD42A51-1718-3C02-0F80-C71ADD899174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306309" y="2339425"/>
            <a:ext cx="3813394" cy="569081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6000" b="1">
                <a:solidFill>
                  <a:schemeClr val="accent1">
                    <a:lumMod val="70000"/>
                    <a:lumOff val="30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kpi_value_2</a:t>
            </a:r>
          </a:p>
        </p:txBody>
      </p:sp>
      <p:sp>
        <p:nvSpPr>
          <p:cNvPr id="10" name="kpi_label_2">
            <a:extLst>
              <a:ext uri="{FF2B5EF4-FFF2-40B4-BE49-F238E27FC236}">
                <a16:creationId xmlns:a16="http://schemas.microsoft.com/office/drawing/2014/main" id="{A7BC6042-B1CA-BBAC-ABEB-7608E1A03CDB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306309" y="2908505"/>
            <a:ext cx="3813394" cy="316156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kpi_label_2</a:t>
            </a:r>
          </a:p>
        </p:txBody>
      </p:sp>
      <p:sp>
        <p:nvSpPr>
          <p:cNvPr id="11" name="kpi_value_3">
            <a:extLst>
              <a:ext uri="{FF2B5EF4-FFF2-40B4-BE49-F238E27FC236}">
                <a16:creationId xmlns:a16="http://schemas.microsoft.com/office/drawing/2014/main" id="{771903B5-E1B1-D7AD-7761-E3EFDB5E13CF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5306310" y="3786717"/>
            <a:ext cx="1664227" cy="569081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6000" b="1">
                <a:solidFill>
                  <a:schemeClr val="accent1">
                    <a:lumMod val="70000"/>
                    <a:lumOff val="30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kpi_value_3</a:t>
            </a:r>
          </a:p>
        </p:txBody>
      </p:sp>
      <p:sp>
        <p:nvSpPr>
          <p:cNvPr id="12" name="kpi_label_3">
            <a:extLst>
              <a:ext uri="{FF2B5EF4-FFF2-40B4-BE49-F238E27FC236}">
                <a16:creationId xmlns:a16="http://schemas.microsoft.com/office/drawing/2014/main" id="{03F4D1B3-AF54-F762-F4B9-D8A75E4DE36D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5306310" y="4355796"/>
            <a:ext cx="1664227" cy="316156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kpi_label_3</a:t>
            </a:r>
          </a:p>
        </p:txBody>
      </p:sp>
      <p:sp>
        <p:nvSpPr>
          <p:cNvPr id="13" name="kpi_value_4">
            <a:extLst>
              <a:ext uri="{FF2B5EF4-FFF2-40B4-BE49-F238E27FC236}">
                <a16:creationId xmlns:a16="http://schemas.microsoft.com/office/drawing/2014/main" id="{452ED6C1-5F9A-DC89-7993-A216891B125F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7455478" y="3786717"/>
            <a:ext cx="1664227" cy="569081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6000" b="1">
                <a:solidFill>
                  <a:schemeClr val="accent1">
                    <a:lumMod val="70000"/>
                    <a:lumOff val="30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kpi_value_4</a:t>
            </a:r>
          </a:p>
        </p:txBody>
      </p:sp>
      <p:sp>
        <p:nvSpPr>
          <p:cNvPr id="14" name="kpi_label_4">
            <a:extLst>
              <a:ext uri="{FF2B5EF4-FFF2-40B4-BE49-F238E27FC236}">
                <a16:creationId xmlns:a16="http://schemas.microsoft.com/office/drawing/2014/main" id="{5B80CF22-D1F9-9541-098C-7672FB5624E4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7455478" y="4355796"/>
            <a:ext cx="1664227" cy="316156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kpi_label_4</a:t>
            </a:r>
          </a:p>
        </p:txBody>
      </p:sp>
      <p:sp>
        <p:nvSpPr>
          <p:cNvPr id="15" name="source">
            <a:extLst>
              <a:ext uri="{FF2B5EF4-FFF2-40B4-BE49-F238E27FC236}">
                <a16:creationId xmlns:a16="http://schemas.microsoft.com/office/drawing/2014/main" id="{2E6B9578-D942-AAFC-6383-BAA951B0C90D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677334" y="5736562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>
              <a:lumMod val="70000"/>
              <a:lumOff val="30000"/>
            </a:schemeClr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3702937082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kpi:pictogra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588302-F725-4E0D-AD75-D9B0BA2EF836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93683F-31E2-46C4-A5EC-E1CFD9E8730E}" type="slidenum">
              <a:rPr lang="en-US" smtClean="0"/>
              <a:t>‹#›</a:t>
            </a:fld>
            <a:endParaRPr lang="en-US"/>
          </a:p>
        </p:txBody>
      </p:sp>
      <p:sp>
        <p:nvSpPr>
          <p:cNvPr id="6" name="body">
            <a:extLst>
              <a:ext uri="{FF2B5EF4-FFF2-40B4-BE49-F238E27FC236}">
                <a16:creationId xmlns:a16="http://schemas.microsoft.com/office/drawing/2014/main" id="{7388457C-6EE9-E682-73B7-817C272491C4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677334" y="4988747"/>
            <a:ext cx="8596668" cy="620815"/>
          </a:xfrm>
        </p:spPr>
        <p:txBody>
          <a:bodyPr wrap="square" anchor="t">
            <a:noAutofit/>
          </a:bodyPr>
          <a:lstStyle>
            <a:lvl1pPr>
              <a:defRPr sz="2000"/>
            </a:lvl1pPr>
          </a:lstStyle>
          <a:p>
            <a:pPr lvl="0"/>
            <a:r>
              <a:rPr lang="en-US"/>
              <a:t>body</a:t>
            </a:r>
          </a:p>
        </p:txBody>
      </p:sp>
      <p:sp>
        <p:nvSpPr>
          <p:cNvPr id="7" name="kpi_value_1">
            <a:extLst>
              <a:ext uri="{FF2B5EF4-FFF2-40B4-BE49-F238E27FC236}">
                <a16:creationId xmlns:a16="http://schemas.microsoft.com/office/drawing/2014/main" id="{3A48FA09-639D-DAED-CA9C-5DE19E054B10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831634" y="2339425"/>
            <a:ext cx="3901565" cy="113474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6000" b="1">
                <a:solidFill>
                  <a:schemeClr val="accent1">
                    <a:lumMod val="70000"/>
                    <a:lumOff val="30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kpi_value_1</a:t>
            </a:r>
          </a:p>
        </p:txBody>
      </p:sp>
      <p:sp>
        <p:nvSpPr>
          <p:cNvPr id="8" name="kpi_label_1">
            <a:extLst>
              <a:ext uri="{FF2B5EF4-FFF2-40B4-BE49-F238E27FC236}">
                <a16:creationId xmlns:a16="http://schemas.microsoft.com/office/drawing/2014/main" id="{2B6F21C2-9CC0-6FF1-1ADE-6BD51D9E4ACC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831634" y="3474168"/>
            <a:ext cx="3901565" cy="63041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kpi_label_1</a:t>
            </a:r>
          </a:p>
        </p:txBody>
      </p:sp>
      <p:sp>
        <p:nvSpPr>
          <p:cNvPr id="9" name="kpi_value_2">
            <a:extLst>
              <a:ext uri="{FF2B5EF4-FFF2-40B4-BE49-F238E27FC236}">
                <a16:creationId xmlns:a16="http://schemas.microsoft.com/office/drawing/2014/main" id="{ADC60754-DA56-1AB4-DEBC-EB3810714A1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218139" y="2339425"/>
            <a:ext cx="3901565" cy="113474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6000" b="1">
                <a:solidFill>
                  <a:schemeClr val="accent1">
                    <a:lumMod val="70000"/>
                    <a:lumOff val="30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kpi_value_2</a:t>
            </a:r>
          </a:p>
        </p:txBody>
      </p:sp>
      <p:sp>
        <p:nvSpPr>
          <p:cNvPr id="10" name="kpi_label_2">
            <a:extLst>
              <a:ext uri="{FF2B5EF4-FFF2-40B4-BE49-F238E27FC236}">
                <a16:creationId xmlns:a16="http://schemas.microsoft.com/office/drawing/2014/main" id="{9AD8B5C9-CECF-B4D4-006D-921BC420BAD7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218139" y="3474168"/>
            <a:ext cx="3901565" cy="63041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kpi_label_2</a:t>
            </a:r>
          </a:p>
        </p:txBody>
      </p:sp>
      <p:sp>
        <p:nvSpPr>
          <p:cNvPr id="11" name="source">
            <a:extLst>
              <a:ext uri="{FF2B5EF4-FFF2-40B4-BE49-F238E27FC236}">
                <a16:creationId xmlns:a16="http://schemas.microsoft.com/office/drawing/2014/main" id="{1F794EF0-4B42-3B6E-9A8E-712F96144BAF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77334" y="5736562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>
              <a:lumMod val="70000"/>
              <a:lumOff val="30000"/>
            </a:schemeClr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406150877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kpi:progres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588302-F725-4E0D-AD75-D9B0BA2EF836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93683F-31E2-46C4-A5EC-E1CFD9E8730E}" type="slidenum">
              <a:rPr lang="en-US" smtClean="0"/>
              <a:t>‹#›</a:t>
            </a:fld>
            <a:endParaRPr lang="en-US"/>
          </a:p>
        </p:txBody>
      </p:sp>
      <p:sp>
        <p:nvSpPr>
          <p:cNvPr id="6" name="body">
            <a:extLst>
              <a:ext uri="{FF2B5EF4-FFF2-40B4-BE49-F238E27FC236}">
                <a16:creationId xmlns:a16="http://schemas.microsoft.com/office/drawing/2014/main" id="{2562B9D5-48D5-F69F-2114-F7AB188CA105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677334" y="4988747"/>
            <a:ext cx="8596668" cy="620815"/>
          </a:xfrm>
        </p:spPr>
        <p:txBody>
          <a:bodyPr wrap="square" anchor="t">
            <a:noAutofit/>
          </a:bodyPr>
          <a:lstStyle>
            <a:lvl1pPr>
              <a:defRPr sz="2000"/>
            </a:lvl1pPr>
          </a:lstStyle>
          <a:p>
            <a:pPr lvl="0"/>
            <a:r>
              <a:rPr lang="en-US"/>
              <a:t>body</a:t>
            </a:r>
          </a:p>
        </p:txBody>
      </p:sp>
      <p:sp>
        <p:nvSpPr>
          <p:cNvPr id="7" name="kpi_value_1">
            <a:extLst>
              <a:ext uri="{FF2B5EF4-FFF2-40B4-BE49-F238E27FC236}">
                <a16:creationId xmlns:a16="http://schemas.microsoft.com/office/drawing/2014/main" id="{876A2962-1C99-CA92-325A-E57FFD3951EB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787549" y="2288330"/>
            <a:ext cx="2177823" cy="32126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6000" b="1">
                <a:solidFill>
                  <a:schemeClr val="accent1">
                    <a:lumMod val="70000"/>
                    <a:lumOff val="30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kpi_value_1</a:t>
            </a:r>
          </a:p>
        </p:txBody>
      </p:sp>
      <p:sp>
        <p:nvSpPr>
          <p:cNvPr id="8" name="kpi_label_1">
            <a:extLst>
              <a:ext uri="{FF2B5EF4-FFF2-40B4-BE49-F238E27FC236}">
                <a16:creationId xmlns:a16="http://schemas.microsoft.com/office/drawing/2014/main" id="{15CFCB9D-B219-64EF-3213-16530B75B7D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053542" y="2288329"/>
            <a:ext cx="6110247" cy="237974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kpi_label_1</a:t>
            </a:r>
          </a:p>
        </p:txBody>
      </p:sp>
      <p:sp>
        <p:nvSpPr>
          <p:cNvPr id="9" name="kpi_value_2">
            <a:extLst>
              <a:ext uri="{FF2B5EF4-FFF2-40B4-BE49-F238E27FC236}">
                <a16:creationId xmlns:a16="http://schemas.microsoft.com/office/drawing/2014/main" id="{CDD48438-9A83-DA6A-B9F4-7912E9486DED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787549" y="2992814"/>
            <a:ext cx="2177823" cy="32126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6000" b="1">
                <a:solidFill>
                  <a:schemeClr val="accent1">
                    <a:lumMod val="70000"/>
                    <a:lumOff val="30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kpi_value_2</a:t>
            </a:r>
          </a:p>
        </p:txBody>
      </p:sp>
      <p:sp>
        <p:nvSpPr>
          <p:cNvPr id="10" name="kpi_label_2">
            <a:extLst>
              <a:ext uri="{FF2B5EF4-FFF2-40B4-BE49-F238E27FC236}">
                <a16:creationId xmlns:a16="http://schemas.microsoft.com/office/drawing/2014/main" id="{355F4CF3-4FDE-F5C0-2DAB-FD452C1B408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053542" y="2992813"/>
            <a:ext cx="6110247" cy="237974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kpi_label_2</a:t>
            </a:r>
          </a:p>
        </p:txBody>
      </p:sp>
      <p:sp>
        <p:nvSpPr>
          <p:cNvPr id="11" name="kpi_value_3">
            <a:extLst>
              <a:ext uri="{FF2B5EF4-FFF2-40B4-BE49-F238E27FC236}">
                <a16:creationId xmlns:a16="http://schemas.microsoft.com/office/drawing/2014/main" id="{53DB76C3-41E6-7116-2761-54D663F98343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787549" y="3697299"/>
            <a:ext cx="2177823" cy="32126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6000" b="1">
                <a:solidFill>
                  <a:schemeClr val="accent1">
                    <a:lumMod val="70000"/>
                    <a:lumOff val="30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kpi_value_3</a:t>
            </a:r>
          </a:p>
        </p:txBody>
      </p:sp>
      <p:sp>
        <p:nvSpPr>
          <p:cNvPr id="12" name="kpi_label_3">
            <a:extLst>
              <a:ext uri="{FF2B5EF4-FFF2-40B4-BE49-F238E27FC236}">
                <a16:creationId xmlns:a16="http://schemas.microsoft.com/office/drawing/2014/main" id="{69DF828F-8B06-EEF3-FE93-5C7829760E8A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053542" y="3697298"/>
            <a:ext cx="6110247" cy="237974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kpi_label_3</a:t>
            </a:r>
          </a:p>
        </p:txBody>
      </p:sp>
      <p:sp>
        <p:nvSpPr>
          <p:cNvPr id="13" name="kpi_value_4">
            <a:extLst>
              <a:ext uri="{FF2B5EF4-FFF2-40B4-BE49-F238E27FC236}">
                <a16:creationId xmlns:a16="http://schemas.microsoft.com/office/drawing/2014/main" id="{EBF04F86-4C2D-5BED-B2ED-F68A093EB31C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787549" y="4401783"/>
            <a:ext cx="2177823" cy="32126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6000" b="1">
                <a:solidFill>
                  <a:schemeClr val="accent1">
                    <a:lumMod val="70000"/>
                    <a:lumOff val="30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kpi_value_4</a:t>
            </a:r>
          </a:p>
        </p:txBody>
      </p:sp>
      <p:sp>
        <p:nvSpPr>
          <p:cNvPr id="14" name="kpi_label_4">
            <a:extLst>
              <a:ext uri="{FF2B5EF4-FFF2-40B4-BE49-F238E27FC236}">
                <a16:creationId xmlns:a16="http://schemas.microsoft.com/office/drawing/2014/main" id="{27978192-F432-64C7-F62D-191BC5DD2F32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3053542" y="4401782"/>
            <a:ext cx="6110247" cy="237974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kpi_label_4</a:t>
            </a:r>
          </a:p>
        </p:txBody>
      </p:sp>
      <p:sp>
        <p:nvSpPr>
          <p:cNvPr id="15" name="source">
            <a:extLst>
              <a:ext uri="{FF2B5EF4-FFF2-40B4-BE49-F238E27FC236}">
                <a16:creationId xmlns:a16="http://schemas.microsoft.com/office/drawing/2014/main" id="{CE383324-245A-E302-74AF-3C2238669852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677334" y="5736562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>
              <a:lumMod val="70000"/>
              <a:lumOff val="30000"/>
            </a:schemeClr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3670832107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finding:two-spli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588302-F725-4E0D-AD75-D9B0BA2EF836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93683F-31E2-46C4-A5EC-E1CFD9E8730E}" type="slidenum">
              <a:rPr lang="en-US" smtClean="0"/>
              <a:t>‹#›</a:t>
            </a:fld>
            <a:endParaRPr lang="en-US"/>
          </a:p>
        </p:txBody>
      </p:sp>
      <p:sp>
        <p:nvSpPr>
          <p:cNvPr id="6" name="marker_1">
            <a:extLst>
              <a:ext uri="{FF2B5EF4-FFF2-40B4-BE49-F238E27FC236}">
                <a16:creationId xmlns:a16="http://schemas.microsoft.com/office/drawing/2014/main" id="{BB3AB750-43DB-C354-20D3-F82F111F6E31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831633" y="2339424"/>
            <a:ext cx="484940" cy="562055"/>
          </a:xfrm>
          <a:prstGeom prst="ellipse">
            <a:avLst/>
          </a:prstGeom>
          <a:solidFill>
            <a:schemeClr val="accent1">
              <a:lumMod val="70000"/>
              <a:lumOff val="30000"/>
            </a:schemeClr>
          </a:solidFill>
        </p:spPr>
        <p:txBody>
          <a:bodyPr wrap="square" lIns="0" tIns="0" rIns="0" bIns="0" anchor="ctr">
            <a:noAutofit/>
          </a:bodyPr>
          <a:lstStyle>
            <a:lvl1pPr marL="0" indent="0" algn="ctr">
              <a:spcBef>
                <a:spcPts val="0"/>
              </a:spcBef>
              <a:buFontTx/>
              <a:buNone/>
              <a:defRPr sz="2000" b="1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/>
              <a:t>marker_1</a:t>
            </a:r>
          </a:p>
        </p:txBody>
      </p:sp>
      <p:sp>
        <p:nvSpPr>
          <p:cNvPr id="7" name="item_1_title">
            <a:extLst>
              <a:ext uri="{FF2B5EF4-FFF2-40B4-BE49-F238E27FC236}">
                <a16:creationId xmlns:a16="http://schemas.microsoft.com/office/drawing/2014/main" id="{989F88AE-1505-B65D-DF05-D1C6A178EF9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404745" y="2339424"/>
            <a:ext cx="7714959" cy="371948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>
                    <a:lumMod val="70000"/>
                    <a:lumOff val="30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item_1_title</a:t>
            </a:r>
          </a:p>
        </p:txBody>
      </p:sp>
      <p:sp>
        <p:nvSpPr>
          <p:cNvPr id="8" name="item_1">
            <a:extLst>
              <a:ext uri="{FF2B5EF4-FFF2-40B4-BE49-F238E27FC236}">
                <a16:creationId xmlns:a16="http://schemas.microsoft.com/office/drawing/2014/main" id="{4E30C014-CDDB-867F-A1AA-A157D17ECA2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404745" y="2711373"/>
            <a:ext cx="7714959" cy="89267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item_1</a:t>
            </a:r>
          </a:p>
        </p:txBody>
      </p:sp>
      <p:sp>
        <p:nvSpPr>
          <p:cNvPr id="9" name="marker_2">
            <a:extLst>
              <a:ext uri="{FF2B5EF4-FFF2-40B4-BE49-F238E27FC236}">
                <a16:creationId xmlns:a16="http://schemas.microsoft.com/office/drawing/2014/main" id="{FC21AA7D-7E23-53A0-40BE-ADD25C575A99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831633" y="4166104"/>
            <a:ext cx="484940" cy="562055"/>
          </a:xfrm>
          <a:prstGeom prst="ellipse">
            <a:avLst/>
          </a:prstGeom>
          <a:solidFill>
            <a:schemeClr val="accent1">
              <a:lumMod val="70000"/>
              <a:lumOff val="30000"/>
            </a:schemeClr>
          </a:solidFill>
        </p:spPr>
        <p:txBody>
          <a:bodyPr wrap="square" lIns="0" tIns="0" rIns="0" bIns="0" anchor="ctr">
            <a:noAutofit/>
          </a:bodyPr>
          <a:lstStyle>
            <a:lvl1pPr marL="0" indent="0" algn="ctr">
              <a:spcBef>
                <a:spcPts val="0"/>
              </a:spcBef>
              <a:buFontTx/>
              <a:buNone/>
              <a:defRPr sz="2000" b="1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/>
              <a:t>marker_2</a:t>
            </a:r>
          </a:p>
        </p:txBody>
      </p:sp>
      <p:sp>
        <p:nvSpPr>
          <p:cNvPr id="10" name="item_2_title">
            <a:extLst>
              <a:ext uri="{FF2B5EF4-FFF2-40B4-BE49-F238E27FC236}">
                <a16:creationId xmlns:a16="http://schemas.microsoft.com/office/drawing/2014/main" id="{F474729E-FCE0-3BD7-9F49-06853B48C8C7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1404745" y="4166103"/>
            <a:ext cx="7714959" cy="371948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>
                    <a:lumMod val="70000"/>
                    <a:lumOff val="30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item_2_title</a:t>
            </a:r>
          </a:p>
        </p:txBody>
      </p:sp>
      <p:sp>
        <p:nvSpPr>
          <p:cNvPr id="11" name="item_2">
            <a:extLst>
              <a:ext uri="{FF2B5EF4-FFF2-40B4-BE49-F238E27FC236}">
                <a16:creationId xmlns:a16="http://schemas.microsoft.com/office/drawing/2014/main" id="{45E6F5AC-1856-BCA1-3799-8AC9746F188F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404745" y="4538052"/>
            <a:ext cx="7714959" cy="89267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item_2</a:t>
            </a:r>
          </a:p>
        </p:txBody>
      </p:sp>
      <p:sp>
        <p:nvSpPr>
          <p:cNvPr id="12" name="source">
            <a:extLst>
              <a:ext uri="{FF2B5EF4-FFF2-40B4-BE49-F238E27FC236}">
                <a16:creationId xmlns:a16="http://schemas.microsoft.com/office/drawing/2014/main" id="{2D308B28-D134-B7EE-CF3E-AF50B52EAAF3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77334" y="5736562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>
              <a:lumMod val="70000"/>
              <a:lumOff val="30000"/>
            </a:schemeClr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1203049592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finding:grid-2x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588302-F725-4E0D-AD75-D9B0BA2EF836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93683F-31E2-46C4-A5EC-E1CFD9E8730E}" type="slidenum">
              <a:rPr lang="en-US" smtClean="0"/>
              <a:t>‹#›</a:t>
            </a:fld>
            <a:endParaRPr lang="en-US"/>
          </a:p>
        </p:txBody>
      </p:sp>
      <p:sp>
        <p:nvSpPr>
          <p:cNvPr id="6" name="item_1_title">
            <a:extLst>
              <a:ext uri="{FF2B5EF4-FFF2-40B4-BE49-F238E27FC236}">
                <a16:creationId xmlns:a16="http://schemas.microsoft.com/office/drawing/2014/main" id="{03109D91-787D-239A-15E9-5F4617F549C5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831634" y="2339424"/>
            <a:ext cx="3901565" cy="371948"/>
          </a:xfr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>
                    <a:lumMod val="70000"/>
                    <a:lumOff val="30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item_1_title</a:t>
            </a:r>
          </a:p>
        </p:txBody>
      </p:sp>
      <p:sp>
        <p:nvSpPr>
          <p:cNvPr id="7" name="item_1">
            <a:extLst>
              <a:ext uri="{FF2B5EF4-FFF2-40B4-BE49-F238E27FC236}">
                <a16:creationId xmlns:a16="http://schemas.microsoft.com/office/drawing/2014/main" id="{4CE3E0DF-C5BC-CAC0-B8E1-8080531E69FB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831634" y="2711373"/>
            <a:ext cx="3901565" cy="89267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item_1</a:t>
            </a:r>
          </a:p>
        </p:txBody>
      </p:sp>
      <p:sp>
        <p:nvSpPr>
          <p:cNvPr id="8" name="item_2_title">
            <a:extLst>
              <a:ext uri="{FF2B5EF4-FFF2-40B4-BE49-F238E27FC236}">
                <a16:creationId xmlns:a16="http://schemas.microsoft.com/office/drawing/2014/main" id="{FC1A6653-06BA-6049-987B-970A331E57D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218139" y="2339424"/>
            <a:ext cx="3901565" cy="371948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>
                    <a:lumMod val="70000"/>
                    <a:lumOff val="30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item_2_title</a:t>
            </a:r>
          </a:p>
        </p:txBody>
      </p:sp>
      <p:sp>
        <p:nvSpPr>
          <p:cNvPr id="9" name="item_2">
            <a:extLst>
              <a:ext uri="{FF2B5EF4-FFF2-40B4-BE49-F238E27FC236}">
                <a16:creationId xmlns:a16="http://schemas.microsoft.com/office/drawing/2014/main" id="{726F8AAD-B2E1-36A3-C3CD-21ADA6E18267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218139" y="2711373"/>
            <a:ext cx="3901565" cy="89267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item_2</a:t>
            </a:r>
          </a:p>
        </p:txBody>
      </p:sp>
      <p:sp>
        <p:nvSpPr>
          <p:cNvPr id="10" name="item_3_title">
            <a:extLst>
              <a:ext uri="{FF2B5EF4-FFF2-40B4-BE49-F238E27FC236}">
                <a16:creationId xmlns:a16="http://schemas.microsoft.com/office/drawing/2014/main" id="{E305E644-80FB-3A9B-173D-17ADCFCFA7A2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831634" y="4166103"/>
            <a:ext cx="3901565" cy="371948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>
                    <a:lumMod val="70000"/>
                    <a:lumOff val="30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item_3_title</a:t>
            </a:r>
          </a:p>
        </p:txBody>
      </p:sp>
      <p:sp>
        <p:nvSpPr>
          <p:cNvPr id="11" name="item_3">
            <a:extLst>
              <a:ext uri="{FF2B5EF4-FFF2-40B4-BE49-F238E27FC236}">
                <a16:creationId xmlns:a16="http://schemas.microsoft.com/office/drawing/2014/main" id="{C28B7619-B0A1-1743-91C9-A05FCDDC08B6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831634" y="4538052"/>
            <a:ext cx="3901565" cy="89267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item_3</a:t>
            </a:r>
          </a:p>
        </p:txBody>
      </p:sp>
      <p:sp>
        <p:nvSpPr>
          <p:cNvPr id="12" name="item_4_title">
            <a:extLst>
              <a:ext uri="{FF2B5EF4-FFF2-40B4-BE49-F238E27FC236}">
                <a16:creationId xmlns:a16="http://schemas.microsoft.com/office/drawing/2014/main" id="{BA14F294-F45E-0DCD-7DD3-62D0EF5C5F8E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5218139" y="4166103"/>
            <a:ext cx="3901565" cy="371948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>
                    <a:lumMod val="70000"/>
                    <a:lumOff val="30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item_4_title</a:t>
            </a:r>
          </a:p>
        </p:txBody>
      </p:sp>
      <p:sp>
        <p:nvSpPr>
          <p:cNvPr id="13" name="item_4">
            <a:extLst>
              <a:ext uri="{FF2B5EF4-FFF2-40B4-BE49-F238E27FC236}">
                <a16:creationId xmlns:a16="http://schemas.microsoft.com/office/drawing/2014/main" id="{545F48EB-CD8B-6440-CE2B-0236A2673E09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5218139" y="4538052"/>
            <a:ext cx="3901565" cy="89267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item_4</a:t>
            </a:r>
          </a:p>
        </p:txBody>
      </p:sp>
      <p:sp>
        <p:nvSpPr>
          <p:cNvPr id="14" name="source">
            <a:extLst>
              <a:ext uri="{FF2B5EF4-FFF2-40B4-BE49-F238E27FC236}">
                <a16:creationId xmlns:a16="http://schemas.microsoft.com/office/drawing/2014/main" id="{B65B96BB-08FD-14BA-4965-7BFDB6283AD2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77334" y="5736562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>
              <a:lumMod val="70000"/>
              <a:lumOff val="30000"/>
            </a:schemeClr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57340076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finding:time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588302-F725-4E0D-AD75-D9B0BA2EF836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93683F-31E2-46C4-A5EC-E1CFD9E8730E}" type="slidenum">
              <a:rPr lang="en-US" smtClean="0"/>
              <a:t>‹#›</a:t>
            </a:fld>
            <a:endParaRPr lang="en-US"/>
          </a:p>
        </p:txBody>
      </p:sp>
      <p:sp>
        <p:nvSpPr>
          <p:cNvPr id="6" name="item_1_title">
            <a:extLst>
              <a:ext uri="{FF2B5EF4-FFF2-40B4-BE49-F238E27FC236}">
                <a16:creationId xmlns:a16="http://schemas.microsoft.com/office/drawing/2014/main" id="{B89B4E4C-0BAA-C846-A961-9AA1BDBBF51D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831633" y="2664825"/>
            <a:ext cx="1708312" cy="813500"/>
          </a:xfr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>
                    <a:lumMod val="70000"/>
                    <a:lumOff val="30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item_1_title</a:t>
            </a:r>
          </a:p>
        </p:txBody>
      </p:sp>
      <p:sp>
        <p:nvSpPr>
          <p:cNvPr id="7" name="item_1">
            <a:extLst>
              <a:ext uri="{FF2B5EF4-FFF2-40B4-BE49-F238E27FC236}">
                <a16:creationId xmlns:a16="http://schemas.microsoft.com/office/drawing/2014/main" id="{9020611C-207F-0E20-AC03-116D638D9A4D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831633" y="3478326"/>
            <a:ext cx="1708312" cy="1952401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item_1</a:t>
            </a:r>
          </a:p>
        </p:txBody>
      </p:sp>
      <p:sp>
        <p:nvSpPr>
          <p:cNvPr id="8" name="item_2_title">
            <a:extLst>
              <a:ext uri="{FF2B5EF4-FFF2-40B4-BE49-F238E27FC236}">
                <a16:creationId xmlns:a16="http://schemas.microsoft.com/office/drawing/2014/main" id="{B15B4988-A8DB-B80C-349C-1ACA2BADCCA8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024886" y="2664825"/>
            <a:ext cx="1708312" cy="81350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>
                    <a:lumMod val="70000"/>
                    <a:lumOff val="30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item_2_title</a:t>
            </a:r>
          </a:p>
        </p:txBody>
      </p:sp>
      <p:sp>
        <p:nvSpPr>
          <p:cNvPr id="9" name="item_2">
            <a:extLst>
              <a:ext uri="{FF2B5EF4-FFF2-40B4-BE49-F238E27FC236}">
                <a16:creationId xmlns:a16="http://schemas.microsoft.com/office/drawing/2014/main" id="{18078075-0BC6-4F73-4220-76F1FF7D158D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024886" y="3478326"/>
            <a:ext cx="1708312" cy="1952401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item_2</a:t>
            </a:r>
          </a:p>
        </p:txBody>
      </p:sp>
      <p:sp>
        <p:nvSpPr>
          <p:cNvPr id="10" name="item_3_title">
            <a:extLst>
              <a:ext uri="{FF2B5EF4-FFF2-40B4-BE49-F238E27FC236}">
                <a16:creationId xmlns:a16="http://schemas.microsoft.com/office/drawing/2014/main" id="{58BF6E1D-86AB-F3CE-503E-ABDF2C4731AB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218138" y="2664825"/>
            <a:ext cx="1708312" cy="81350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>
                    <a:lumMod val="70000"/>
                    <a:lumOff val="30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item_3_title</a:t>
            </a:r>
          </a:p>
        </p:txBody>
      </p:sp>
      <p:sp>
        <p:nvSpPr>
          <p:cNvPr id="11" name="item_3">
            <a:extLst>
              <a:ext uri="{FF2B5EF4-FFF2-40B4-BE49-F238E27FC236}">
                <a16:creationId xmlns:a16="http://schemas.microsoft.com/office/drawing/2014/main" id="{0E37BF14-5BDC-3D4A-5D31-7DF4009E98B7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5218138" y="3478326"/>
            <a:ext cx="1708312" cy="1952401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item_3</a:t>
            </a:r>
          </a:p>
        </p:txBody>
      </p:sp>
      <p:sp>
        <p:nvSpPr>
          <p:cNvPr id="12" name="item_4_title">
            <a:extLst>
              <a:ext uri="{FF2B5EF4-FFF2-40B4-BE49-F238E27FC236}">
                <a16:creationId xmlns:a16="http://schemas.microsoft.com/office/drawing/2014/main" id="{3846B97A-5D8A-3275-1901-DDE2E3CC6382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7411391" y="2664825"/>
            <a:ext cx="1708312" cy="81350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>
                    <a:lumMod val="70000"/>
                    <a:lumOff val="30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item_4_title</a:t>
            </a:r>
          </a:p>
        </p:txBody>
      </p:sp>
      <p:sp>
        <p:nvSpPr>
          <p:cNvPr id="13" name="item_4">
            <a:extLst>
              <a:ext uri="{FF2B5EF4-FFF2-40B4-BE49-F238E27FC236}">
                <a16:creationId xmlns:a16="http://schemas.microsoft.com/office/drawing/2014/main" id="{4BC4C3D2-A5A1-32AC-F2C2-3C2F71EC90EF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7411391" y="3478326"/>
            <a:ext cx="1708312" cy="1952401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item_4</a:t>
            </a:r>
          </a:p>
        </p:txBody>
      </p:sp>
      <p:sp>
        <p:nvSpPr>
          <p:cNvPr id="14" name="source">
            <a:extLst>
              <a:ext uri="{FF2B5EF4-FFF2-40B4-BE49-F238E27FC236}">
                <a16:creationId xmlns:a16="http://schemas.microsoft.com/office/drawing/2014/main" id="{CA183611-4046-D214-6DB3-EE52AE4CE5DB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77334" y="5736562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>
              <a:lumMod val="70000"/>
              <a:lumOff val="30000"/>
            </a:schemeClr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3037260572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finding:single-her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588302-F725-4E0D-AD75-D9B0BA2EF836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93683F-31E2-46C4-A5EC-E1CFD9E8730E}" type="slidenum">
              <a:rPr lang="en-US" smtClean="0"/>
              <a:t>‹#›</a:t>
            </a:fld>
            <a:endParaRPr lang="en-US"/>
          </a:p>
        </p:txBody>
      </p:sp>
      <p:sp>
        <p:nvSpPr>
          <p:cNvPr id="6" name="kpi_value_1">
            <a:extLst>
              <a:ext uri="{FF2B5EF4-FFF2-40B4-BE49-F238E27FC236}">
                <a16:creationId xmlns:a16="http://schemas.microsoft.com/office/drawing/2014/main" id="{402FE89B-61D4-26F1-4083-76FFAEEEAD5F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831634" y="2339424"/>
            <a:ext cx="4161669" cy="1916607"/>
          </a:xfr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0800" b="1">
                <a:solidFill>
                  <a:schemeClr val="accent1">
                    <a:lumMod val="70000"/>
                    <a:lumOff val="30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kpi_value_1</a:t>
            </a:r>
          </a:p>
        </p:txBody>
      </p:sp>
      <p:sp>
        <p:nvSpPr>
          <p:cNvPr id="7" name="kpi_label_1">
            <a:extLst>
              <a:ext uri="{FF2B5EF4-FFF2-40B4-BE49-F238E27FC236}">
                <a16:creationId xmlns:a16="http://schemas.microsoft.com/office/drawing/2014/main" id="{E1D353EA-69D6-856C-7CC1-B514CC9DC26C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831634" y="4317858"/>
            <a:ext cx="4161669" cy="1112869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kpi_label_1</a:t>
            </a:r>
          </a:p>
        </p:txBody>
      </p:sp>
      <p:sp>
        <p:nvSpPr>
          <p:cNvPr id="8" name="quote">
            <a:extLst>
              <a:ext uri="{FF2B5EF4-FFF2-40B4-BE49-F238E27FC236}">
                <a16:creationId xmlns:a16="http://schemas.microsoft.com/office/drawing/2014/main" id="{EBD9503A-B471-3E81-F6EB-DFEBDDA5E4AB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831634" y="2339425"/>
            <a:ext cx="4161669" cy="241121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i="1">
                <a:latin typeface="+mj-lt"/>
              </a:defRPr>
            </a:lvl1pPr>
          </a:lstStyle>
          <a:p>
            <a:pPr lvl="0"/>
            <a:r>
              <a:rPr lang="en-US"/>
              <a:t>quote</a:t>
            </a:r>
          </a:p>
        </p:txBody>
      </p:sp>
      <p:sp>
        <p:nvSpPr>
          <p:cNvPr id="9" name="attribution">
            <a:extLst>
              <a:ext uri="{FF2B5EF4-FFF2-40B4-BE49-F238E27FC236}">
                <a16:creationId xmlns:a16="http://schemas.microsoft.com/office/drawing/2014/main" id="{F081F24F-48E6-72F5-95F9-C9BA4970431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831634" y="4812466"/>
            <a:ext cx="4161669" cy="61826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attribution</a:t>
            </a:r>
          </a:p>
        </p:txBody>
      </p:sp>
      <p:sp>
        <p:nvSpPr>
          <p:cNvPr id="10" name="item_1_title">
            <a:extLst>
              <a:ext uri="{FF2B5EF4-FFF2-40B4-BE49-F238E27FC236}">
                <a16:creationId xmlns:a16="http://schemas.microsoft.com/office/drawing/2014/main" id="{35E72D4F-7CE3-E3DA-6216-61D7C2BF0A25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491468" y="2160589"/>
            <a:ext cx="3782534" cy="1014404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>
                    <a:lumMod val="70000"/>
                    <a:lumOff val="30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item_1_title</a:t>
            </a:r>
          </a:p>
        </p:txBody>
      </p:sp>
      <p:sp>
        <p:nvSpPr>
          <p:cNvPr id="11" name="item_1">
            <a:extLst>
              <a:ext uri="{FF2B5EF4-FFF2-40B4-BE49-F238E27FC236}">
                <a16:creationId xmlns:a16="http://schemas.microsoft.com/office/drawing/2014/main" id="{5A4004BF-299A-95CD-44E2-01EE0B3D004C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5491468" y="3174993"/>
            <a:ext cx="3782534" cy="2434569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item_1</a:t>
            </a:r>
          </a:p>
        </p:txBody>
      </p:sp>
      <p:sp>
        <p:nvSpPr>
          <p:cNvPr id="12" name="source">
            <a:extLst>
              <a:ext uri="{FF2B5EF4-FFF2-40B4-BE49-F238E27FC236}">
                <a16:creationId xmlns:a16="http://schemas.microsoft.com/office/drawing/2014/main" id="{7849B5BF-14EB-4AAF-B0CF-6A372149C832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77334" y="5736562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>
              <a:lumMod val="70000"/>
              <a:lumOff val="30000"/>
            </a:schemeClr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2122837516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implications:cards-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588302-F725-4E0D-AD75-D9B0BA2EF836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93683F-31E2-46C4-A5EC-E1CFD9E8730E}" type="slidenum">
              <a:rPr lang="en-US" smtClean="0"/>
              <a:t>‹#›</a:t>
            </a:fld>
            <a:endParaRPr lang="en-US"/>
          </a:p>
        </p:txBody>
      </p:sp>
      <p:sp>
        <p:nvSpPr>
          <p:cNvPr id="6" name="item_1_title">
            <a:extLst>
              <a:ext uri="{FF2B5EF4-FFF2-40B4-BE49-F238E27FC236}">
                <a16:creationId xmlns:a16="http://schemas.microsoft.com/office/drawing/2014/main" id="{34E1793F-A0EE-9423-7B35-C97B44E3F637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831633" y="2339424"/>
            <a:ext cx="2439396" cy="909206"/>
          </a:xfr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>
                    <a:lumMod val="70000"/>
                    <a:lumOff val="30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item_1_title</a:t>
            </a:r>
          </a:p>
        </p:txBody>
      </p:sp>
      <p:sp>
        <p:nvSpPr>
          <p:cNvPr id="7" name="item_1">
            <a:extLst>
              <a:ext uri="{FF2B5EF4-FFF2-40B4-BE49-F238E27FC236}">
                <a16:creationId xmlns:a16="http://schemas.microsoft.com/office/drawing/2014/main" id="{FA737172-EB2A-B56D-D154-2931E8E02AA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831633" y="3248632"/>
            <a:ext cx="2439396" cy="218209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item_1</a:t>
            </a:r>
          </a:p>
        </p:txBody>
      </p:sp>
      <p:sp>
        <p:nvSpPr>
          <p:cNvPr id="8" name="item_2_title">
            <a:extLst>
              <a:ext uri="{FF2B5EF4-FFF2-40B4-BE49-F238E27FC236}">
                <a16:creationId xmlns:a16="http://schemas.microsoft.com/office/drawing/2014/main" id="{F3087EDF-6653-5074-EF46-C6C4271662D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755970" y="2339424"/>
            <a:ext cx="2439396" cy="909206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>
                    <a:lumMod val="70000"/>
                    <a:lumOff val="30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item_2_title</a:t>
            </a:r>
          </a:p>
        </p:txBody>
      </p:sp>
      <p:sp>
        <p:nvSpPr>
          <p:cNvPr id="9" name="item_2">
            <a:extLst>
              <a:ext uri="{FF2B5EF4-FFF2-40B4-BE49-F238E27FC236}">
                <a16:creationId xmlns:a16="http://schemas.microsoft.com/office/drawing/2014/main" id="{AB9B8371-DB50-EC43-D911-66F23DC582A2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755970" y="3248632"/>
            <a:ext cx="2439396" cy="218209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item_2</a:t>
            </a:r>
          </a:p>
        </p:txBody>
      </p:sp>
      <p:sp>
        <p:nvSpPr>
          <p:cNvPr id="10" name="item_3_title">
            <a:extLst>
              <a:ext uri="{FF2B5EF4-FFF2-40B4-BE49-F238E27FC236}">
                <a16:creationId xmlns:a16="http://schemas.microsoft.com/office/drawing/2014/main" id="{287FCC47-3B09-3A9C-BFD7-735C82618DA2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680307" y="2339424"/>
            <a:ext cx="2439396" cy="909206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>
                    <a:lumMod val="70000"/>
                    <a:lumOff val="30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item_3_title</a:t>
            </a:r>
          </a:p>
        </p:txBody>
      </p:sp>
      <p:sp>
        <p:nvSpPr>
          <p:cNvPr id="11" name="item_3">
            <a:extLst>
              <a:ext uri="{FF2B5EF4-FFF2-40B4-BE49-F238E27FC236}">
                <a16:creationId xmlns:a16="http://schemas.microsoft.com/office/drawing/2014/main" id="{C91D9FFC-1B10-1A02-457A-81DF12A9B522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680307" y="3248632"/>
            <a:ext cx="2439396" cy="218209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item_3</a:t>
            </a:r>
          </a:p>
        </p:txBody>
      </p:sp>
      <p:sp>
        <p:nvSpPr>
          <p:cNvPr id="12" name="source">
            <a:extLst>
              <a:ext uri="{FF2B5EF4-FFF2-40B4-BE49-F238E27FC236}">
                <a16:creationId xmlns:a16="http://schemas.microsoft.com/office/drawing/2014/main" id="{D16FB1B5-B0D6-99BC-4E51-47C1AEF3E9E0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77334" y="5736562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>
              <a:lumMod val="70000"/>
              <a:lumOff val="30000"/>
            </a:schemeClr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3284821050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implications:two-spli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588302-F725-4E0D-AD75-D9B0BA2EF836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93683F-31E2-46C4-A5EC-E1CFD9E8730E}" type="slidenum">
              <a:rPr lang="en-US" smtClean="0"/>
              <a:t>‹#›</a:t>
            </a:fld>
            <a:endParaRPr lang="en-US"/>
          </a:p>
        </p:txBody>
      </p:sp>
      <p:sp>
        <p:nvSpPr>
          <p:cNvPr id="6" name="marker_1">
            <a:extLst>
              <a:ext uri="{FF2B5EF4-FFF2-40B4-BE49-F238E27FC236}">
                <a16:creationId xmlns:a16="http://schemas.microsoft.com/office/drawing/2014/main" id="{60C83E5F-4E56-66AF-968E-6782C84F52F8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831633" y="2339424"/>
            <a:ext cx="484940" cy="562055"/>
          </a:xfrm>
          <a:prstGeom prst="ellipse">
            <a:avLst/>
          </a:prstGeom>
          <a:solidFill>
            <a:schemeClr val="accent1">
              <a:lumMod val="70000"/>
              <a:lumOff val="30000"/>
            </a:schemeClr>
          </a:solidFill>
        </p:spPr>
        <p:txBody>
          <a:bodyPr wrap="square" lIns="0" tIns="0" rIns="0" bIns="0" anchor="ctr">
            <a:noAutofit/>
          </a:bodyPr>
          <a:lstStyle>
            <a:lvl1pPr marL="0" indent="0" algn="ctr">
              <a:spcBef>
                <a:spcPts val="0"/>
              </a:spcBef>
              <a:buFontTx/>
              <a:buNone/>
              <a:defRPr sz="2000" b="1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/>
              <a:t>marker_1</a:t>
            </a:r>
          </a:p>
        </p:txBody>
      </p:sp>
      <p:sp>
        <p:nvSpPr>
          <p:cNvPr id="7" name="item_1_title">
            <a:extLst>
              <a:ext uri="{FF2B5EF4-FFF2-40B4-BE49-F238E27FC236}">
                <a16:creationId xmlns:a16="http://schemas.microsoft.com/office/drawing/2014/main" id="{92E2FC0C-EF20-C720-9AA2-0C79B961812F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404745" y="2339424"/>
            <a:ext cx="7714959" cy="371948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>
                    <a:lumMod val="70000"/>
                    <a:lumOff val="30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item_1_title</a:t>
            </a:r>
          </a:p>
        </p:txBody>
      </p:sp>
      <p:sp>
        <p:nvSpPr>
          <p:cNvPr id="8" name="item_1">
            <a:extLst>
              <a:ext uri="{FF2B5EF4-FFF2-40B4-BE49-F238E27FC236}">
                <a16:creationId xmlns:a16="http://schemas.microsoft.com/office/drawing/2014/main" id="{57DB2C27-C98A-F5A2-90C2-D0972648CC93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404745" y="2711373"/>
            <a:ext cx="7714959" cy="89267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item_1</a:t>
            </a:r>
          </a:p>
        </p:txBody>
      </p:sp>
      <p:sp>
        <p:nvSpPr>
          <p:cNvPr id="9" name="marker_2">
            <a:extLst>
              <a:ext uri="{FF2B5EF4-FFF2-40B4-BE49-F238E27FC236}">
                <a16:creationId xmlns:a16="http://schemas.microsoft.com/office/drawing/2014/main" id="{F851B2CA-42FC-A15A-84A5-C2D70F3FA7B8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831633" y="4166104"/>
            <a:ext cx="484940" cy="562055"/>
          </a:xfrm>
          <a:prstGeom prst="ellipse">
            <a:avLst/>
          </a:prstGeom>
          <a:solidFill>
            <a:schemeClr val="accent1">
              <a:lumMod val="70000"/>
              <a:lumOff val="30000"/>
            </a:schemeClr>
          </a:solidFill>
        </p:spPr>
        <p:txBody>
          <a:bodyPr wrap="square" lIns="0" tIns="0" rIns="0" bIns="0" anchor="ctr">
            <a:noAutofit/>
          </a:bodyPr>
          <a:lstStyle>
            <a:lvl1pPr marL="0" indent="0" algn="ctr">
              <a:spcBef>
                <a:spcPts val="0"/>
              </a:spcBef>
              <a:buFontTx/>
              <a:buNone/>
              <a:defRPr sz="2000" b="1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/>
              <a:t>marker_2</a:t>
            </a:r>
          </a:p>
        </p:txBody>
      </p:sp>
      <p:sp>
        <p:nvSpPr>
          <p:cNvPr id="10" name="item_2_title">
            <a:extLst>
              <a:ext uri="{FF2B5EF4-FFF2-40B4-BE49-F238E27FC236}">
                <a16:creationId xmlns:a16="http://schemas.microsoft.com/office/drawing/2014/main" id="{5D6F5282-8210-30C4-C19A-FFD9DC6A5995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1404745" y="4166103"/>
            <a:ext cx="7714959" cy="371948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>
                    <a:lumMod val="70000"/>
                    <a:lumOff val="30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item_2_title</a:t>
            </a:r>
          </a:p>
        </p:txBody>
      </p:sp>
      <p:sp>
        <p:nvSpPr>
          <p:cNvPr id="11" name="item_2">
            <a:extLst>
              <a:ext uri="{FF2B5EF4-FFF2-40B4-BE49-F238E27FC236}">
                <a16:creationId xmlns:a16="http://schemas.microsoft.com/office/drawing/2014/main" id="{576F9746-C0E5-AB4F-F9DD-E111D3C65AA6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404745" y="4538052"/>
            <a:ext cx="7714959" cy="89267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item_2</a:t>
            </a:r>
          </a:p>
        </p:txBody>
      </p:sp>
      <p:sp>
        <p:nvSpPr>
          <p:cNvPr id="12" name="source">
            <a:extLst>
              <a:ext uri="{FF2B5EF4-FFF2-40B4-BE49-F238E27FC236}">
                <a16:creationId xmlns:a16="http://schemas.microsoft.com/office/drawing/2014/main" id="{37357E9A-015D-53C7-28A7-EF37756F5E45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77334" y="5736562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>
              <a:lumMod val="70000"/>
              <a:lumOff val="30000"/>
            </a:schemeClr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2637841129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implications:single-her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588302-F725-4E0D-AD75-D9B0BA2EF836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93683F-31E2-46C4-A5EC-E1CFD9E8730E}" type="slidenum">
              <a:rPr lang="en-US" smtClean="0"/>
              <a:t>‹#›</a:t>
            </a:fld>
            <a:endParaRPr lang="en-US"/>
          </a:p>
        </p:txBody>
      </p:sp>
      <p:sp>
        <p:nvSpPr>
          <p:cNvPr id="6" name="kpi_value_1">
            <a:extLst>
              <a:ext uri="{FF2B5EF4-FFF2-40B4-BE49-F238E27FC236}">
                <a16:creationId xmlns:a16="http://schemas.microsoft.com/office/drawing/2014/main" id="{E7B8FA05-4907-3C0E-CD27-8A8708A6CF98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831634" y="2339424"/>
            <a:ext cx="4161669" cy="1916607"/>
          </a:xfr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0800" b="1">
                <a:solidFill>
                  <a:schemeClr val="accent1">
                    <a:lumMod val="70000"/>
                    <a:lumOff val="30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kpi_value_1</a:t>
            </a:r>
          </a:p>
        </p:txBody>
      </p:sp>
      <p:sp>
        <p:nvSpPr>
          <p:cNvPr id="7" name="kpi_label_1">
            <a:extLst>
              <a:ext uri="{FF2B5EF4-FFF2-40B4-BE49-F238E27FC236}">
                <a16:creationId xmlns:a16="http://schemas.microsoft.com/office/drawing/2014/main" id="{D290D188-D639-A5D0-937E-389999A7345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831634" y="4317858"/>
            <a:ext cx="4161669" cy="1112869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kpi_label_1</a:t>
            </a:r>
          </a:p>
        </p:txBody>
      </p:sp>
      <p:sp>
        <p:nvSpPr>
          <p:cNvPr id="8" name="quote">
            <a:extLst>
              <a:ext uri="{FF2B5EF4-FFF2-40B4-BE49-F238E27FC236}">
                <a16:creationId xmlns:a16="http://schemas.microsoft.com/office/drawing/2014/main" id="{3A4D421C-0C2F-82BB-3E43-1AFB8B53CF6F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831634" y="2339425"/>
            <a:ext cx="4161669" cy="241121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i="1">
                <a:latin typeface="+mj-lt"/>
              </a:defRPr>
            </a:lvl1pPr>
          </a:lstStyle>
          <a:p>
            <a:pPr lvl="0"/>
            <a:r>
              <a:rPr lang="en-US"/>
              <a:t>quote</a:t>
            </a:r>
          </a:p>
        </p:txBody>
      </p:sp>
      <p:sp>
        <p:nvSpPr>
          <p:cNvPr id="9" name="attribution">
            <a:extLst>
              <a:ext uri="{FF2B5EF4-FFF2-40B4-BE49-F238E27FC236}">
                <a16:creationId xmlns:a16="http://schemas.microsoft.com/office/drawing/2014/main" id="{669B4B67-A9C3-636B-4B0A-976EF4D0C710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831634" y="4812466"/>
            <a:ext cx="4161669" cy="61826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attribution</a:t>
            </a:r>
          </a:p>
        </p:txBody>
      </p:sp>
      <p:sp>
        <p:nvSpPr>
          <p:cNvPr id="10" name="item_1_title">
            <a:extLst>
              <a:ext uri="{FF2B5EF4-FFF2-40B4-BE49-F238E27FC236}">
                <a16:creationId xmlns:a16="http://schemas.microsoft.com/office/drawing/2014/main" id="{5B7FA17C-189B-AE49-9659-28FF2E3DAE82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491468" y="2160589"/>
            <a:ext cx="3782534" cy="1014404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>
                    <a:lumMod val="70000"/>
                    <a:lumOff val="30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item_1_title</a:t>
            </a:r>
          </a:p>
        </p:txBody>
      </p:sp>
      <p:sp>
        <p:nvSpPr>
          <p:cNvPr id="11" name="item_1">
            <a:extLst>
              <a:ext uri="{FF2B5EF4-FFF2-40B4-BE49-F238E27FC236}">
                <a16:creationId xmlns:a16="http://schemas.microsoft.com/office/drawing/2014/main" id="{FB06789D-7B61-015C-15A7-2EFD52D7725B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5491468" y="3174993"/>
            <a:ext cx="3782534" cy="2434569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item_1</a:t>
            </a:r>
          </a:p>
        </p:txBody>
      </p:sp>
      <p:sp>
        <p:nvSpPr>
          <p:cNvPr id="12" name="source">
            <a:extLst>
              <a:ext uri="{FF2B5EF4-FFF2-40B4-BE49-F238E27FC236}">
                <a16:creationId xmlns:a16="http://schemas.microsoft.com/office/drawing/2014/main" id="{D88C732C-237C-5BE4-1E86-9CB7F6F833EC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77334" y="5736562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>
              <a:lumMod val="70000"/>
              <a:lumOff val="30000"/>
            </a:schemeClr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4209549327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limitations:numbere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588302-F725-4E0D-AD75-D9B0BA2EF836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93683F-31E2-46C4-A5EC-E1CFD9E8730E}" type="slidenum">
              <a:rPr lang="en-US" smtClean="0"/>
              <a:t>‹#›</a:t>
            </a:fld>
            <a:endParaRPr lang="en-US"/>
          </a:p>
        </p:txBody>
      </p:sp>
      <p:sp>
        <p:nvSpPr>
          <p:cNvPr id="6" name="marker_1">
            <a:extLst>
              <a:ext uri="{FF2B5EF4-FFF2-40B4-BE49-F238E27FC236}">
                <a16:creationId xmlns:a16="http://schemas.microsoft.com/office/drawing/2014/main" id="{963CF4CF-5433-5955-E94F-F0F8EC1A09AF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787548" y="2288329"/>
            <a:ext cx="484940" cy="562055"/>
          </a:xfrm>
          <a:prstGeom prst="ellipse">
            <a:avLst/>
          </a:prstGeom>
          <a:solidFill>
            <a:schemeClr val="accent1">
              <a:lumMod val="70000"/>
              <a:lumOff val="30000"/>
            </a:schemeClr>
          </a:solidFill>
        </p:spPr>
        <p:txBody>
          <a:bodyPr wrap="square" lIns="0" tIns="0" rIns="0" bIns="0" anchor="ctr">
            <a:noAutofit/>
          </a:bodyPr>
          <a:lstStyle>
            <a:lvl1pPr marL="0" indent="0" algn="ctr">
              <a:spcBef>
                <a:spcPts val="0"/>
              </a:spcBef>
              <a:buFontTx/>
              <a:buNone/>
              <a:defRPr sz="2000" b="1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/>
              <a:t>marker_1</a:t>
            </a:r>
          </a:p>
        </p:txBody>
      </p:sp>
      <p:sp>
        <p:nvSpPr>
          <p:cNvPr id="7" name="item_1">
            <a:extLst>
              <a:ext uri="{FF2B5EF4-FFF2-40B4-BE49-F238E27FC236}">
                <a16:creationId xmlns:a16="http://schemas.microsoft.com/office/drawing/2014/main" id="{FA766DFB-297B-C9BE-E6BF-96D451512AD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360659" y="2288330"/>
            <a:ext cx="7803130" cy="510959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item_1</a:t>
            </a:r>
          </a:p>
        </p:txBody>
      </p:sp>
      <p:sp>
        <p:nvSpPr>
          <p:cNvPr id="8" name="marker_2">
            <a:extLst>
              <a:ext uri="{FF2B5EF4-FFF2-40B4-BE49-F238E27FC236}">
                <a16:creationId xmlns:a16="http://schemas.microsoft.com/office/drawing/2014/main" id="{0E04673D-22F6-A39B-BE67-E03A2C703F32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787548" y="3182508"/>
            <a:ext cx="484940" cy="562055"/>
          </a:xfrm>
          <a:prstGeom prst="ellipse">
            <a:avLst/>
          </a:prstGeom>
          <a:solidFill>
            <a:schemeClr val="accent1">
              <a:lumMod val="70000"/>
              <a:lumOff val="30000"/>
            </a:schemeClr>
          </a:solidFill>
        </p:spPr>
        <p:txBody>
          <a:bodyPr wrap="square" lIns="0" tIns="0" rIns="0" bIns="0" anchor="ctr">
            <a:noAutofit/>
          </a:bodyPr>
          <a:lstStyle>
            <a:lvl1pPr marL="0" indent="0" algn="ctr">
              <a:spcBef>
                <a:spcPts val="0"/>
              </a:spcBef>
              <a:buFontTx/>
              <a:buNone/>
              <a:defRPr sz="2000" b="1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/>
              <a:t>marker_2</a:t>
            </a:r>
          </a:p>
        </p:txBody>
      </p:sp>
      <p:sp>
        <p:nvSpPr>
          <p:cNvPr id="9" name="item_2">
            <a:extLst>
              <a:ext uri="{FF2B5EF4-FFF2-40B4-BE49-F238E27FC236}">
                <a16:creationId xmlns:a16="http://schemas.microsoft.com/office/drawing/2014/main" id="{FB87A894-3043-92F9-555A-BB850E5020DF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360659" y="3182508"/>
            <a:ext cx="7803130" cy="510959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item_2</a:t>
            </a:r>
          </a:p>
        </p:txBody>
      </p:sp>
      <p:sp>
        <p:nvSpPr>
          <p:cNvPr id="10" name="marker_3">
            <a:extLst>
              <a:ext uri="{FF2B5EF4-FFF2-40B4-BE49-F238E27FC236}">
                <a16:creationId xmlns:a16="http://schemas.microsoft.com/office/drawing/2014/main" id="{894DF9F2-EA6F-66A5-22E6-B563351A69A9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787548" y="4076686"/>
            <a:ext cx="484940" cy="562055"/>
          </a:xfrm>
          <a:prstGeom prst="ellipse">
            <a:avLst/>
          </a:prstGeom>
          <a:solidFill>
            <a:schemeClr val="accent1">
              <a:lumMod val="70000"/>
              <a:lumOff val="30000"/>
            </a:schemeClr>
          </a:solidFill>
        </p:spPr>
        <p:txBody>
          <a:bodyPr wrap="square" lIns="0" tIns="0" rIns="0" bIns="0" anchor="ctr">
            <a:noAutofit/>
          </a:bodyPr>
          <a:lstStyle>
            <a:lvl1pPr marL="0" indent="0" algn="ctr">
              <a:spcBef>
                <a:spcPts val="0"/>
              </a:spcBef>
              <a:buFontTx/>
              <a:buNone/>
              <a:defRPr sz="2000" b="1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/>
              <a:t>marker_3</a:t>
            </a:r>
          </a:p>
        </p:txBody>
      </p:sp>
      <p:sp>
        <p:nvSpPr>
          <p:cNvPr id="11" name="item_3">
            <a:extLst>
              <a:ext uri="{FF2B5EF4-FFF2-40B4-BE49-F238E27FC236}">
                <a16:creationId xmlns:a16="http://schemas.microsoft.com/office/drawing/2014/main" id="{A1FF1DA0-CEBC-D3F4-6409-AD1321EE940D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360659" y="4076686"/>
            <a:ext cx="7803130" cy="510959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item_3</a:t>
            </a:r>
          </a:p>
        </p:txBody>
      </p:sp>
      <p:sp>
        <p:nvSpPr>
          <p:cNvPr id="12" name="marker_4">
            <a:extLst>
              <a:ext uri="{FF2B5EF4-FFF2-40B4-BE49-F238E27FC236}">
                <a16:creationId xmlns:a16="http://schemas.microsoft.com/office/drawing/2014/main" id="{ABF77887-30EC-C067-C4CC-73D84D53CB02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787548" y="4970864"/>
            <a:ext cx="484940" cy="562055"/>
          </a:xfrm>
          <a:prstGeom prst="ellipse">
            <a:avLst/>
          </a:prstGeom>
          <a:solidFill>
            <a:schemeClr val="accent1">
              <a:lumMod val="70000"/>
              <a:lumOff val="30000"/>
            </a:schemeClr>
          </a:solidFill>
        </p:spPr>
        <p:txBody>
          <a:bodyPr wrap="square" lIns="0" tIns="0" rIns="0" bIns="0" anchor="ctr">
            <a:noAutofit/>
          </a:bodyPr>
          <a:lstStyle>
            <a:lvl1pPr marL="0" indent="0" algn="ctr">
              <a:spcBef>
                <a:spcPts val="0"/>
              </a:spcBef>
              <a:buFontTx/>
              <a:buNone/>
              <a:defRPr sz="2000" b="1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/>
              <a:t>marker_4</a:t>
            </a:r>
          </a:p>
        </p:txBody>
      </p:sp>
      <p:sp>
        <p:nvSpPr>
          <p:cNvPr id="13" name="item_4">
            <a:extLst>
              <a:ext uri="{FF2B5EF4-FFF2-40B4-BE49-F238E27FC236}">
                <a16:creationId xmlns:a16="http://schemas.microsoft.com/office/drawing/2014/main" id="{5E357B81-633F-0E79-4345-685ED67E090B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1360659" y="4970864"/>
            <a:ext cx="7803130" cy="510959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item_4</a:t>
            </a:r>
          </a:p>
        </p:txBody>
      </p:sp>
      <p:sp>
        <p:nvSpPr>
          <p:cNvPr id="14" name="source">
            <a:extLst>
              <a:ext uri="{FF2B5EF4-FFF2-40B4-BE49-F238E27FC236}">
                <a16:creationId xmlns:a16="http://schemas.microsoft.com/office/drawing/2014/main" id="{24456804-685F-8665-D364-72C1A0C71837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77334" y="5736562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>
              <a:lumMod val="70000"/>
              <a:lumOff val="30000"/>
            </a:schemeClr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2132626280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closing:takeaway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588302-F725-4E0D-AD75-D9B0BA2EF836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93683F-31E2-46C4-A5EC-E1CFD9E8730E}" type="slidenum">
              <a:rPr lang="en-US" smtClean="0"/>
              <a:t>‹#›</a:t>
            </a:fld>
            <a:endParaRPr lang="en-US"/>
          </a:p>
        </p:txBody>
      </p:sp>
      <p:sp>
        <p:nvSpPr>
          <p:cNvPr id="6" name="decisions_title">
            <a:extLst>
              <a:ext uri="{FF2B5EF4-FFF2-40B4-BE49-F238E27FC236}">
                <a16:creationId xmlns:a16="http://schemas.microsoft.com/office/drawing/2014/main" id="{C42B7A47-0EDC-C740-4D0D-6B4AFD41514F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831634" y="4615747"/>
            <a:ext cx="2080835" cy="814980"/>
          </a:xfr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>
                    <a:lumMod val="70000"/>
                    <a:lumOff val="30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decisions_title</a:t>
            </a:r>
          </a:p>
        </p:txBody>
      </p:sp>
      <p:sp>
        <p:nvSpPr>
          <p:cNvPr id="7" name="decisions">
            <a:extLst>
              <a:ext uri="{FF2B5EF4-FFF2-40B4-BE49-F238E27FC236}">
                <a16:creationId xmlns:a16="http://schemas.microsoft.com/office/drawing/2014/main" id="{954968AF-6D1B-2B76-007E-5F32BC7BF36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2998435" y="4615747"/>
            <a:ext cx="6121269" cy="81498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>
              <a:defRPr sz="2000"/>
            </a:lvl1pPr>
          </a:lstStyle>
          <a:p>
            <a:pPr lvl="0"/>
            <a:r>
              <a:rPr lang="en-US"/>
              <a:t>decisions</a:t>
            </a:r>
          </a:p>
        </p:txBody>
      </p:sp>
      <p:sp>
        <p:nvSpPr>
          <p:cNvPr id="8" name="item_1_title">
            <a:extLst>
              <a:ext uri="{FF2B5EF4-FFF2-40B4-BE49-F238E27FC236}">
                <a16:creationId xmlns:a16="http://schemas.microsoft.com/office/drawing/2014/main" id="{22B51A2D-915A-5D11-4B20-082A93A4321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831633" y="2339425"/>
            <a:ext cx="2439396" cy="50344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>
                    <a:lumMod val="70000"/>
                    <a:lumOff val="30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item_1_title</a:t>
            </a:r>
          </a:p>
        </p:txBody>
      </p:sp>
      <p:sp>
        <p:nvSpPr>
          <p:cNvPr id="9" name="item_1">
            <a:extLst>
              <a:ext uri="{FF2B5EF4-FFF2-40B4-BE49-F238E27FC236}">
                <a16:creationId xmlns:a16="http://schemas.microsoft.com/office/drawing/2014/main" id="{C8A83C1C-B03D-8AA2-719E-10B85DDC1A13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831633" y="2842869"/>
            <a:ext cx="2439396" cy="1208268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item_1</a:t>
            </a:r>
          </a:p>
        </p:txBody>
      </p:sp>
      <p:sp>
        <p:nvSpPr>
          <p:cNvPr id="10" name="item_2_title">
            <a:extLst>
              <a:ext uri="{FF2B5EF4-FFF2-40B4-BE49-F238E27FC236}">
                <a16:creationId xmlns:a16="http://schemas.microsoft.com/office/drawing/2014/main" id="{D5D645BD-7B6D-8D56-769C-A684D3CA0A7C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755970" y="2339425"/>
            <a:ext cx="2439396" cy="50344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>
                    <a:lumMod val="70000"/>
                    <a:lumOff val="30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item_2_title</a:t>
            </a:r>
          </a:p>
        </p:txBody>
      </p:sp>
      <p:sp>
        <p:nvSpPr>
          <p:cNvPr id="11" name="item_2">
            <a:extLst>
              <a:ext uri="{FF2B5EF4-FFF2-40B4-BE49-F238E27FC236}">
                <a16:creationId xmlns:a16="http://schemas.microsoft.com/office/drawing/2014/main" id="{5FFC41F5-0FDE-3205-A400-E51C8ECC74A6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755970" y="2842869"/>
            <a:ext cx="2439396" cy="1208268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item_2</a:t>
            </a:r>
          </a:p>
        </p:txBody>
      </p:sp>
      <p:sp>
        <p:nvSpPr>
          <p:cNvPr id="12" name="item_3_title">
            <a:extLst>
              <a:ext uri="{FF2B5EF4-FFF2-40B4-BE49-F238E27FC236}">
                <a16:creationId xmlns:a16="http://schemas.microsoft.com/office/drawing/2014/main" id="{FA749B09-3FAC-0C4F-C96E-0A13DD17C62F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680307" y="2339425"/>
            <a:ext cx="2439396" cy="50344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>
                    <a:lumMod val="70000"/>
                    <a:lumOff val="30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item_3_title</a:t>
            </a:r>
          </a:p>
        </p:txBody>
      </p:sp>
      <p:sp>
        <p:nvSpPr>
          <p:cNvPr id="13" name="item_3">
            <a:extLst>
              <a:ext uri="{FF2B5EF4-FFF2-40B4-BE49-F238E27FC236}">
                <a16:creationId xmlns:a16="http://schemas.microsoft.com/office/drawing/2014/main" id="{9FAE3789-9621-E110-5A2E-2068E3371D2F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680307" y="2842869"/>
            <a:ext cx="2439396" cy="1208268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item_3</a:t>
            </a:r>
          </a:p>
        </p:txBody>
      </p:sp>
      <p:sp>
        <p:nvSpPr>
          <p:cNvPr id="14" name="source">
            <a:extLst>
              <a:ext uri="{FF2B5EF4-FFF2-40B4-BE49-F238E27FC236}">
                <a16:creationId xmlns:a16="http://schemas.microsoft.com/office/drawing/2014/main" id="{806971F2-3895-6CA2-7AA2-334AD9F17912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77334" y="5736562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>
              <a:lumMod val="70000"/>
              <a:lumOff val="30000"/>
            </a:schemeClr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381388204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85000"/>
                  <a:lumOff val="1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  <a:lumOff val="1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Isosceles Triangle 2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A588302-F725-4E0D-AD75-D9B0BA2EF836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1"/>
                </a:solidFill>
              </a:defRPr>
            </a:lvl1pPr>
          </a:lstStyle>
          <a:p>
            <a:fld id="{7293683F-31E2-46C4-A5EC-E1CFD9E8730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549687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77" r:id="rId1"/>
    <p:sldLayoutId id="2147483678" r:id="rId2"/>
    <p:sldLayoutId id="2147483679" r:id="rId3"/>
    <p:sldLayoutId id="2147483680" r:id="rId4"/>
    <p:sldLayoutId id="2147483681" r:id="rId5"/>
    <p:sldLayoutId id="2147483682" r:id="rId6"/>
    <p:sldLayoutId id="2147483683" r:id="rId7"/>
    <p:sldLayoutId id="2147483684" r:id="rId8"/>
    <p:sldLayoutId id="2147483685" r:id="rId9"/>
    <p:sldLayoutId id="2147483686" r:id="rId10"/>
    <p:sldLayoutId id="2147483687" r:id="rId11"/>
    <p:sldLayoutId id="2147483688" r:id="rId12"/>
    <p:sldLayoutId id="2147483689" r:id="rId13"/>
    <p:sldLayoutId id="2147483690" r:id="rId14"/>
    <p:sldLayoutId id="2147483691" r:id="rId15"/>
    <p:sldLayoutId id="2147483692" r:id="rId16"/>
    <p:sldLayoutId id="2147483693" r:id="rId17"/>
    <p:sldLayoutId id="2147483694" r:id="rId18"/>
    <p:sldLayoutId id="2147483695" r:id="rId19"/>
    <p:sldLayoutId id="2147483696" r:id="rId20"/>
    <p:sldLayoutId id="2147483697" r:id="rId21"/>
    <p:sldLayoutId id="2147483698" r:id="rId22"/>
    <p:sldLayoutId id="2147483699" r:id="rId23"/>
    <p:sldLayoutId id="2147483700" r:id="rId24"/>
    <p:sldLayoutId id="2147483701" r:id="rId25"/>
    <p:sldLayoutId id="2147483702" r:id="rId26"/>
    <p:sldLayoutId id="2147483703" r:id="rId27"/>
    <p:sldLayoutId id="2147483704" r:id="rId28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theme/theme1.xml><?xml version="1.0" encoding="utf-8"?>
<a:theme xmlns:a="http://schemas.openxmlformats.org/drawingml/2006/main" name="Facet">
  <a:themeElements>
    <a:clrScheme name="Facet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90C226"/>
      </a:accent1>
      <a:accent2>
        <a:srgbClr val="54A021"/>
      </a:accent2>
      <a:accent3>
        <a:srgbClr val="E6B91E"/>
      </a:accent3>
      <a:accent4>
        <a:srgbClr val="E76618"/>
      </a:accent4>
      <a:accent5>
        <a:srgbClr val="C42F1A"/>
      </a:accent5>
      <a:accent6>
        <a:srgbClr val="918655"/>
      </a:accent6>
      <a:hlink>
        <a:srgbClr val="99CA3C"/>
      </a:hlink>
      <a:folHlink>
        <a:srgbClr val="B9D181"/>
      </a:folHlink>
    </a:clrScheme>
    <a:fontScheme name="Facet">
      <a:majorFont>
        <a:latin typeface="Bahnschrift SemiBold" panose="020B0603020202020204"/>
        <a:ea typeface=""/>
        <a:cs typeface="Segoe UI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Segoe UI" panose="020B0603020202020204"/>
        <a:ea typeface=""/>
        <a:cs typeface="Segoe UI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8C59B386-999D-4CB6-B907-9F3997C027CC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facet-dark</Template>
  <TotalTime>0</TotalTime>
  <Words>0</Words>
  <Application>Microsoft Office PowerPoint</Application>
  <PresentationFormat>Custom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4" baseType="lpstr">
      <vt:lpstr>Bahnschrift SemiBold</vt:lpstr>
      <vt:lpstr>Segoe UI</vt:lpstr>
      <vt:lpstr>Wingdings 3</vt:lpstr>
      <vt:lpstr>Facet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Asma Sami</dc:creator>
  <cp:lastModifiedBy>Asma Sami</cp:lastModifiedBy>
  <cp:revision>1</cp:revision>
  <dcterms:created xsi:type="dcterms:W3CDTF">2026-10-03T22:59:03Z</dcterms:created>
  <dcterms:modified xsi:type="dcterms:W3CDTF">2026-10-03T22:59:12Z</dcterms:modified>
</cp:coreProperties>
</file>