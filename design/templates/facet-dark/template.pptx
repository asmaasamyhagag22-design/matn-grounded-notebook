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6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412C1686-5542-66AF-EB6A-700F373F9A4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7548" y="2288329"/>
            <a:ext cx="2512872" cy="510959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8D8A307D-940B-94B8-3EA4-FC0CDB66E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8592" y="2288330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3577C691-BDF9-EA07-06E2-EBDE1B4FBE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548" y="3182508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203A2C82-A74F-E2B6-DC03-123028994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8592" y="3182508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2C3B0198-2002-8884-7F30-05302B991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7548" y="4076686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48A99400-B17F-7DB2-0950-7C70C741FC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88592" y="4076686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5581BF28-1338-23C9-5D7B-61CF5027F8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7548" y="4970864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35DB7CD8-9FEB-57FE-0359-E553B31C99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88592" y="4970864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A3767D43-64FF-9A76-84DC-305BE29328C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73614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D6D293D8-C766-136F-81C0-219003CB719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19767"/>
            <a:ext cx="8596668" cy="68979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5E503071-9235-EE35-4243-609F30A4EE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364973"/>
            <a:ext cx="3857479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4715256A-5514-0DA0-47E1-D679D1C2F7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7" y="3787263"/>
            <a:ext cx="3857479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C6BE758F-4FB6-62DC-29F3-38DB2B023A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364973"/>
            <a:ext cx="3857479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794595AF-D0E8-DBE7-E7A0-86810E4266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0182" y="3787263"/>
            <a:ext cx="3857479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DA5C9C04-0A44-8CC9-C859-D072E78FFB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5592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DC12C3D-E099-4F93-38D9-5D6A929DED4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19767"/>
            <a:ext cx="8596668" cy="68979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8FABE050-CA4A-ED65-6F5E-2DF9B6BB6B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364973"/>
            <a:ext cx="1664227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C67E1B47-8FCD-BC4F-F4E3-82D29232FB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7" y="3787263"/>
            <a:ext cx="1664227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67BB1FDE-63B4-243B-0100-BBD88EC118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46930" y="2364973"/>
            <a:ext cx="1664227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0129BA1A-27F3-8954-1819-2E78A0E2CC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46930" y="3787263"/>
            <a:ext cx="1664227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C64B378E-6EF5-BEC5-7904-4802CB2814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40182" y="2364973"/>
            <a:ext cx="1664227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C5050F63-7D54-64E8-5074-210DBD3A27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0182" y="3787263"/>
            <a:ext cx="1664227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BFBA4ED8-25AE-B035-B3A4-48C880CE8B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3434" y="2364973"/>
            <a:ext cx="1664227" cy="14222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2E99CC18-3456-362E-52D3-A82A8F3D45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33434" y="3787263"/>
            <a:ext cx="1664227" cy="79016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DC26E801-EA62-676E-CD89-478754A4D6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65478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7F6B45DC-26A3-98C9-81D5-2433B222656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2160589"/>
            <a:ext cx="4814134" cy="3448973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C38B29F6-065B-49B0-691C-B4766FBA1A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1678" y="2364973"/>
            <a:ext cx="3085983" cy="235041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8" name="attribution">
            <a:extLst>
              <a:ext uri="{FF2B5EF4-FFF2-40B4-BE49-F238E27FC236}">
                <a16:creationId xmlns:a16="http://schemas.microsoft.com/office/drawing/2014/main" id="{1A102A7C-A32F-AC52-20E8-6A95DA001C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1678" y="5124151"/>
            <a:ext cx="3085983" cy="28102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6B321751-58F9-3054-AB3F-E51D595451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9089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91A57423-F4A2-844D-2615-DB274EC5FA0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2395311" cy="89417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90A982F5-2777-EC1D-BCED-B77D2BCB2D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35057DD1-3A17-F0B9-A7A8-685EF78E5B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8014" y="2364972"/>
            <a:ext cx="2395311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2758B46C-1AA9-EDBD-BE0E-DBFADD8396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78014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9789DC8A-BA1F-743F-9823-FCE281CEB9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2350" y="2364972"/>
            <a:ext cx="2395311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6E6C58B6-092A-5D3F-8B69-E93AC2EC14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2350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640970F5-A544-D435-EC0B-6463E6C03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59438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F43AE4EB-FC1F-14E1-269B-0D5FCAB4113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3857479" cy="89417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36C03609-08BF-DCBC-D26F-2D72F7F0D8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3259150"/>
            <a:ext cx="3857479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0B44F3B2-FC55-CFA4-AE7B-CFD29DADE6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0182" y="2364972"/>
            <a:ext cx="3857479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76753FB3-B692-12F3-8044-9D36590F70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3259150"/>
            <a:ext cx="3857479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20BCD27E-A1EE-519D-AF24-A085AD31AF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8698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hart">
            <a:extLst>
              <a:ext uri="{FF2B5EF4-FFF2-40B4-BE49-F238E27FC236}">
                <a16:creationId xmlns:a16="http://schemas.microsoft.com/office/drawing/2014/main" id="{D7B9DC84-3623-F1F2-DDBA-5855F75247AF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677334" y="2160589"/>
            <a:ext cx="6017668" cy="344897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813FF903-0043-BB6B-53FB-7511B4B5E6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8869" y="2298549"/>
            <a:ext cx="2235134" cy="31730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source">
            <a:extLst>
              <a:ext uri="{FF2B5EF4-FFF2-40B4-BE49-F238E27FC236}">
                <a16:creationId xmlns:a16="http://schemas.microsoft.com/office/drawing/2014/main" id="{971FF5AA-E4E3-72B8-A601-16A43B7635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94014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7F88008E-0AEB-B4C1-0419-0B4CCB6B37A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3857479" cy="35692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B7379AD1-6B40-6DB8-ED89-71EDF3E436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135B88B1-0CE5-B856-B358-D174FFC7B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0182" y="2364972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18A0F9F2-F50D-DB54-84E5-09C229CB57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6A2F3E40-C52A-282A-75AA-4D63E9D739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677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32D218BD-9783-C068-8286-66BB8DBD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677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9CD711CE-B28E-1D6A-E235-69C507F0F5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0182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909A3707-2B21-0535-0459-3F9EA199A4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40182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C63B70D-DDCA-3FEA-AB62-F80927AF4F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28444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F607CA6E-94F2-0320-FABD-591B14F49D7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2160589"/>
            <a:ext cx="8596668" cy="3448973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004C1B89-B380-2EB8-64CA-F079B441A8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06026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EABC30AE-DF0B-2FFA-3983-0A4F8E3F0DB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2160589"/>
            <a:ext cx="8596668" cy="344897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407380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5D7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F65BF83B-C170-8DCB-2BD5-643BA88F911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C526D05A-52E1-313F-5BE4-78421236B8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38324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EBA75AC2-FB0F-ECA4-1040-0C0C9394CE4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7548" y="2288329"/>
            <a:ext cx="2512872" cy="510959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382E78B7-5F87-E0E7-4AA0-CB3156851A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8592" y="2288330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6B76D110-52B1-860C-4D06-E54C186CA3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548" y="3182508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0F45229A-8BF4-CA12-1D36-58AD19BC0A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8592" y="3182508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40D443F4-A7E4-E919-B742-59634171C0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7548" y="4076686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3850B5F2-53A8-C415-2417-3000E434F4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88592" y="4076686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1A664599-E787-68A7-F51A-4285BD0796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7548" y="4970864"/>
            <a:ext cx="2512872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02A4E058-A191-2E10-5ABA-5B49A5C7B3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88592" y="4970864"/>
            <a:ext cx="5775197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98B142BD-7C81-32FB-984E-64422A395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983987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F8F0E78-2674-A930-9143-0086C13CD88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2160589"/>
            <a:ext cx="8596668" cy="344897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6B1A7DF2-DF5E-D300-9954-5757C18E62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52768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85D17D49-9553-788B-95DC-BEE0C52975B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3857479" cy="35692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493E70DC-AEEC-5944-F512-840B026453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BB3B91B7-EF8B-66AE-26A2-BE1A3EA82C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0182" y="2364972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6936C320-66F4-A412-E777-D800C0B9F0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778E1760-1C8E-4A9B-19C5-CA4F9F61148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677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28147270-1241-C56C-9EBD-4BC333D8E7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677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9D30C242-BACA-D1E7-902C-F44F93AADD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0182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39709595-4160-10A5-2AE1-A9A6CEB0D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40182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B5F618CB-5157-5C59-B4FD-F6582345D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855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7D28D390-EC9B-F235-EFD8-FD01E44CFDB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79202" y="2677935"/>
            <a:ext cx="3094800" cy="24142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BEB22059-F22E-72C1-B336-C7E169C4B7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335" y="2160590"/>
            <a:ext cx="5158001" cy="221719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4F550B56-A9A6-02D9-6770-848D3EE4C9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7335" y="4377785"/>
            <a:ext cx="5158001" cy="12317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72B168FE-F1B3-7178-BBF9-F425012724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07880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0B6FED3C-04D4-2882-187B-5500C283F6E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88747"/>
            <a:ext cx="8596668" cy="62081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0853CC8B-DB92-4A5A-6DB0-4EAB09EF3B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6" y="2364973"/>
            <a:ext cx="3945650" cy="14666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EBC0D5AC-957A-3735-BFD7-AC586C82FD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6" y="3831608"/>
            <a:ext cx="3945650" cy="81479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A02C6EAC-2A00-184F-83D8-4B31DAC66D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28352" y="2364973"/>
            <a:ext cx="3769308" cy="536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4E350FF9-0915-A65B-59F4-850FF8AD07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28352" y="2901206"/>
            <a:ext cx="3769308" cy="2979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42B878FE-0CF7-9E17-2D7A-DFB0D6D6CE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28353" y="3812264"/>
            <a:ext cx="1620141" cy="536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52FA2850-7E13-4D38-22AF-DC34652379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8353" y="4348498"/>
            <a:ext cx="1620141" cy="2979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37D0F9F2-977B-D634-9855-A4AB5DA1CE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7520" y="3812264"/>
            <a:ext cx="1620141" cy="53623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C352E6E1-AA8F-0DC0-EB47-602E077FE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7520" y="4348498"/>
            <a:ext cx="1620141" cy="2979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B2EE9FA8-D973-3391-6043-8D91F23560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22344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B809473-65E2-4C74-08B7-33CA40AA336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88747"/>
            <a:ext cx="8596668" cy="62081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479EB899-B605-432D-63DF-D88C7DCAFE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364972"/>
            <a:ext cx="3857479" cy="110988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DC3B135C-6618-9600-6106-1CE5525820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7" y="3474859"/>
            <a:ext cx="3857479" cy="61660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D512E37C-DE9C-3474-7A03-8BBFF5C3F7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364972"/>
            <a:ext cx="3857479" cy="110988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E62ACB94-DA5D-EA87-2877-CA25DF4DC8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0182" y="3474859"/>
            <a:ext cx="3857479" cy="61660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069316E3-4E65-F3D0-C318-5DBD4518E2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12090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B34C38EC-089E-5DDD-ABE4-04E54C9CD36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4" y="4988747"/>
            <a:ext cx="8596668" cy="620815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7D28AB77-F8CB-82DC-A72F-19B460FE73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548" y="2288330"/>
            <a:ext cx="2177822" cy="321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112A393F-9EB0-7DDB-17B1-90241ACF19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53542" y="2288329"/>
            <a:ext cx="6110247" cy="2379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kpi_value_2">
            <a:extLst>
              <a:ext uri="{FF2B5EF4-FFF2-40B4-BE49-F238E27FC236}">
                <a16:creationId xmlns:a16="http://schemas.microsoft.com/office/drawing/2014/main" id="{A07D7D76-6247-E6BA-B40A-B3FE49DE4D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548" y="2992814"/>
            <a:ext cx="2177822" cy="321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0" name="kpi_label_2">
            <a:extLst>
              <a:ext uri="{FF2B5EF4-FFF2-40B4-BE49-F238E27FC236}">
                <a16:creationId xmlns:a16="http://schemas.microsoft.com/office/drawing/2014/main" id="{1B1323D0-E9FC-5AC6-B5C4-4E801FA43E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3542" y="2992813"/>
            <a:ext cx="6110247" cy="2379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1" name="kpi_value_3">
            <a:extLst>
              <a:ext uri="{FF2B5EF4-FFF2-40B4-BE49-F238E27FC236}">
                <a16:creationId xmlns:a16="http://schemas.microsoft.com/office/drawing/2014/main" id="{7E39FA6E-457A-7522-EEA7-C986F9434D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7548" y="3697299"/>
            <a:ext cx="2177822" cy="321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2" name="kpi_label_3">
            <a:extLst>
              <a:ext uri="{FF2B5EF4-FFF2-40B4-BE49-F238E27FC236}">
                <a16:creationId xmlns:a16="http://schemas.microsoft.com/office/drawing/2014/main" id="{D06A9D46-713C-3ECD-1CC2-33E5CEB8F6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3542" y="3697298"/>
            <a:ext cx="6110247" cy="2379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3" name="kpi_value_4">
            <a:extLst>
              <a:ext uri="{FF2B5EF4-FFF2-40B4-BE49-F238E27FC236}">
                <a16:creationId xmlns:a16="http://schemas.microsoft.com/office/drawing/2014/main" id="{272E8C9F-FA86-6842-E72A-10FA14C626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7548" y="4401783"/>
            <a:ext cx="2177822" cy="321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4" name="kpi_label_4">
            <a:extLst>
              <a:ext uri="{FF2B5EF4-FFF2-40B4-BE49-F238E27FC236}">
                <a16:creationId xmlns:a16="http://schemas.microsoft.com/office/drawing/2014/main" id="{C78B4E8F-78CD-F3A2-A9EE-5D1DE3FDE3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3542" y="4401782"/>
            <a:ext cx="6110247" cy="2379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C47728BD-C613-579B-5307-C91C808223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274424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34F0CD23-5099-9970-51BF-2034A12AD91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2364972"/>
            <a:ext cx="484940" cy="562055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3D39065C-2BEB-04DD-D6AB-0F14C29691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6788" y="2364972"/>
            <a:ext cx="7670873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D1984206-7C60-BB67-0214-3884EC2774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26788" y="2721892"/>
            <a:ext cx="7670873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marker_2">
            <a:extLst>
              <a:ext uri="{FF2B5EF4-FFF2-40B4-BE49-F238E27FC236}">
                <a16:creationId xmlns:a16="http://schemas.microsoft.com/office/drawing/2014/main" id="{AD2DA39F-8749-6466-389E-649431534B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6" y="4191651"/>
            <a:ext cx="484940" cy="562055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D55FB865-5DF1-BBB0-9FB0-9FFEA0B2A4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26788" y="4191650"/>
            <a:ext cx="7670873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59C1873-745D-7255-6461-52E605A851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6788" y="4548570"/>
            <a:ext cx="7670873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EADBCFE2-4E31-11AD-63A0-5D096FFEF7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148283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45D7E80F-CDC2-0CDE-A3F3-E5E26017949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3857479" cy="35692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E7A855FD-DDAE-0847-0E79-CC730050C0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74284B31-AF3E-142C-5BAC-B1FBDD04D7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0182" y="2364972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D20609F1-02EC-DB89-F189-CF3EA354B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0182" y="2721892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3F22F937-2BE9-1395-CC1C-4369B6E31C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677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6D179C19-612E-BD20-6E41-968F95AA3E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677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6DC226D1-99DF-CADC-F89A-6050E84CDD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0182" y="4191650"/>
            <a:ext cx="3857479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E62C9BBD-6319-F1DE-E3B1-904C2E4E4B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40182" y="4548570"/>
            <a:ext cx="3857479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80E4FF6-BF76-B968-092D-6ECFDEC705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618360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B424EA7F-4248-DED1-1CEB-1357045455C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7335" y="2523639"/>
            <a:ext cx="2016911" cy="90762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4A8F3A48-B1CF-C1BC-1F6A-7616BD0CE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335" y="3431264"/>
            <a:ext cx="2016911" cy="21782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650E491F-D2F1-8B28-8DDF-9CD2E7239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0588" y="2523639"/>
            <a:ext cx="2016911" cy="90762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6699035F-1899-4A17-553C-83CF119943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0588" y="3431264"/>
            <a:ext cx="2016911" cy="21782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96B264CE-268E-5C11-BE69-9450712A89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3840" y="2523639"/>
            <a:ext cx="2016911" cy="90762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4BAC1D25-B1DC-2E88-A401-566C0056DC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63840" y="3431264"/>
            <a:ext cx="2016911" cy="21782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item_4_title">
            <a:extLst>
              <a:ext uri="{FF2B5EF4-FFF2-40B4-BE49-F238E27FC236}">
                <a16:creationId xmlns:a16="http://schemas.microsoft.com/office/drawing/2014/main" id="{CC51308F-3CBA-DE1D-C12C-B1C777DCC9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57093" y="2523639"/>
            <a:ext cx="2016911" cy="90762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5DF74259-F030-EF29-0BD8-951FE64CA2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57093" y="3431264"/>
            <a:ext cx="2016911" cy="21782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A6BE486C-0FF8-357F-C23E-D17C7224A6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0486849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3F187785-5FA3-D558-AAE6-E8BA18B1A71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2364972"/>
            <a:ext cx="4117584" cy="188492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4D570DB9-EA92-3235-DFB1-BDB7BA294E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6" y="4310704"/>
            <a:ext cx="4117584" cy="10944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CBD339B4-A5D6-2D1A-2BED-94D89A57A6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6" y="2364972"/>
            <a:ext cx="4117584" cy="23713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attribution">
            <a:extLst>
              <a:ext uri="{FF2B5EF4-FFF2-40B4-BE49-F238E27FC236}">
                <a16:creationId xmlns:a16="http://schemas.microsoft.com/office/drawing/2014/main" id="{CAF3667D-C677-75BE-2840-7969A8E727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6" y="4797138"/>
            <a:ext cx="4117584" cy="6080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4E0FCC8A-9F2D-9A58-9F10-CC90FF42DE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1468" y="2160589"/>
            <a:ext cx="3782534" cy="101440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A9FE6B4E-24E2-BF37-42A9-0510B2920F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91468" y="3174993"/>
            <a:ext cx="3782534" cy="243456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1F5EAD83-048B-C871-B6A3-EEA17EB28A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249002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tem_1_title">
            <a:extLst>
              <a:ext uri="{FF2B5EF4-FFF2-40B4-BE49-F238E27FC236}">
                <a16:creationId xmlns:a16="http://schemas.microsoft.com/office/drawing/2014/main" id="{3ED4452D-82AD-7797-A94D-75921636A1A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7" y="2364972"/>
            <a:ext cx="2395311" cy="89417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E06A0743-CBAF-0D47-B2BA-793CA4651E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7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item_2_title">
            <a:extLst>
              <a:ext uri="{FF2B5EF4-FFF2-40B4-BE49-F238E27FC236}">
                <a16:creationId xmlns:a16="http://schemas.microsoft.com/office/drawing/2014/main" id="{391191B0-B271-D9EE-2315-5B5F58349D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8014" y="2364972"/>
            <a:ext cx="2395311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FA549014-39B1-B203-17B3-22368D1AAE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78014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item_3_title">
            <a:extLst>
              <a:ext uri="{FF2B5EF4-FFF2-40B4-BE49-F238E27FC236}">
                <a16:creationId xmlns:a16="http://schemas.microsoft.com/office/drawing/2014/main" id="{304111A8-C19A-EE7B-09AB-8CE18ED997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2350" y="2364972"/>
            <a:ext cx="2395311" cy="894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96C0ED82-A595-6B6B-A74E-805B7398B3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2350" y="3259150"/>
            <a:ext cx="2395311" cy="214602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9053EC5A-B18B-1EA3-B972-05177DB0D7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844798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C48DB426-1DB8-74DE-1EF4-9035E5E38D7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2364972"/>
            <a:ext cx="484940" cy="562055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2CC4D461-BD10-1BBC-3F2E-7ACC99F723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6788" y="2364972"/>
            <a:ext cx="7670873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9239BA51-CBCB-90C9-C510-575C427A5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26788" y="2721892"/>
            <a:ext cx="7670873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marker_2">
            <a:extLst>
              <a:ext uri="{FF2B5EF4-FFF2-40B4-BE49-F238E27FC236}">
                <a16:creationId xmlns:a16="http://schemas.microsoft.com/office/drawing/2014/main" id="{615F6D76-F7C7-560F-CDD2-45CFFDDA3F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6" y="4191651"/>
            <a:ext cx="484940" cy="562055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3A21830C-F614-53E9-6F54-6D0633B644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26788" y="4191650"/>
            <a:ext cx="7670873" cy="3569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C3942562-9507-B224-A0B5-88F6E74F27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6788" y="4548570"/>
            <a:ext cx="7670873" cy="8566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93B9455A-3428-2E5F-E030-D993E563BD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45994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pi_value_1">
            <a:extLst>
              <a:ext uri="{FF2B5EF4-FFF2-40B4-BE49-F238E27FC236}">
                <a16:creationId xmlns:a16="http://schemas.microsoft.com/office/drawing/2014/main" id="{8AC15E80-223F-5AE4-00CB-72EB36DE23E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2364972"/>
            <a:ext cx="4117584" cy="188492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7" name="kpi_label_1">
            <a:extLst>
              <a:ext uri="{FF2B5EF4-FFF2-40B4-BE49-F238E27FC236}">
                <a16:creationId xmlns:a16="http://schemas.microsoft.com/office/drawing/2014/main" id="{228D49E5-5F25-EDFB-3907-D29997FE8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3676" y="4310704"/>
            <a:ext cx="4117584" cy="109447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033D7B39-B49B-4C49-0414-C3B4465092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6" y="2364972"/>
            <a:ext cx="4117584" cy="23713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attribution">
            <a:extLst>
              <a:ext uri="{FF2B5EF4-FFF2-40B4-BE49-F238E27FC236}">
                <a16:creationId xmlns:a16="http://schemas.microsoft.com/office/drawing/2014/main" id="{DB8009E8-0E23-F38E-7A21-CBB7781244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6" y="4797138"/>
            <a:ext cx="4117584" cy="6080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65B82EC7-3857-1D72-378F-9296C1F45D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1468" y="2160589"/>
            <a:ext cx="3782534" cy="101440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E44380EF-518E-689D-C765-9ECEFD404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91468" y="3174993"/>
            <a:ext cx="3782534" cy="243456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24CB6079-817B-861E-C7F4-EA60B384E8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835195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marker_1">
            <a:extLst>
              <a:ext uri="{FF2B5EF4-FFF2-40B4-BE49-F238E27FC236}">
                <a16:creationId xmlns:a16="http://schemas.microsoft.com/office/drawing/2014/main" id="{654FA487-5CDD-72AE-14EB-41295B0DDDF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7548" y="2288329"/>
            <a:ext cx="484940" cy="562055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7" name="item_1">
            <a:extLst>
              <a:ext uri="{FF2B5EF4-FFF2-40B4-BE49-F238E27FC236}">
                <a16:creationId xmlns:a16="http://schemas.microsoft.com/office/drawing/2014/main" id="{53CA34C2-9997-2029-9E84-DF38DB98A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0660" y="2288330"/>
            <a:ext cx="7803129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8" name="marker_2">
            <a:extLst>
              <a:ext uri="{FF2B5EF4-FFF2-40B4-BE49-F238E27FC236}">
                <a16:creationId xmlns:a16="http://schemas.microsoft.com/office/drawing/2014/main" id="{9B2FA84C-71CD-3682-12F0-905D9D8BA4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548" y="3182508"/>
            <a:ext cx="484940" cy="562055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9" name="item_2">
            <a:extLst>
              <a:ext uri="{FF2B5EF4-FFF2-40B4-BE49-F238E27FC236}">
                <a16:creationId xmlns:a16="http://schemas.microsoft.com/office/drawing/2014/main" id="{019B6C6C-DDC4-980C-520F-0ECE9CD542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0660" y="3182508"/>
            <a:ext cx="7803129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0" name="marker_3">
            <a:extLst>
              <a:ext uri="{FF2B5EF4-FFF2-40B4-BE49-F238E27FC236}">
                <a16:creationId xmlns:a16="http://schemas.microsoft.com/office/drawing/2014/main" id="{5F1D49E5-734D-38A6-23D2-0A84D09EF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7548" y="4076686"/>
            <a:ext cx="484940" cy="562055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1" name="item_3">
            <a:extLst>
              <a:ext uri="{FF2B5EF4-FFF2-40B4-BE49-F238E27FC236}">
                <a16:creationId xmlns:a16="http://schemas.microsoft.com/office/drawing/2014/main" id="{767EF7FA-8551-6E38-88AD-E6A98555F5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60660" y="4076686"/>
            <a:ext cx="7803129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2" name="marker_4">
            <a:extLst>
              <a:ext uri="{FF2B5EF4-FFF2-40B4-BE49-F238E27FC236}">
                <a16:creationId xmlns:a16="http://schemas.microsoft.com/office/drawing/2014/main" id="{1104A68C-3668-BD9B-082E-944BC9B723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7548" y="4970864"/>
            <a:ext cx="484940" cy="562055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3" name="item_4">
            <a:extLst>
              <a:ext uri="{FF2B5EF4-FFF2-40B4-BE49-F238E27FC236}">
                <a16:creationId xmlns:a16="http://schemas.microsoft.com/office/drawing/2014/main" id="{F3801F2B-85FE-20D1-DEA7-DA1B09193E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60660" y="4970864"/>
            <a:ext cx="7803129" cy="51095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6AFE224C-AFB1-EE06-023F-D6FA393073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763816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ecisions_title">
            <a:extLst>
              <a:ext uri="{FF2B5EF4-FFF2-40B4-BE49-F238E27FC236}">
                <a16:creationId xmlns:a16="http://schemas.microsoft.com/office/drawing/2014/main" id="{B6D8716B-5608-FFE3-4E9C-9E1846EF159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53676" y="4641294"/>
            <a:ext cx="1882450" cy="76388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7" name="decisions">
            <a:extLst>
              <a:ext uri="{FF2B5EF4-FFF2-40B4-BE49-F238E27FC236}">
                <a16:creationId xmlns:a16="http://schemas.microsoft.com/office/drawing/2014/main" id="{2702F971-9D1C-9A52-1A43-46EFEF4F0F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74776" y="4641294"/>
            <a:ext cx="5922884" cy="76388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D78D8F97-12E7-26AB-9E07-8E0D7153C5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3677" y="2364973"/>
            <a:ext cx="2395311" cy="4884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D89C9DBB-8023-E6D2-6B5B-8541C2DB2D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677" y="2853389"/>
            <a:ext cx="2395311" cy="11722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7DDE6F8-1820-1750-2379-1246F7290D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78014" y="2364973"/>
            <a:ext cx="2395311" cy="4884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8D8F4AC3-D830-8398-53DB-9881E960B7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8014" y="2853389"/>
            <a:ext cx="2395311" cy="11722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10937DDC-4249-718F-F917-5F637CDC2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2350" y="2364973"/>
            <a:ext cx="2395311" cy="4884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F92D6E19-D4C7-24A7-7D68-CFDD805519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02350" y="2853389"/>
            <a:ext cx="2395311" cy="11722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3EEB049A-3783-15CD-3F21-4E2CDD9A0D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334" y="5736562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9530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13003-FBAE-4237-BD99-D6E83252122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EFED7E7-52D0-4F8A-AF4C-DA16AD6E5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259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Bahnschrift SemiBold" panose="020B0603020202020204"/>
        <a:ea typeface=""/>
        <a:cs typeface="Segoe UI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3020202020204"/>
        <a:ea typeface=""/>
        <a:cs typeface="Segoe UI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facet-dark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 SemiBold</vt:lpstr>
      <vt:lpstr>Segoe UI</vt:lpstr>
      <vt:lpstr>Wingdings 3</vt:lpstr>
      <vt:lpstr>Facet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2026-10-03T16:19:24Z</dcterms:created>
  <dcterms:modified xsi:type="dcterms:W3CDTF">2026-10-03T16:19:48Z</dcterms:modified>
</cp:coreProperties>
</file>