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061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matn:section_divider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_number">
            <a:extLst>
              <a:ext uri="{FF2B5EF4-FFF2-40B4-BE49-F238E27FC236}">
                <a16:creationId xmlns:a16="http://schemas.microsoft.com/office/drawing/2014/main" id="{5FCF2254-8886-77B7-84C6-A48460E17C6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335" y="723900"/>
            <a:ext cx="4064000" cy="190500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96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52774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4406A195-40EF-5DAE-D81A-31E7A231119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2235134" cy="75877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F277225-A35F-EA24-D395-85D979F8C9B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70368" y="2160589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058D03F5-93DD-67AD-94DB-4AB094BEABF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3057322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6E63712-FD30-6C79-ED7E-756731A9E1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70368" y="3057322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A9093354-E301-C8D7-D199-6DBC41A09E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3954055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C8D30939-F831-F9AB-07C0-2B901B9F13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70368" y="3954055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E7D4D80D-B3CC-5B0E-5CF4-029B2EE5C5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4850788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61281B02-F93B-1ABF-59A8-E84D446216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70368" y="4850788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F1F63E5-22A5-171D-4226-FB7FC6D90D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4198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09B1C8B6-8C7A-4599-2C21-05D4A2BA225F}"/>
              </a:ext>
            </a:extLst>
          </p:cNvPr>
          <p:cNvSpPr/>
          <p:nvPr userDrawn="1"/>
        </p:nvSpPr>
        <p:spPr>
          <a:xfrm>
            <a:off x="677334" y="2160589"/>
            <a:ext cx="4169384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FD8EE44C-EBA4-BB41-823A-1BB44595E393}"/>
              </a:ext>
            </a:extLst>
          </p:cNvPr>
          <p:cNvSpPr/>
          <p:nvPr userDrawn="1"/>
        </p:nvSpPr>
        <p:spPr>
          <a:xfrm>
            <a:off x="5104618" y="2160589"/>
            <a:ext cx="4169384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9947D537-D726-60AB-7454-898B6F2AD7A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5234" y="2298548"/>
            <a:ext cx="3653584" cy="1379589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61C55E68-47FD-9B76-09BB-29245D1716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5234" y="3747116"/>
            <a:ext cx="365358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1A1DE898-053C-883A-6158-6DAA93B1E2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62518" y="2298549"/>
            <a:ext cx="3653584" cy="137958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F2EFF5C7-1FCD-CAE6-59D9-E3260FC0AA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62518" y="3747116"/>
            <a:ext cx="365358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0100B48B-CD18-27B2-1F5A-04E43BA0E0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4781809"/>
            <a:ext cx="8596668" cy="8277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1CAEC78F-4F24-460A-D7EE-DD65DD831E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44536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9B242D2F-C4D1-CEF0-9B47-A25FD0ED80C7}"/>
              </a:ext>
            </a:extLst>
          </p:cNvPr>
          <p:cNvSpPr/>
          <p:nvPr userDrawn="1"/>
        </p:nvSpPr>
        <p:spPr>
          <a:xfrm>
            <a:off x="677334" y="2160589"/>
            <a:ext cx="2020217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F636C016-4F83-DDDD-032E-288F74117BA0}"/>
              </a:ext>
            </a:extLst>
          </p:cNvPr>
          <p:cNvSpPr/>
          <p:nvPr userDrawn="1"/>
        </p:nvSpPr>
        <p:spPr>
          <a:xfrm>
            <a:off x="2869484" y="2160589"/>
            <a:ext cx="2020218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8AEA4622-2473-F667-580E-08BCCC4F77F8}"/>
              </a:ext>
            </a:extLst>
          </p:cNvPr>
          <p:cNvSpPr/>
          <p:nvPr userDrawn="1"/>
        </p:nvSpPr>
        <p:spPr>
          <a:xfrm>
            <a:off x="5061635" y="2160589"/>
            <a:ext cx="2020216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9FA2B6C2-862B-2EB5-A66B-AC79D4EACC00}"/>
              </a:ext>
            </a:extLst>
          </p:cNvPr>
          <p:cNvSpPr/>
          <p:nvPr userDrawn="1"/>
        </p:nvSpPr>
        <p:spPr>
          <a:xfrm>
            <a:off x="7253785" y="2160589"/>
            <a:ext cx="2020217" cy="2414281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kpi_value_1">
            <a:extLst>
              <a:ext uri="{FF2B5EF4-FFF2-40B4-BE49-F238E27FC236}">
                <a16:creationId xmlns:a16="http://schemas.microsoft.com/office/drawing/2014/main" id="{11EF11A2-D67D-0532-BCE5-6C51117318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285" y="2298548"/>
            <a:ext cx="1762317" cy="1172651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1" name="kpi_label_1">
            <a:extLst>
              <a:ext uri="{FF2B5EF4-FFF2-40B4-BE49-F238E27FC236}">
                <a16:creationId xmlns:a16="http://schemas.microsoft.com/office/drawing/2014/main" id="{2CD5577D-0513-EBF6-301E-A6DE7D86FE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6285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2" name="kpi_value_2">
            <a:extLst>
              <a:ext uri="{FF2B5EF4-FFF2-40B4-BE49-F238E27FC236}">
                <a16:creationId xmlns:a16="http://schemas.microsoft.com/office/drawing/2014/main" id="{245E701D-BA3E-BF2A-5443-C7FC657617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98435" y="2298549"/>
            <a:ext cx="1762317" cy="117265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3" name="kpi_label_2">
            <a:extLst>
              <a:ext uri="{FF2B5EF4-FFF2-40B4-BE49-F238E27FC236}">
                <a16:creationId xmlns:a16="http://schemas.microsoft.com/office/drawing/2014/main" id="{FC205107-5978-DF4F-6535-AEFB10D926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98435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4" name="kpi_value_3">
            <a:extLst>
              <a:ext uri="{FF2B5EF4-FFF2-40B4-BE49-F238E27FC236}">
                <a16:creationId xmlns:a16="http://schemas.microsoft.com/office/drawing/2014/main" id="{9215E3E9-169C-C79F-3476-F87E66B5F4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90586" y="2298549"/>
            <a:ext cx="1762317" cy="117265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5" name="kpi_label_3">
            <a:extLst>
              <a:ext uri="{FF2B5EF4-FFF2-40B4-BE49-F238E27FC236}">
                <a16:creationId xmlns:a16="http://schemas.microsoft.com/office/drawing/2014/main" id="{8F739EE7-283D-E1E4-C771-EEDFF95D898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90586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6" name="kpi_value_4">
            <a:extLst>
              <a:ext uri="{FF2B5EF4-FFF2-40B4-BE49-F238E27FC236}">
                <a16:creationId xmlns:a16="http://schemas.microsoft.com/office/drawing/2014/main" id="{0C63D3C6-13E5-786C-EA8E-C4E27DE2C6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82736" y="2298549"/>
            <a:ext cx="1762317" cy="117265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7" name="kpi_label_4">
            <a:extLst>
              <a:ext uri="{FF2B5EF4-FFF2-40B4-BE49-F238E27FC236}">
                <a16:creationId xmlns:a16="http://schemas.microsoft.com/office/drawing/2014/main" id="{687EDAB2-6CEF-1411-C73C-0B98C765ED0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82736" y="3540178"/>
            <a:ext cx="1762317" cy="9657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FD41C819-8270-094F-A657-54E79CAFF07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4781809"/>
            <a:ext cx="8596668" cy="8277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9" name="source">
            <a:extLst>
              <a:ext uri="{FF2B5EF4-FFF2-40B4-BE49-F238E27FC236}">
                <a16:creationId xmlns:a16="http://schemas.microsoft.com/office/drawing/2014/main" id="{4D79CAA6-364F-88B9-F812-BFF3B207933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13957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5DD6A4CC-E50C-3311-E2F9-9838823F7167}"/>
              </a:ext>
            </a:extLst>
          </p:cNvPr>
          <p:cNvSpPr/>
          <p:nvPr userDrawn="1"/>
        </p:nvSpPr>
        <p:spPr>
          <a:xfrm>
            <a:off x="6007268" y="2160589"/>
            <a:ext cx="3266734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721EB1CB-274A-F495-0F83-A1FF26157B4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5" y="2160589"/>
            <a:ext cx="4986067" cy="3448973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EA165731-1FB8-3628-27B7-C854DF82FA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22185" y="2333037"/>
            <a:ext cx="2836900" cy="2483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7937C48F-E04A-E98C-91BA-D41014ABA1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2185" y="4988748"/>
            <a:ext cx="2836900" cy="413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29123363-ECE5-1872-6C0D-B34659FB74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30790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BD85CF35-D327-3FE9-52E0-75C5035B3C55}"/>
              </a:ext>
            </a:extLst>
          </p:cNvPr>
          <p:cNvSpPr/>
          <p:nvPr userDrawn="1"/>
        </p:nvSpPr>
        <p:spPr>
          <a:xfrm>
            <a:off x="677334" y="2160589"/>
            <a:ext cx="2750934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ED758214-CF65-9DE2-92CC-0A7A3E41070B}"/>
              </a:ext>
            </a:extLst>
          </p:cNvPr>
          <p:cNvSpPr/>
          <p:nvPr userDrawn="1"/>
        </p:nvSpPr>
        <p:spPr>
          <a:xfrm>
            <a:off x="3600201" y="2160589"/>
            <a:ext cx="2750934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B1AC65D6-6BE4-DB3C-3D42-BA7A99BBF217}"/>
              </a:ext>
            </a:extLst>
          </p:cNvPr>
          <p:cNvSpPr/>
          <p:nvPr userDrawn="1"/>
        </p:nvSpPr>
        <p:spPr>
          <a:xfrm>
            <a:off x="6523069" y="2160589"/>
            <a:ext cx="2750933" cy="3448973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39C7348E-7B78-1BBE-0889-F62BD0BE259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49268" y="2298548"/>
            <a:ext cx="2407067" cy="62081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6426BC5B-73F1-ABF3-A464-D8545F15565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9268" y="2953852"/>
            <a:ext cx="2407067" cy="25177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7C555DB0-6C3D-D7C4-5FA6-E088079B83D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72135" y="2298549"/>
            <a:ext cx="2407067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63C4BF75-9700-E5F8-7F9B-0CB84A1B4B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72135" y="2953852"/>
            <a:ext cx="2407067" cy="25177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C4C54AB2-C32C-C7A3-60EB-8A24A97312E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95002" y="2298549"/>
            <a:ext cx="2407067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FEFBE7A2-386F-3C04-FD8C-7158819A58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95002" y="2953852"/>
            <a:ext cx="2407067" cy="25177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52DF4858-4705-8DA0-F666-0B2F62310F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95216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2D472F01-B95F-CFCD-7229-DF891D47E4F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4040434" cy="62081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E42835E-EFC4-DD48-6909-A67E3214F7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2815894"/>
            <a:ext cx="4040434" cy="27936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9F2F0573-B82D-23E2-F350-0121D7CD3A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3568" y="2160590"/>
            <a:ext cx="4040434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B6A5452-C9CC-E0EB-FE68-E432EB9BB6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3568" y="2815894"/>
            <a:ext cx="4040434" cy="27936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D55EC961-5809-F799-F33C-EED785BFD8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58408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AEBD9B4D-6C51-D2BD-BA83-41DD67F5E93F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77334" y="2160589"/>
            <a:ext cx="5845734" cy="344897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48C8A5BB-661A-29A3-5666-B7AA4E9228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6936" y="2333037"/>
            <a:ext cx="2407067" cy="327652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41CCFFC4-BDF4-33FE-493D-3AA227B6F5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85269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59353EDB-764B-1B54-2F4A-36CD88643460}"/>
              </a:ext>
            </a:extLst>
          </p:cNvPr>
          <p:cNvSpPr/>
          <p:nvPr userDrawn="1"/>
        </p:nvSpPr>
        <p:spPr>
          <a:xfrm>
            <a:off x="677334" y="2160589"/>
            <a:ext cx="4212367" cy="1655507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C103DDBB-7E7C-8579-185F-512FD672CC00}"/>
              </a:ext>
            </a:extLst>
          </p:cNvPr>
          <p:cNvSpPr/>
          <p:nvPr userDrawn="1"/>
        </p:nvSpPr>
        <p:spPr>
          <a:xfrm>
            <a:off x="5061635" y="2160589"/>
            <a:ext cx="4212367" cy="1655507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D8B10F93-4378-D94B-CDC7-BC3C5CC28A3A}"/>
              </a:ext>
            </a:extLst>
          </p:cNvPr>
          <p:cNvSpPr/>
          <p:nvPr userDrawn="1"/>
        </p:nvSpPr>
        <p:spPr>
          <a:xfrm>
            <a:off x="677334" y="3954055"/>
            <a:ext cx="4212367" cy="1655506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F173F956-F303-155D-BF81-A87AEE06F9E6}"/>
              </a:ext>
            </a:extLst>
          </p:cNvPr>
          <p:cNvSpPr/>
          <p:nvPr userDrawn="1"/>
        </p:nvSpPr>
        <p:spPr>
          <a:xfrm>
            <a:off x="5061635" y="3954055"/>
            <a:ext cx="4212367" cy="1655506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E977614C-912B-7E19-0E8C-6CF4439702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49268" y="2229568"/>
            <a:ext cx="3868501" cy="62081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13980419-2D2A-60AC-30AC-F39F1076EF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9268" y="2850384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F4FCD490-169C-FA48-037D-E4350E8B942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3569" y="2229569"/>
            <a:ext cx="3868501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50FAA8D4-E49D-8CE9-9A5E-0B5FF01352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3569" y="2850384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92CAA462-9FC1-323D-FC55-9AFD477AC3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9268" y="4023035"/>
            <a:ext cx="3868501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CB81D5D1-0793-60BA-A4D1-FAC6C9EC13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9268" y="4643850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item_4_title">
            <a:extLst>
              <a:ext uri="{FF2B5EF4-FFF2-40B4-BE49-F238E27FC236}">
                <a16:creationId xmlns:a16="http://schemas.microsoft.com/office/drawing/2014/main" id="{47CB3AB7-A0EF-167A-E4ED-AA993242B6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33569" y="4023035"/>
            <a:ext cx="3868501" cy="620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7" name="item_4">
            <a:extLst>
              <a:ext uri="{FF2B5EF4-FFF2-40B4-BE49-F238E27FC236}">
                <a16:creationId xmlns:a16="http://schemas.microsoft.com/office/drawing/2014/main" id="{BAF1BDD0-77B0-0FD6-2414-00BCA9259A9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33569" y="4643850"/>
            <a:ext cx="3868501" cy="931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8" name="source">
            <a:extLst>
              <a:ext uri="{FF2B5EF4-FFF2-40B4-BE49-F238E27FC236}">
                <a16:creationId xmlns:a16="http://schemas.microsoft.com/office/drawing/2014/main" id="{27BCE5C7-7BE5-63EE-6FA2-753F79D955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6736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C63D467F-1A35-C362-BB18-D40AAB912E1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4723C349-731A-F3A7-7CE2-3FA87BC667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67732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69593CD-4D0E-31C6-77F9-53A2926A879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2704582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66928880-02D6-E2E9-BBB7-9725800D691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2235134" cy="75877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22C23D09-D95B-4642-2F01-3FCD9389E8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70368" y="2160589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A42DEF9-C22F-FC43-A692-DAEB290D4D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3057322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7B53324-32EA-19A3-991C-24432C32E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70368" y="3057322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C0AACEE1-CD2B-CCAA-109C-E7E4E6884F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3954055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D9E68C31-0A54-C1BD-3425-F7201659D3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70368" y="3954055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0F31AEA0-A979-B039-A418-A9BEBD7799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4850788"/>
            <a:ext cx="22351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F09652EE-631E-CCC4-439C-FB0575BD9A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70368" y="4850788"/>
            <a:ext cx="6103634" cy="7587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639AB79-D1D9-D5ED-73EF-9720124610E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74708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D31CFEA-FE34-E8B7-BF71-4A01C7C4614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9CF7126C-55A3-BB9E-4E42-1841578378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87838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B81971-F0E7-47C2-BC01-37ECB471405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EB9C013-9E3B-4D56-9A16-81436D594E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80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Bahnschrift SemiBold" panose="020B0603020202020204"/>
        <a:ea typeface=""/>
        <a:cs typeface="Segoe UI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3020202020204"/>
        <a:ea typeface=""/>
        <a:cs typeface="Segoe UI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facet-dark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2026-10-03T09:40:01Z</dcterms:created>
  <dcterms:modified xsi:type="dcterms:W3CDTF">2026-10-03T09:40:05Z</dcterms:modified>
</cp:coreProperties>
</file>