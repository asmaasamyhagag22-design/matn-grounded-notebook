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DBD5E9D7-74F8-6AC8-6FF0-00698562B86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72640" y="4960137"/>
            <a:ext cx="61595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>
            <a:lvl1pPr algn="l">
              <a:defRPr/>
            </a:lvl1pPr>
          </a:lstStyle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63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C5E09F7-01CA-E8CD-216A-FA92F264143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A2D21FA-07AE-1069-DAC9-4CADE017564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63A74C3-029F-2EB6-1669-FFEB186D2D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D0C5DF0-3EE2-244F-6A3D-7604B2D5F7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37DFB4A-5B0A-C325-EC2F-74D598C695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FAA0A8C-3742-39A4-7165-85172DFB6E3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01E80E7-21B6-A041-46C7-D3B22C3D71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BB5B67D-3FDF-3E65-2FED-6DDB48A1CD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0EA94DE-4DB4-49A9-7812-031B9793D1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2364235-4E9D-8FEA-5084-901428C111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8318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6EF4E35-6076-B711-29A9-01AD665A416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3B9B2D8-B054-1AF6-AD7D-E5BEF0B7A1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E493357-E4A4-7F33-3EFD-EE70F473F2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8CCCC9F-5C45-4FB2-3DDB-DB61D31ECB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347A880-FED8-7CBA-175B-F7F5449AB6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2AE1611-3CF9-3F23-998A-9183BF46638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8630CA6-771F-5B4A-1CDE-E01F89A01F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27565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0E66103-856D-D7EB-D4A3-8808E90E2FF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5F6C923-577B-7BDF-0752-71FE78BD65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60532EB-F1D6-C3B5-BE79-9FC94149A4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BEDC09A-0FEC-78E8-ADF0-10AA40957B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6DC5BE08-F729-82A0-CA0B-3E430635E9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C93D126-BC22-6869-0572-C2CEB36532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4064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A24277D-8809-B805-3B11-6507492FF4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73DF317A-482D-FD66-29A7-FF39A0F97E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8BFED4EA-50D0-CDE7-5955-0BDE392B9A7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EA1FFEA7-669B-2986-FC50-7DC0B3C51A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6536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85DF4DEF-A2E1-12A3-1D31-A8EE12C22F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13402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3A1C1AE-5405-2921-C55D-88F0B2D91B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4F540FE-A3B9-19A4-DF21-844F9C20F0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4856075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66C0B051-70F2-81C9-2903-3115BCDD1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31220" y="2472230"/>
            <a:ext cx="3157338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119D5839-4869-5CE5-A1AD-BD6664B8EC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31220" y="5159249"/>
            <a:ext cx="3157338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24A700C8-7021-5B87-51FA-8C00D5F087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6925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2FA697E-B01F-F153-0B7E-8313389125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F743968-2B2B-A902-84F3-A478A5FA75A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A1F9B79-E8A2-D87F-0001-843BADF6A3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12D4DF4-44B4-5F90-95AC-10FBBD5A64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99E8116-9DCF-6018-E7B4-373003F45A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03CFBDA-0636-ABB5-48ED-C197D1A7FBD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B1EFAA9-F525-0AB7-23B0-1DE7374C67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AFF08E8-5D83-31FB-4D3F-79AC74E8BFB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1135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E86428D-6B1A-291A-2992-9E005D4C34F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C668ACA-36D0-16D8-B44F-8E1F2F0319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F3340F9-14AE-AB39-7936-35788321DA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AEB890D-5437-3B58-0878-564BCF87CA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B6957FC-5492-63A6-58B5-6401D6132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8C57F90-33D8-6A9C-21A7-D5CF3CB6063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2488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B8A3253-5BA1-4058-C69A-BE40D7E44C3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FB3F479A-A229-5D75-19F8-D779BF993C83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2072640" y="2286000"/>
            <a:ext cx="6070093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5702C30D-853B-CD41-335C-1CB30688EB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89596" y="2429663"/>
            <a:ext cx="2254606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5D968009-881B-734C-FC16-9352D4774D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83062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30C0FE8-627E-6A18-8DD2-9638EFE2C33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3156795-B393-773C-78A1-ADCFB3C3F8B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F06DF83-FF64-B748-DDB1-92D62ED42C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74E3625-7258-97C9-4847-923736E261A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B577775-FB14-4DCB-7B32-C6D2B8B60E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641AA5D-7DC6-791F-B9AC-762394B8FE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2D410B7-644C-E71E-D011-A069286A6C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90FA61B-04CF-4AE8-8E8A-AFE39AB087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875B6DA-EAB7-9538-6186-C77A330D72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59E1E7A-7C5E-23E8-27BB-D3F92D87D7B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6859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11599C3-6AF3-EF06-B7D9-D618255C638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EE1D09E-A1B6-8259-16AA-1030594A0C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AB26E557-9167-BD58-CFB5-4DA2F7D4C9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0510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3DAA16B-104C-CF2E-C389-E54F3A392A9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67898FA-793F-40CD-05B4-D64470FA0A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2092983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42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99A1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A9A4EC60-1860-EC1D-E09B-8B50A7DE559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99A19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4FC74A8-CD47-5DE2-6BF8-52520CCD94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99A19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7478DC1C-4483-B52F-8165-CF492ACDC5B1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74C11EA6-1AFF-814E-2710-74893F0B59A3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63E42845-E2BA-D321-1E1A-2378C4E700AF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4BECEB1A-C9FD-4D62-B73D-9F4D1091B2D5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2CA6F656-8FDA-850C-7782-61ED24A4CE87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3ED8665D-0BEB-96FB-213D-F25BE4A6D6B0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FBAB019C-60C7-E598-521A-BA799D430E97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2CE0306D-09FA-1F4A-2EC4-74D216BCE86B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529AF87C-0A43-5674-3608-78862F337826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31A96CD1-B343-03C4-66B4-D34DCB4F75B7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C505C2A9-F222-E22C-CC68-ADD8C375301B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A001DA33-4290-D3FE-E949-9C2E3BFA3F43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FD4BCA88-E145-2FD3-2E88-C9C44E44F1BA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2675AE7B-8009-62EA-4EA8-85C235F26347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05F6C851-E21D-BC52-EEC1-4FAC1B21DE89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9329F9D1-A434-E439-B7E7-DDC3008E44B0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FFA9405D-53D5-E659-6FBF-7D1CB236868E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55BA0AE4-2056-AD0D-023D-0D2F1634442B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4EFE9D8F-E1C4-1133-A7A3-FB2B052B21FC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C8685D46-282A-C40B-70C7-DC0FA1A1D584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E6FFA0E2-EFCD-8952-495C-9D04FC958DDE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02599654-D38B-0DDE-743A-B383A556B00F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5E5AFB79-821E-0209-E43A-9834617BE1E1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9F596164-736B-9920-B65D-8B4D9926AAED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48AD7306-CA5E-F45E-50FB-3EEFE6670FA9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93CC6088-3287-FECB-A3EA-F5E35B85CEAD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9E1AA16F-97F9-4601-A080-796289A937B8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DBD3F1DD-84EE-C1D6-7A6D-FBC8FD124535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7AB1A985-F918-729E-1494-F77F21228C3A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97F6A421-34FE-C8E2-730B-7CD2FD22CF29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5673FC38-B2A0-2124-9AD7-1A38FDDE25B8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69B2560B-F972-E0A0-9250-7FEE68DF7889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71C3AED4-7C4A-97DE-F282-5F600C1FAE80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767CCF02-03D7-209F-F198-629159D19EEB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D4765ECD-87A9-D620-E840-DCB5D581D45D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04CA3359-4618-208C-1B38-3B47E4BA0CCA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077300DF-398C-2284-FF4D-0A149EAC569B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04D6FCD2-B156-467B-6AAD-3141A74FE406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4D3EA5DF-1114-8FDC-4240-D2E9636B6167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61D282A6-96A7-7F32-5AE3-94E30BAE4DE8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BC685AF7-7A88-63F8-7176-39F49940FF91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FB20517C-A8A9-1CF8-5748-BE8CFBF48E77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269256DE-805F-F6AD-015F-14BBD537B782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B56C8829-75BB-265E-E6E1-DD4A84375280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7335E80B-96AF-F82F-CFE3-28E6EC96CFE2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55741567-6575-FE75-AB39-4CCC6F0C8A6D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938F11DD-8BFC-788B-966D-1C44ADE1C707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8F119114-6503-FE0C-C85C-61227B50CED2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CD94D8A1-5CB8-A446-FEB4-94B87DCA6E60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58B2E0C5-32C1-57EC-DFD4-CED1B28DBC95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F5F569B1-FC98-E22A-B202-62D5D836EF19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6E68A7CF-0D0C-DB38-B6E2-1AF5F96ED036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BA82C5EA-7108-DA0A-2A93-5FAA939F18EC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C1FE3070-4D91-6FDE-13BD-16F4C9D21167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86AF7291-0DED-283B-2B97-2EB04B413EE5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54E34206-3295-4FA2-7171-A5B81FC3E5FE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731056AC-DA63-295B-2D17-BACE459E228B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6AA627B2-FB39-CB8D-0973-15AA50C56457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2EBF746D-FD45-81CE-C680-0B13C9B5F979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A5985236-7D9E-3DCF-B1EA-45E6111DCCFD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3BE40F17-F685-D834-89E5-BC1067A23CF0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E4EB5218-A185-D024-6F9B-B6CA41D52273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AC977670-1D53-4DBA-1776-3A3D6818A455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CEE88D89-1F80-D353-353D-BF0B9CFFD632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48C31AB2-AFD2-CC56-C394-EA859D86568A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FB7E511C-4EF9-414A-56AA-44D9126C4CE0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56D85516-4D0A-5D58-44BE-620237DDE241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6C04B5AF-CC08-656C-3856-C6AF5C4774F9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BC667ADB-AFB2-AD4F-24A4-38199E60EC21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0EF8F1E8-09AC-1A78-0599-057FCD057BF0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02D39318-427A-DEFB-ACDE-F011F33CC2B0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D2947C14-421D-73AC-5A35-1DF7AD5C60D0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83B3A23E-B430-DA67-7243-5507435ABAC5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C87F1131-E990-FDAB-B28A-4C464566FECA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0277B400-E150-AF60-600F-D3F3E9EEF266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1A6A88AD-CE90-96DF-F7F9-6F7577043192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F53DDF5A-228E-420A-3074-5CB5257936DC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AFD726D2-E2E9-0914-3EA1-21D1427BDD6A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DB0C923C-9D45-A1A1-13D3-3FF2B1536E6B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0B969B00-D367-8AC8-DC3E-8F6D4C42F939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D7C6A836-2C1D-D728-6A76-C96AA8CDE844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D1A4EA09-9708-3C7F-5F58-0AA7E78039CE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BF9F487E-6A6E-896C-8FC9-5C40152E0680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984B8060-3379-14DE-B8E7-301CF7F52115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DFFAB521-5DFE-BBB7-5D74-E772FE2A6BFB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F3EE4E93-F3AA-CA51-DD09-D6E6FC1E51BE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8555091B-8057-97AE-F615-07EBC0529882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2ABE5B1B-86FB-25AD-A14E-FF34981528FE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692597DF-FB00-60E2-18E9-A0ADE6599789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7B6725AD-192E-3B87-6034-492B7CCFD196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27270521-66B1-95D0-6168-2B4A2F140B58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78D206D7-1B76-F53A-E14A-7160FB8C6E91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45A8827D-43DD-E942-3F31-19D23CAEFDF5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0E50DD8B-B78A-89C1-D716-B082D8026F1B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6E344292-F04C-2A3E-13F1-F3C8B5EF85BD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EF0633FA-0870-7551-B308-713F76F9730A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6ADB51B9-2785-A10D-411F-57CFFE32D82F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182AAC34-9CFB-A20C-BA49-494DC128E2B1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1E22CB0E-4E0C-E0EA-BD37-C1FD664187DB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5B64FD36-BF9A-9E84-3E05-F3622FC6762A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04C87FAA-8DE9-3634-BCCC-A3888E519257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FFC89B37-EFA9-2683-A3F4-9DADB151B27B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F90C901C-C526-BA2B-ED18-E6C370C256DE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1831E5AA-D522-A879-0151-3F7968A2A88F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9419F922-56B0-A1F0-2492-D54850C529E9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3B1718EB-33CD-5C91-3AD6-E619485A87E3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096B3783-929B-DA84-BA2A-5C9A1AAA232F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80D5784F-5973-FA1C-5919-A7844309C6F5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1B9F1DF0-6F62-6B6F-2EAE-880C97E6152B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8932998F-4E4C-F730-0374-07A2D3D1CA60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E58EED18-45C6-644D-4095-4E6799A26F16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66CD1503-17FE-9EA2-E9B6-3F33850A7F2A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935B4E9E-704C-5431-7D9D-5F67E866CA19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B23C97F0-74B7-1591-BC3A-06E07F1D0523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0BD942B5-91E9-B6E5-DF7D-455872B8F3EB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E3153C7D-B962-FC87-2DCB-0006913C6492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3A4A93BB-1FD3-087F-BB4E-90D8891345A3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1F9B7F42-3834-84B3-4207-7CE9662A128A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0A3B7AEC-EE77-38CC-F702-EF6F6C1C4214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5415CC14-C0A5-CD32-47C6-2BCE72A8C033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BF1C9AE1-1536-260B-E7EE-15B620274033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61955CE2-4C67-2BCD-ABF0-A36F953D8996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9E58B7E9-F2AC-4D9D-0551-4214FC474199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697E1CFB-B9BA-9B06-F0A4-9408A96EFF55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5E0965B7-BD63-0313-2B32-2966F8102CC6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077E647D-0F7D-6E8A-F222-4DA9802BDDD7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76EA449F-89BC-402D-8B47-54905121EEA4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3B056C63-4CB2-9DD7-D58E-7B9215E1792D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434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636F81E-AEC5-FEFB-C6BE-2AC82187F6C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32E57B0-EC89-9022-D215-AC39449B29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8581DA1-0E10-2238-E3DE-6C391502BD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D239F2D-0F62-8FD4-0EB5-2AB1FE8D90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14F3ED1-9E28-B4C7-57F2-2BDC5B6580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9BFF87C-3D81-597E-44AA-5EFDBB7624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E5A1076-8C5A-3D85-836E-AF95A06D90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275CDA1-2188-93B5-2FF0-EB7ACB9AB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8A4312A-3BC3-0249-C117-19F1CB345E7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1A4A55F-6776-2018-1D28-B8344050FE2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054844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052BFB3-D761-D8B9-8C1B-C01AD749D96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C8978F3-27F1-144F-9B59-13E43FD6C03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9FB586C4-6615-5FB1-3887-85366ABCCD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60128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D275C45-97F3-B021-3CD0-0D830F256EE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AB64375-E012-6A61-691B-170F06F791D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95EE44F-2CC5-9220-6572-361EA35C8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8987EC1-644E-5A01-41CD-269FE0B8FA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31204D3-87EB-62A4-AB47-C817334E69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FB05602-AEC8-E40A-4484-8D77106A66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6D42138-98A2-DD23-7549-F51C92ECFD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8BDAF31A-D62E-4A58-FC9A-C99BC80611D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3E823C1-C7ED-2945-2440-DCCD9BD28AC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5B99AF9-B241-FA6A-2CAA-6D13991101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222911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2AA698C-AFEC-4506-160C-4187359280F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6DC210C-50C5-C095-8E2B-51401E6DF0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22439" y="2824734"/>
            <a:ext cx="3121762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01D317F-ED97-5CEB-0533-858B1232BD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1" y="2286000"/>
            <a:ext cx="5202937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742E636-D72B-5549-F549-F2ED00903F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1" y="4594860"/>
            <a:ext cx="5202937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682CE8ED-6C42-1919-0982-16E7C2ABF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718464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74B0506-4685-B2BF-2745-EAB482BAEF2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856CC4B-2C25-F0EF-FCA1-EBD7C19B492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BB203ED-E15D-7CB0-C363-0B62FF1709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2472230"/>
            <a:ext cx="4024494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5508797-08E1-7DB9-60A3-12221076CA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4033703"/>
            <a:ext cx="4024494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3879EAF-C015-0A39-3EAE-D95880A830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41942" y="2472230"/>
            <a:ext cx="384661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64A2950-088C-4CAC-A021-C2145E0D59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942" y="3064836"/>
            <a:ext cx="384661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666B2BBC-3FAA-AA09-84D7-7A455ED0F6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41943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9209872-BB09-813D-BEF8-16281218F6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943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6043670-FCBA-6766-3F61-A0E6A8D45CC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09834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B5586620-49B9-78C0-A8FE-B596DF6F515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9834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7EF3C2A-86D3-3997-9673-6822FD16794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22296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B55C68D-C0EC-5435-0510-842DC171FE6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01CE891-4FA0-DA59-7455-7B01BDFADD9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E365BFB-4B6C-162D-E196-73A9EC0D94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FA3A59A-F122-68BD-DF0B-A24F7445FE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CB757EC-80C1-4E27-C280-588CDE75038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17B311DE-B564-6DBD-65EC-4B3FBD0E84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BE3A6CE-E65C-A672-C3EF-CB45453221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690232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012B7C4-1138-4E5F-0DB0-9CF58FC26A7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33C4555-58A2-CCC8-E22A-87AD8A7972C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736974F-4782-C845-CA02-1AED50F14D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83814" y="2419022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1A095AA-F8FA-17F8-7336-3062751B99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69550" y="2419022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38E623E-E6A3-50AC-649C-644038097D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83814" y="315263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F22298D-0F7D-409C-912C-D93456C0E5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69550" y="315263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4AFE87C-887B-50F8-B89E-605D872369D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83814" y="388624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C92E41FC-644D-4735-FDAF-3F752A590C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69550" y="388624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307453AE-CF73-ED27-B09C-1A6D5E0750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83814" y="4619850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B871E818-0BD5-BB0A-0586-C71442717F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9550" y="4619850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6F23339-F9FF-2697-FC7A-53E0BD7750A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972186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FFD2CF0-C9EF-73BF-99D3-5DFDFF2A64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D524539-CD01-2962-9969-7794557488E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AE3B5E8E-B8B5-CA66-1C50-4393752650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A9DDE432-0527-6FD8-A072-AA0A6F5EE7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22331715-8985-C58A-9E68-BABE3923BEC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3041D6E1-D115-5F4E-E1D5-A70273D20E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CAC52495-078D-DF38-7478-5EA99EF5F8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0B60A93-7401-6D41-8CA4-DB71D50E17E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056760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0D39D85-7D48-0326-566D-8900620B8E1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23CCC13-660E-02ED-CA3F-6263E1E2047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BC8AB01-143A-2B04-F582-1331B79A51D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F34FD53-5C32-FB47-607C-C3E71533D7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665258C-4C22-A9E9-06BA-E978169D30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4D445D9-D56C-F48D-4714-B9F4037894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C50D9A4-EC21-5774-10D0-B93B1D06D0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FB7D8DEE-1E37-FBC7-1169-3B9A0E0841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9BEF11B-7A19-15E4-3F26-B1A34BE20B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0346EF3-E8EA-7297-24BE-AA986804EC8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552510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58CFE69-6515-B099-8801-3748E0E7158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4DE61DE-D50D-705E-6747-7C69DB3A5BD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811082"/>
            <a:ext cx="1723195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9DDFDD8-6269-D1AA-6978-CF23E55FAE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07D8816-AD3E-A852-A9CA-92B07B4A63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064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876197F-FCA3-2F29-B3FC-5DD81F20F7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44ADBBE-0E34-12CD-032B-1C6F1B5625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C309991-5CBA-014F-4321-47323555B9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F8428EE-E46C-40FA-A5FE-666C1FA95C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6536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2E8BF17-F3E7-E9E4-FB57-4F15624CE5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CD5817E-8FCF-2C39-2D32-A20FDB965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364927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C86AFEF-EFB2-2622-E2DF-D63590C5A52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606F444C-81AC-AD04-9F17-7B298954A5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22B6664-C703-FD09-C498-E252FB8C56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8838C43F-B699-F780-18AB-B821EC8F72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24E7C6F7-2677-BF76-538B-E724039BB3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A3AF58E4-6603-1338-DC9F-5F03F5F202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9B632CAC-1E4F-0AE1-6797-1356CAB6C5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0AD1C46-269B-C9B6-B7AF-02648F6E4F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49137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C84D332-CC7D-C1A6-773C-1CC59C9C68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A82654A-E5C4-512F-CB02-857FA3C5C2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C24FAD4-0672-E482-C32B-C53AA8049C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2276725-E150-E0F2-2489-0BB74ED7636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048EC5F-62CD-4C18-8132-AADC93BBAD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3F877A6-B044-97B6-A0B8-2F9E4E3360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1452BD6-DB66-DFFA-5665-462C2FB6DC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3325AF5-6011-1863-3F7A-45CD57E722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712938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EA576D4-0412-B8DD-9881-F5390EF4152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D0F99DB8-E273-E051-5ABC-CCFDB8B2D34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6D1EB2A1-E0D9-B5B8-05B6-A965A7296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FAB53548-B151-42B9-E33A-446BD8B003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E68B2674-A4F7-DD2D-85E9-861D5B2986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59C731A-DBA2-8FE0-D828-A9756F168C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D4841E9-F8D7-2A51-885A-401E5ED5A23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6E40818-D71F-9D51-A998-94B8A0B105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169834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5493C0E-C91B-6899-2144-8B31D064869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E58EF9D0-363E-6F03-ED59-6C1F1736BC8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A7CF6F4-9371-7125-FEBB-D01EE5B718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092A7147-4B7B-F4D6-9256-EC9396864C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BEF20935-BC1C-555B-0796-DEDD378D2AF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AA7D632E-AD9D-DDA9-12E9-A92FB490C1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5B4DC58C-B765-6F12-CC59-94EA951B90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0DF5BFA-6666-7C39-7834-070B5C2B0D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780829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9B3ADE0-EBE0-C883-9BB6-2522799CD6B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110741D0-CC86-2FA6-2130-B79A4F0CE1A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48D7DFD-1597-D57D-1243-3609CFD68D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61919" y="241902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43F971E5-26CB-F68C-EB60-3FEABF01BF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5" y="335016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49EA2E7-FAC0-5DB1-D562-C4072718548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61919" y="335016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D173577A-5763-4F2F-CEE2-D5C0DD559A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5" y="428131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F2EB5A4-0FE6-BA13-1B79-3DF46F04A8A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61919" y="428131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ED6AC119-26BD-89CB-5720-1F87CCCD22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5" y="521245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A2AC9EFA-AF2D-30CD-3A4A-C4FCC0A98B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61919" y="521245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EEAD3B3-DF3C-5F79-CBE7-17F947E521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461771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88F509D-58DB-B1C1-38CF-ED661EFA44E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00888D6E-0659-47AD-82AB-30709D2E0DB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4842659"/>
            <a:ext cx="2098963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BF95A588-F095-EB94-3991-B47718CAFC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13962" y="4842659"/>
            <a:ext cx="6174596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BDAD96B2-B9EF-14AD-4F19-0E0056679F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E33CBD3F-D96F-2848-882A-77A34FECEC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3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D0FCECD-F273-CAAD-F4DE-4F7CADBE4AE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78097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2D36961-335B-FBBE-D211-7A3A96A1B3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78097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04843ED8-E0D5-182A-98B8-46E22CC5DC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7910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3BE662E0-B0BC-852E-FD29-55CB032BE5F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7910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C743E7F-61A0-7403-E8EE-A905FF5980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6873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6CDF301C-14C9-80F4-3239-01A002C0B933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456BABC-F92F-414F-A0E9-B90674473BD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4BF67FC-BCB9-49F6-958A-F6E3E81E1F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05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69405F"/>
      </a:dk1>
      <a:lt1>
        <a:srgbClr val="F6F5F4"/>
      </a:lt1>
      <a:dk2>
        <a:srgbClr val="564D53"/>
      </a:dk2>
      <a:lt2>
        <a:srgbClr val="E8E8E7"/>
      </a:lt2>
      <a:accent1>
        <a:srgbClr val="69405F"/>
      </a:accent1>
      <a:accent2>
        <a:srgbClr val="BB830F"/>
      </a:accent2>
      <a:accent3>
        <a:srgbClr val="564D53"/>
      </a:accent3>
      <a:accent4>
        <a:srgbClr val="69405F"/>
      </a:accent4>
      <a:accent5>
        <a:srgbClr val="69405F"/>
      </a:accent5>
      <a:accent6>
        <a:srgbClr val="564D53"/>
      </a:accent6>
      <a:hlink>
        <a:srgbClr val="69405F"/>
      </a:hlink>
      <a:folHlink>
        <a:srgbClr val="564D53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2026-10-03T23:11:17Z</dcterms:created>
  <dcterms:modified xsi:type="dcterms:W3CDTF">2026-10-03T23:11:28Z</dcterms:modified>
</cp:coreProperties>
</file>