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Sz cx="12192000" cy="6858000"/>
  <p:notesSz cx="6858000" cy="9144000"/>
  <p:defaultTextStyle>
    <a:defPPr lvl="0">
      <a:defRPr lang="en-US"/>
    </a:defPPr>
    <a:lvl1pPr marL="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matn:title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reative_background">
            <a:extLst>
              <a:ext uri="{FF2B5EF4-FFF2-40B4-BE49-F238E27FC236}">
                <a16:creationId xmlns:a16="http://schemas.microsoft.com/office/drawing/2014/main" id="{77D2835E-FC2B-E1F1-6F9A-63310D67BC4A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2072640" y="4960137"/>
            <a:ext cx="6159500" cy="1463040"/>
          </a:xfrm>
        </p:spPr>
        <p:txBody>
          <a:bodyPr anchor="ctr">
            <a:normAutofit/>
          </a:bodyPr>
          <a:lstStyle>
            <a:lvl1pPr algn="r">
              <a:defRPr sz="4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072640" y="6470704"/>
            <a:ext cx="1104900" cy="274320"/>
          </a:xfrm>
        </p:spPr>
        <p:txBody>
          <a:bodyPr/>
          <a:lstStyle>
            <a:lvl1pPr algn="l">
              <a:defRPr/>
            </a:lvl1pPr>
          </a:lstStyle>
          <a:p>
            <a:fld id="{D8887631-421A-4B90-81F4-114CAE3EC1B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C083-285A-4D45-98F3-6009BB62C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17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executive_summary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B08C9785-E22C-1824-00CC-98003FC9830D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072640" y="585216"/>
            <a:ext cx="8674100" cy="1499616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072640" y="6470704"/>
            <a:ext cx="1104900" cy="274320"/>
          </a:xfrm>
        </p:spPr>
        <p:txBody>
          <a:bodyPr/>
          <a:lstStyle/>
          <a:p>
            <a:fld id="{D8887631-421A-4B90-81F4-114CAE3EC1B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C083-285A-4D45-98F3-6009BB62C01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6A7FF8EB-D6BC-2626-99C1-5E424D69DA05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183814" y="2419022"/>
            <a:ext cx="2534764" cy="532083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643D53BE-3C71-7AE6-3278-29771CC3616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07517" y="2419022"/>
            <a:ext cx="5825510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887276C7-F2A3-FA7E-9C53-A033BEC0454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83814" y="3350167"/>
            <a:ext cx="2534764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4A1F4567-7FF7-0F02-6B85-C1DA9CD215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7517" y="3350167"/>
            <a:ext cx="5825510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82EBCBDC-7327-0807-6A53-6089198EEE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83814" y="4281312"/>
            <a:ext cx="2534764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A3790F13-867E-5F1E-C645-8D06F5DE921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07517" y="4281312"/>
            <a:ext cx="5825510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7B6D2CBF-6056-1997-A7DE-42C445E03E3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183814" y="5212457"/>
            <a:ext cx="2534764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C82B6F2B-7C72-6453-5A04-73EE9D0B64D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07517" y="5212457"/>
            <a:ext cx="5825510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14890E4A-A761-CBF8-99B9-13E48D6929A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072640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903133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big-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B94E7306-7A5D-672F-9266-CD6657FE166A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072640" y="585216"/>
            <a:ext cx="8674100" cy="1499616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072640" y="6470704"/>
            <a:ext cx="1104900" cy="274320"/>
          </a:xfrm>
        </p:spPr>
        <p:txBody>
          <a:bodyPr/>
          <a:lstStyle/>
          <a:p>
            <a:fld id="{D8887631-421A-4B90-81F4-114CAE3EC1B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C083-285A-4D45-98F3-6009BB62C01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5D705AC9-649D-18AE-2237-AFAC881057DC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072640" y="5159248"/>
            <a:ext cx="8671561" cy="718312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6339D812-FC18-B108-A13B-3E7F13BF4D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28284" y="2472229"/>
            <a:ext cx="3935555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936C0D16-D79C-6411-E960-F01E62C2EA2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28284" y="3987526"/>
            <a:ext cx="3935555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kpi_value_2">
            <a:extLst>
              <a:ext uri="{FF2B5EF4-FFF2-40B4-BE49-F238E27FC236}">
                <a16:creationId xmlns:a16="http://schemas.microsoft.com/office/drawing/2014/main" id="{0A843882-76CF-D6C5-716A-80265C74DAB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53004" y="2472229"/>
            <a:ext cx="3935555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2" name="kpi_label_2">
            <a:extLst>
              <a:ext uri="{FF2B5EF4-FFF2-40B4-BE49-F238E27FC236}">
                <a16:creationId xmlns:a16="http://schemas.microsoft.com/office/drawing/2014/main" id="{47E36131-073A-F364-B7FA-9C9B3D5E221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3004" y="3987526"/>
            <a:ext cx="3935555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3" name="source">
            <a:extLst>
              <a:ext uri="{FF2B5EF4-FFF2-40B4-BE49-F238E27FC236}">
                <a16:creationId xmlns:a16="http://schemas.microsoft.com/office/drawing/2014/main" id="{65C4EB83-4287-8770-D505-9D71C8CFBCA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072640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746777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c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CF1D5ED9-F183-ED3A-521C-AE7964453DA2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072640" y="585216"/>
            <a:ext cx="8674100" cy="1499616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072640" y="6470704"/>
            <a:ext cx="1104900" cy="274320"/>
          </a:xfrm>
        </p:spPr>
        <p:txBody>
          <a:bodyPr/>
          <a:lstStyle/>
          <a:p>
            <a:fld id="{D8887631-421A-4B90-81F4-114CAE3EC1B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C083-285A-4D45-98F3-6009BB62C01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CE828636-F5F5-3CA0-7C07-27A180C5BF2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072640" y="5159248"/>
            <a:ext cx="8671561" cy="718312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1E3D28FC-6838-6011-65A3-D4B3334DFD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28284" y="2472229"/>
            <a:ext cx="1723195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B2C3C53A-DE86-D629-4D61-4A325FADC9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28284" y="3987526"/>
            <a:ext cx="1723195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kpi_value_2">
            <a:extLst>
              <a:ext uri="{FF2B5EF4-FFF2-40B4-BE49-F238E27FC236}">
                <a16:creationId xmlns:a16="http://schemas.microsoft.com/office/drawing/2014/main" id="{A8E26330-DA3F-8290-4544-5AE3D67E027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0644" y="2472229"/>
            <a:ext cx="1723195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2" name="kpi_label_2">
            <a:extLst>
              <a:ext uri="{FF2B5EF4-FFF2-40B4-BE49-F238E27FC236}">
                <a16:creationId xmlns:a16="http://schemas.microsoft.com/office/drawing/2014/main" id="{27136362-C0A7-214D-85CD-97015E1F975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40644" y="3987526"/>
            <a:ext cx="1723195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3" name="kpi_value_3">
            <a:extLst>
              <a:ext uri="{FF2B5EF4-FFF2-40B4-BE49-F238E27FC236}">
                <a16:creationId xmlns:a16="http://schemas.microsoft.com/office/drawing/2014/main" id="{644996F9-E79A-DD2C-E8B0-B397277F4A6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53004" y="2472229"/>
            <a:ext cx="1723195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kpi_value_3</a:t>
            </a:r>
          </a:p>
        </p:txBody>
      </p:sp>
      <p:sp>
        <p:nvSpPr>
          <p:cNvPr id="14" name="kpi_label_3">
            <a:extLst>
              <a:ext uri="{FF2B5EF4-FFF2-40B4-BE49-F238E27FC236}">
                <a16:creationId xmlns:a16="http://schemas.microsoft.com/office/drawing/2014/main" id="{77DB1560-9828-A5B2-77E4-CED36B97EAD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53004" y="3987526"/>
            <a:ext cx="1723195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kpi_label_3</a:t>
            </a:r>
          </a:p>
        </p:txBody>
      </p:sp>
      <p:sp>
        <p:nvSpPr>
          <p:cNvPr id="15" name="kpi_value_4">
            <a:extLst>
              <a:ext uri="{FF2B5EF4-FFF2-40B4-BE49-F238E27FC236}">
                <a16:creationId xmlns:a16="http://schemas.microsoft.com/office/drawing/2014/main" id="{10025CD0-DE1A-FA47-A111-EEC74E45603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865364" y="2472229"/>
            <a:ext cx="1723195" cy="151529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kpi_value_4</a:t>
            </a:r>
          </a:p>
        </p:txBody>
      </p:sp>
      <p:sp>
        <p:nvSpPr>
          <p:cNvPr id="16" name="kpi_label_4">
            <a:extLst>
              <a:ext uri="{FF2B5EF4-FFF2-40B4-BE49-F238E27FC236}">
                <a16:creationId xmlns:a16="http://schemas.microsoft.com/office/drawing/2014/main" id="{9045E619-B64E-D64B-B045-A43B37BB7C6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65364" y="3987526"/>
            <a:ext cx="1723195" cy="84183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kpi_label_4</a:t>
            </a:r>
          </a:p>
        </p:txBody>
      </p:sp>
      <p:sp>
        <p:nvSpPr>
          <p:cNvPr id="17" name="source">
            <a:extLst>
              <a:ext uri="{FF2B5EF4-FFF2-40B4-BE49-F238E27FC236}">
                <a16:creationId xmlns:a16="http://schemas.microsoft.com/office/drawing/2014/main" id="{D6FE39A8-F6AC-D5D7-A7D2-3A328FA47A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072640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548721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split-60-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84CFA40B-DA4A-B125-0D8F-DB4C9139DF57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072640" y="585216"/>
            <a:ext cx="8674100" cy="1499616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072640" y="6470704"/>
            <a:ext cx="1104900" cy="274320"/>
          </a:xfrm>
        </p:spPr>
        <p:txBody>
          <a:bodyPr/>
          <a:lstStyle/>
          <a:p>
            <a:fld id="{D8887631-421A-4B90-81F4-114CAE3EC1B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C083-285A-4D45-98F3-6009BB62C01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82916589-6EA9-6E69-5AEA-178A2EED854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072640" y="2286000"/>
            <a:ext cx="4856075" cy="3591560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quote">
            <a:extLst>
              <a:ext uri="{FF2B5EF4-FFF2-40B4-BE49-F238E27FC236}">
                <a16:creationId xmlns:a16="http://schemas.microsoft.com/office/drawing/2014/main" id="{C126E4DB-5C3B-7D81-A032-DB3568DB6BF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431220" y="2472230"/>
            <a:ext cx="3157338" cy="268701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i="1">
                <a:latin typeface="+mj-lt"/>
              </a:defRPr>
            </a:lvl1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10" name="attribution">
            <a:extLst>
              <a:ext uri="{FF2B5EF4-FFF2-40B4-BE49-F238E27FC236}">
                <a16:creationId xmlns:a16="http://schemas.microsoft.com/office/drawing/2014/main" id="{E3378EA5-65B7-FD93-AAE4-05C9441E01F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31220" y="5159249"/>
            <a:ext cx="3157338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attribution</a:t>
            </a:r>
          </a:p>
        </p:txBody>
      </p:sp>
      <p:sp>
        <p:nvSpPr>
          <p:cNvPr id="11" name="source">
            <a:extLst>
              <a:ext uri="{FF2B5EF4-FFF2-40B4-BE49-F238E27FC236}">
                <a16:creationId xmlns:a16="http://schemas.microsoft.com/office/drawing/2014/main" id="{9C4DE8AA-E6F9-9757-1E78-5E71C4C623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72640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278155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cards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3CB90FDE-6BE6-A96A-F5FD-BAB62F06F5D7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072640" y="585216"/>
            <a:ext cx="8674100" cy="1499616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072640" y="6470704"/>
            <a:ext cx="1104900" cy="274320"/>
          </a:xfrm>
        </p:spPr>
        <p:txBody>
          <a:bodyPr/>
          <a:lstStyle/>
          <a:p>
            <a:fld id="{D8887631-421A-4B90-81F4-114CAE3EC1B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C083-285A-4D45-98F3-6009BB62C01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C99B8770-4F84-99C2-7318-896F1FCE49E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228283" y="2472230"/>
            <a:ext cx="2460648" cy="94679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7151A94B-46F7-C3E6-48AE-CCC9BAD94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28283" y="3419025"/>
            <a:ext cx="2460648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D0C2E571-79B8-96AC-FAD1-0C7A9031B1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78097" y="2472230"/>
            <a:ext cx="2460648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AA249AF2-181F-A018-B908-D102976B45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78097" y="3419025"/>
            <a:ext cx="2460648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EC1B7031-18F1-E7A9-EA0A-55D1A726BB1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7910" y="2472230"/>
            <a:ext cx="2460648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C384D99C-72FA-5DC4-144F-05395E4CC4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27910" y="3419025"/>
            <a:ext cx="2460648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FD24D303-D08A-0D7B-781A-BEF028951C9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072640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436115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two-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7ABD1E3D-3CF6-2DB1-ADC0-DC6DF1F3E13B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072640" y="585216"/>
            <a:ext cx="8674100" cy="1499616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072640" y="6470704"/>
            <a:ext cx="1104900" cy="274320"/>
          </a:xfrm>
        </p:spPr>
        <p:txBody>
          <a:bodyPr/>
          <a:lstStyle/>
          <a:p>
            <a:fld id="{D8887631-421A-4B90-81F4-114CAE3EC1B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C083-285A-4D45-98F3-6009BB62C01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E894B60B-DDC0-A4F8-5A06-82329B23ACA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228283" y="2472230"/>
            <a:ext cx="3935555" cy="94679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CE9AEBE8-E859-361E-2FE8-353DA056CA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28284" y="3419025"/>
            <a:ext cx="393555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93600ADA-0609-AB85-472F-DC56170E4A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53004" y="2472230"/>
            <a:ext cx="3935555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235EEC07-24BF-F222-0B5D-2C52A4BCF3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53004" y="3419025"/>
            <a:ext cx="3935555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source">
            <a:extLst>
              <a:ext uri="{FF2B5EF4-FFF2-40B4-BE49-F238E27FC236}">
                <a16:creationId xmlns:a16="http://schemas.microsoft.com/office/drawing/2014/main" id="{05AE656E-99B7-F684-DBC8-29739AD0463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72640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993036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chart: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8411B4D7-0363-4EFA-1E31-E8023FC4F0AE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072640" y="585216"/>
            <a:ext cx="8674100" cy="1499616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072640" y="6470704"/>
            <a:ext cx="1104900" cy="274320"/>
          </a:xfrm>
        </p:spPr>
        <p:txBody>
          <a:bodyPr/>
          <a:lstStyle/>
          <a:p>
            <a:fld id="{D8887631-421A-4B90-81F4-114CAE3EC1B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C083-285A-4D45-98F3-6009BB62C01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hart">
            <a:extLst>
              <a:ext uri="{FF2B5EF4-FFF2-40B4-BE49-F238E27FC236}">
                <a16:creationId xmlns:a16="http://schemas.microsoft.com/office/drawing/2014/main" id="{CB244A70-8F9A-E0A8-E9CB-B730ADB84527}"/>
              </a:ext>
            </a:extLst>
          </p:cNvPr>
          <p:cNvSpPr>
            <a:spLocks noGrp="1"/>
          </p:cNvSpPr>
          <p:nvPr>
            <p:ph type="chart" idx="13"/>
          </p:nvPr>
        </p:nvSpPr>
        <p:spPr>
          <a:xfrm>
            <a:off x="2072640" y="2286000"/>
            <a:ext cx="6070093" cy="35915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body">
            <a:extLst>
              <a:ext uri="{FF2B5EF4-FFF2-40B4-BE49-F238E27FC236}">
                <a16:creationId xmlns:a16="http://schemas.microsoft.com/office/drawing/2014/main" id="{D30D998D-1B13-E103-D75F-85C4247B0A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9596" y="2429663"/>
            <a:ext cx="2254606" cy="330423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10" name="source">
            <a:extLst>
              <a:ext uri="{FF2B5EF4-FFF2-40B4-BE49-F238E27FC236}">
                <a16:creationId xmlns:a16="http://schemas.microsoft.com/office/drawing/2014/main" id="{014B31B5-2444-390F-7A94-25F6E8B922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72640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529492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0E48BE95-CD0F-EE94-0BB0-63BA620E5B07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072640" y="585216"/>
            <a:ext cx="8674100" cy="1499616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072640" y="6470704"/>
            <a:ext cx="1104900" cy="274320"/>
          </a:xfrm>
        </p:spPr>
        <p:txBody>
          <a:bodyPr/>
          <a:lstStyle/>
          <a:p>
            <a:fld id="{D8887631-421A-4B90-81F4-114CAE3EC1B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C083-285A-4D45-98F3-6009BB62C01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D1E61CE4-D569-D1D0-EE7F-E92BDADA46C5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228283" y="2472230"/>
            <a:ext cx="3935555" cy="38732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178F38AC-3120-E137-82B6-BBFF26332DD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28284" y="2859554"/>
            <a:ext cx="3935555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CD955452-4398-FE3A-11D3-244CB26590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53004" y="2472230"/>
            <a:ext cx="3935555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6C451228-1F80-A10D-6BFE-CE4E6DE1EE6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53004" y="2859554"/>
            <a:ext cx="3935555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761137DC-8BCF-3D1B-8775-6AA369EE9BC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28284" y="4374427"/>
            <a:ext cx="3935555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F6F7C13C-952A-3EA5-E65E-FC2AAC12BE5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28284" y="4761750"/>
            <a:ext cx="3935555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3F973C8E-7951-3D09-A422-D1CF1BBFA89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53004" y="4374427"/>
            <a:ext cx="3935555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05A476D9-0A2C-AA1F-FCE2-0064574F254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53004" y="4761750"/>
            <a:ext cx="3935555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99CF9875-FC8A-5035-C75A-4B4553A0917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072640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240167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limitation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BA6618F1-156A-B62E-BDD1-427D2945B2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072640" y="585216"/>
            <a:ext cx="8674100" cy="1499616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072640" y="6470704"/>
            <a:ext cx="1104900" cy="274320"/>
          </a:xfrm>
        </p:spPr>
        <p:txBody>
          <a:bodyPr/>
          <a:lstStyle/>
          <a:p>
            <a:fld id="{D8887631-421A-4B90-81F4-114CAE3EC1B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C083-285A-4D45-98F3-6009BB62C01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333598C9-BB93-8914-47D9-0A1563A0055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072640" y="2286000"/>
            <a:ext cx="8671561" cy="3591560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source">
            <a:extLst>
              <a:ext uri="{FF2B5EF4-FFF2-40B4-BE49-F238E27FC236}">
                <a16:creationId xmlns:a16="http://schemas.microsoft.com/office/drawing/2014/main" id="{32C7ED47-6A7E-BA74-99F8-5DC73ECC02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72640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4240176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sources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7D5C79C4-A3E7-ECA4-4147-756B3C5589A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072640" y="585216"/>
            <a:ext cx="8674100" cy="1499616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072640" y="6470704"/>
            <a:ext cx="1104900" cy="274320"/>
          </a:xfrm>
        </p:spPr>
        <p:txBody>
          <a:bodyPr/>
          <a:lstStyle/>
          <a:p>
            <a:fld id="{D8887631-421A-4B90-81F4-114CAE3EC1B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C083-285A-4D45-98F3-6009BB62C01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E9661C39-4E99-944C-543D-3CEB5A515D8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072640" y="2286000"/>
            <a:ext cx="8671561" cy="3591560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body</a:t>
            </a:r>
          </a:p>
        </p:txBody>
      </p:sp>
    </p:spTree>
    <p:extLst>
      <p:ext uri="{BB962C8B-B14F-4D97-AF65-F5344CB8AC3E}">
        <p14:creationId xmlns:p14="http://schemas.microsoft.com/office/powerpoint/2010/main" val="12153761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matn:section_divider:default">
    <p:bg>
      <p:bgPr>
        <a:solidFill>
          <a:srgbClr val="422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975360" y="3538728"/>
            <a:ext cx="10241280" cy="1536192"/>
          </a:xfrm>
        </p:spPr>
        <p:txBody>
          <a:bodyPr lIns="0" anchor="t"/>
          <a:lstStyle>
            <a:lvl1pPr>
              <a:defRPr sz="3600">
                <a:solidFill>
                  <a:srgbClr val="D99A1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ection_number">
            <a:extLst>
              <a:ext uri="{FF2B5EF4-FFF2-40B4-BE49-F238E27FC236}">
                <a16:creationId xmlns:a16="http://schemas.microsoft.com/office/drawing/2014/main" id="{176BFCD7-7F31-5FA8-C8F0-E1B9B417109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975360" y="685800"/>
            <a:ext cx="6144768" cy="2743200"/>
          </a:xfrm>
        </p:spPr>
        <p:txBody>
          <a:bodyPr wrap="square" lIns="0" tIns="0" bIns="0" anchor="b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FontTx/>
              <a:buNone/>
              <a:defRPr sz="16000" b="1">
                <a:solidFill>
                  <a:srgbClr val="D99A19"/>
                </a:solidFill>
                <a:latin typeface="+mj-lt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BD4F2ADA-87DD-329C-B407-C55C359893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75360" y="5184648"/>
            <a:ext cx="10241280" cy="987552"/>
          </a:xfrm>
          <a:prstGeom prst="rect">
            <a:avLst/>
          </a:prstGeom>
        </p:spPr>
        <p:txBody>
          <a:bodyPr wrap="square" lIns="0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>
                <a:solidFill>
                  <a:srgbClr val="D99A19"/>
                </a:solidFill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8" name="pattern">
            <a:extLst>
              <a:ext uri="{FF2B5EF4-FFF2-40B4-BE49-F238E27FC236}">
                <a16:creationId xmlns:a16="http://schemas.microsoft.com/office/drawing/2014/main" id="{D6CF40B2-4E4A-5B15-1E84-0DA42AD94313}"/>
              </a:ext>
            </a:extLst>
          </p:cNvPr>
          <p:cNvSpPr/>
          <p:nvPr userDrawn="1"/>
        </p:nvSpPr>
        <p:spPr>
          <a:xfrm>
            <a:off x="152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pattern">
            <a:extLst>
              <a:ext uri="{FF2B5EF4-FFF2-40B4-BE49-F238E27FC236}">
                <a16:creationId xmlns:a16="http://schemas.microsoft.com/office/drawing/2014/main" id="{AFEF08B1-1674-4206-8009-41B403C36C22}"/>
              </a:ext>
            </a:extLst>
          </p:cNvPr>
          <p:cNvSpPr/>
          <p:nvPr userDrawn="1"/>
        </p:nvSpPr>
        <p:spPr>
          <a:xfrm>
            <a:off x="342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attern">
            <a:extLst>
              <a:ext uri="{FF2B5EF4-FFF2-40B4-BE49-F238E27FC236}">
                <a16:creationId xmlns:a16="http://schemas.microsoft.com/office/drawing/2014/main" id="{9CB6F137-A85A-E13B-CF9B-B7B52EE08204}"/>
              </a:ext>
            </a:extLst>
          </p:cNvPr>
          <p:cNvSpPr/>
          <p:nvPr userDrawn="1"/>
        </p:nvSpPr>
        <p:spPr>
          <a:xfrm>
            <a:off x="533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attern">
            <a:extLst>
              <a:ext uri="{FF2B5EF4-FFF2-40B4-BE49-F238E27FC236}">
                <a16:creationId xmlns:a16="http://schemas.microsoft.com/office/drawing/2014/main" id="{E136E921-5520-1919-0F37-770BED0342A5}"/>
              </a:ext>
            </a:extLst>
          </p:cNvPr>
          <p:cNvSpPr/>
          <p:nvPr userDrawn="1"/>
        </p:nvSpPr>
        <p:spPr>
          <a:xfrm>
            <a:off x="723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attern">
            <a:extLst>
              <a:ext uri="{FF2B5EF4-FFF2-40B4-BE49-F238E27FC236}">
                <a16:creationId xmlns:a16="http://schemas.microsoft.com/office/drawing/2014/main" id="{80DAB25A-4F48-7C19-4F02-2AA5C798E601}"/>
              </a:ext>
            </a:extLst>
          </p:cNvPr>
          <p:cNvSpPr/>
          <p:nvPr userDrawn="1"/>
        </p:nvSpPr>
        <p:spPr>
          <a:xfrm>
            <a:off x="914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attern">
            <a:extLst>
              <a:ext uri="{FF2B5EF4-FFF2-40B4-BE49-F238E27FC236}">
                <a16:creationId xmlns:a16="http://schemas.microsoft.com/office/drawing/2014/main" id="{F11C20D3-2070-B784-04FD-05494EB95804}"/>
              </a:ext>
            </a:extLst>
          </p:cNvPr>
          <p:cNvSpPr/>
          <p:nvPr userDrawn="1"/>
        </p:nvSpPr>
        <p:spPr>
          <a:xfrm>
            <a:off x="1104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attern">
            <a:extLst>
              <a:ext uri="{FF2B5EF4-FFF2-40B4-BE49-F238E27FC236}">
                <a16:creationId xmlns:a16="http://schemas.microsoft.com/office/drawing/2014/main" id="{5115E2E4-5999-8E8B-B693-84D06F4AA569}"/>
              </a:ext>
            </a:extLst>
          </p:cNvPr>
          <p:cNvSpPr/>
          <p:nvPr userDrawn="1"/>
        </p:nvSpPr>
        <p:spPr>
          <a:xfrm>
            <a:off x="1295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attern">
            <a:extLst>
              <a:ext uri="{FF2B5EF4-FFF2-40B4-BE49-F238E27FC236}">
                <a16:creationId xmlns:a16="http://schemas.microsoft.com/office/drawing/2014/main" id="{5D8AF617-4637-9EC4-A77E-DF152C80BCE3}"/>
              </a:ext>
            </a:extLst>
          </p:cNvPr>
          <p:cNvSpPr/>
          <p:nvPr userDrawn="1"/>
        </p:nvSpPr>
        <p:spPr>
          <a:xfrm>
            <a:off x="1485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attern">
            <a:extLst>
              <a:ext uri="{FF2B5EF4-FFF2-40B4-BE49-F238E27FC236}">
                <a16:creationId xmlns:a16="http://schemas.microsoft.com/office/drawing/2014/main" id="{E7AAA5B2-8BA3-2615-9CC0-1F022F592527}"/>
              </a:ext>
            </a:extLst>
          </p:cNvPr>
          <p:cNvSpPr/>
          <p:nvPr userDrawn="1"/>
        </p:nvSpPr>
        <p:spPr>
          <a:xfrm>
            <a:off x="1676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attern">
            <a:extLst>
              <a:ext uri="{FF2B5EF4-FFF2-40B4-BE49-F238E27FC236}">
                <a16:creationId xmlns:a16="http://schemas.microsoft.com/office/drawing/2014/main" id="{490DC36C-9C34-EF2C-55E1-A879AA9DBB10}"/>
              </a:ext>
            </a:extLst>
          </p:cNvPr>
          <p:cNvSpPr/>
          <p:nvPr userDrawn="1"/>
        </p:nvSpPr>
        <p:spPr>
          <a:xfrm>
            <a:off x="1866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attern">
            <a:extLst>
              <a:ext uri="{FF2B5EF4-FFF2-40B4-BE49-F238E27FC236}">
                <a16:creationId xmlns:a16="http://schemas.microsoft.com/office/drawing/2014/main" id="{A19798C1-0BDD-9B64-7A9C-B06C689A245F}"/>
              </a:ext>
            </a:extLst>
          </p:cNvPr>
          <p:cNvSpPr/>
          <p:nvPr userDrawn="1"/>
        </p:nvSpPr>
        <p:spPr>
          <a:xfrm>
            <a:off x="2057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attern">
            <a:extLst>
              <a:ext uri="{FF2B5EF4-FFF2-40B4-BE49-F238E27FC236}">
                <a16:creationId xmlns:a16="http://schemas.microsoft.com/office/drawing/2014/main" id="{610E8778-5BB7-A9D3-61FB-7E0B05460433}"/>
              </a:ext>
            </a:extLst>
          </p:cNvPr>
          <p:cNvSpPr/>
          <p:nvPr userDrawn="1"/>
        </p:nvSpPr>
        <p:spPr>
          <a:xfrm>
            <a:off x="2247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pattern">
            <a:extLst>
              <a:ext uri="{FF2B5EF4-FFF2-40B4-BE49-F238E27FC236}">
                <a16:creationId xmlns:a16="http://schemas.microsoft.com/office/drawing/2014/main" id="{28618727-EFFD-3DFF-8F19-4715613818BC}"/>
              </a:ext>
            </a:extLst>
          </p:cNvPr>
          <p:cNvSpPr/>
          <p:nvPr userDrawn="1"/>
        </p:nvSpPr>
        <p:spPr>
          <a:xfrm>
            <a:off x="2438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attern">
            <a:extLst>
              <a:ext uri="{FF2B5EF4-FFF2-40B4-BE49-F238E27FC236}">
                <a16:creationId xmlns:a16="http://schemas.microsoft.com/office/drawing/2014/main" id="{E21713FD-E10C-A9A7-B17A-610580E29F07}"/>
              </a:ext>
            </a:extLst>
          </p:cNvPr>
          <p:cNvSpPr/>
          <p:nvPr userDrawn="1"/>
        </p:nvSpPr>
        <p:spPr>
          <a:xfrm>
            <a:off x="2628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attern">
            <a:extLst>
              <a:ext uri="{FF2B5EF4-FFF2-40B4-BE49-F238E27FC236}">
                <a16:creationId xmlns:a16="http://schemas.microsoft.com/office/drawing/2014/main" id="{C106F1CD-EF4F-6E52-2A1D-325A8D462F73}"/>
              </a:ext>
            </a:extLst>
          </p:cNvPr>
          <p:cNvSpPr/>
          <p:nvPr userDrawn="1"/>
        </p:nvSpPr>
        <p:spPr>
          <a:xfrm>
            <a:off x="2819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pattern">
            <a:extLst>
              <a:ext uri="{FF2B5EF4-FFF2-40B4-BE49-F238E27FC236}">
                <a16:creationId xmlns:a16="http://schemas.microsoft.com/office/drawing/2014/main" id="{120B35A7-586E-253D-8557-D07C4B868275}"/>
              </a:ext>
            </a:extLst>
          </p:cNvPr>
          <p:cNvSpPr/>
          <p:nvPr userDrawn="1"/>
        </p:nvSpPr>
        <p:spPr>
          <a:xfrm>
            <a:off x="3009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pattern">
            <a:extLst>
              <a:ext uri="{FF2B5EF4-FFF2-40B4-BE49-F238E27FC236}">
                <a16:creationId xmlns:a16="http://schemas.microsoft.com/office/drawing/2014/main" id="{385106DB-3D4E-491E-62C7-E8DB6CD32BBE}"/>
              </a:ext>
            </a:extLst>
          </p:cNvPr>
          <p:cNvSpPr/>
          <p:nvPr userDrawn="1"/>
        </p:nvSpPr>
        <p:spPr>
          <a:xfrm>
            <a:off x="3200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pattern">
            <a:extLst>
              <a:ext uri="{FF2B5EF4-FFF2-40B4-BE49-F238E27FC236}">
                <a16:creationId xmlns:a16="http://schemas.microsoft.com/office/drawing/2014/main" id="{21BBF887-C833-CC71-BEBE-E8C8D168B156}"/>
              </a:ext>
            </a:extLst>
          </p:cNvPr>
          <p:cNvSpPr/>
          <p:nvPr userDrawn="1"/>
        </p:nvSpPr>
        <p:spPr>
          <a:xfrm>
            <a:off x="3390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pattern">
            <a:extLst>
              <a:ext uri="{FF2B5EF4-FFF2-40B4-BE49-F238E27FC236}">
                <a16:creationId xmlns:a16="http://schemas.microsoft.com/office/drawing/2014/main" id="{71CDF262-CF13-F629-8E27-827CAB4ED9A5}"/>
              </a:ext>
            </a:extLst>
          </p:cNvPr>
          <p:cNvSpPr/>
          <p:nvPr userDrawn="1"/>
        </p:nvSpPr>
        <p:spPr>
          <a:xfrm>
            <a:off x="3581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pattern">
            <a:extLst>
              <a:ext uri="{FF2B5EF4-FFF2-40B4-BE49-F238E27FC236}">
                <a16:creationId xmlns:a16="http://schemas.microsoft.com/office/drawing/2014/main" id="{C62E9F4B-1C3B-8B7D-051F-C75C0955A662}"/>
              </a:ext>
            </a:extLst>
          </p:cNvPr>
          <p:cNvSpPr/>
          <p:nvPr userDrawn="1"/>
        </p:nvSpPr>
        <p:spPr>
          <a:xfrm>
            <a:off x="3771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pattern">
            <a:extLst>
              <a:ext uri="{FF2B5EF4-FFF2-40B4-BE49-F238E27FC236}">
                <a16:creationId xmlns:a16="http://schemas.microsoft.com/office/drawing/2014/main" id="{C3956FF8-1081-BF72-49FD-5E580135C2DA}"/>
              </a:ext>
            </a:extLst>
          </p:cNvPr>
          <p:cNvSpPr/>
          <p:nvPr userDrawn="1"/>
        </p:nvSpPr>
        <p:spPr>
          <a:xfrm>
            <a:off x="3962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pattern">
            <a:extLst>
              <a:ext uri="{FF2B5EF4-FFF2-40B4-BE49-F238E27FC236}">
                <a16:creationId xmlns:a16="http://schemas.microsoft.com/office/drawing/2014/main" id="{EA6C6927-42C6-75C3-55F8-82B6BD7E61BC}"/>
              </a:ext>
            </a:extLst>
          </p:cNvPr>
          <p:cNvSpPr/>
          <p:nvPr userDrawn="1"/>
        </p:nvSpPr>
        <p:spPr>
          <a:xfrm>
            <a:off x="4152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pattern">
            <a:extLst>
              <a:ext uri="{FF2B5EF4-FFF2-40B4-BE49-F238E27FC236}">
                <a16:creationId xmlns:a16="http://schemas.microsoft.com/office/drawing/2014/main" id="{6A881D36-0622-D4D1-A698-4B27F8BF52FE}"/>
              </a:ext>
            </a:extLst>
          </p:cNvPr>
          <p:cNvSpPr/>
          <p:nvPr userDrawn="1"/>
        </p:nvSpPr>
        <p:spPr>
          <a:xfrm>
            <a:off x="4343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pattern">
            <a:extLst>
              <a:ext uri="{FF2B5EF4-FFF2-40B4-BE49-F238E27FC236}">
                <a16:creationId xmlns:a16="http://schemas.microsoft.com/office/drawing/2014/main" id="{C54F087A-E7A1-EB01-94E0-556C18BDA2E1}"/>
              </a:ext>
            </a:extLst>
          </p:cNvPr>
          <p:cNvSpPr/>
          <p:nvPr userDrawn="1"/>
        </p:nvSpPr>
        <p:spPr>
          <a:xfrm>
            <a:off x="4533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pattern">
            <a:extLst>
              <a:ext uri="{FF2B5EF4-FFF2-40B4-BE49-F238E27FC236}">
                <a16:creationId xmlns:a16="http://schemas.microsoft.com/office/drawing/2014/main" id="{E18B277C-EB08-A3FD-6B52-B61752CE3B7F}"/>
              </a:ext>
            </a:extLst>
          </p:cNvPr>
          <p:cNvSpPr/>
          <p:nvPr userDrawn="1"/>
        </p:nvSpPr>
        <p:spPr>
          <a:xfrm>
            <a:off x="4724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pattern">
            <a:extLst>
              <a:ext uri="{FF2B5EF4-FFF2-40B4-BE49-F238E27FC236}">
                <a16:creationId xmlns:a16="http://schemas.microsoft.com/office/drawing/2014/main" id="{A09A4555-B7EF-3BF2-38A5-A46D3DC68C54}"/>
              </a:ext>
            </a:extLst>
          </p:cNvPr>
          <p:cNvSpPr/>
          <p:nvPr userDrawn="1"/>
        </p:nvSpPr>
        <p:spPr>
          <a:xfrm>
            <a:off x="4914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pattern">
            <a:extLst>
              <a:ext uri="{FF2B5EF4-FFF2-40B4-BE49-F238E27FC236}">
                <a16:creationId xmlns:a16="http://schemas.microsoft.com/office/drawing/2014/main" id="{D3121E89-C65C-8C0A-5E00-BFE8CDB797F9}"/>
              </a:ext>
            </a:extLst>
          </p:cNvPr>
          <p:cNvSpPr/>
          <p:nvPr userDrawn="1"/>
        </p:nvSpPr>
        <p:spPr>
          <a:xfrm>
            <a:off x="5105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pattern">
            <a:extLst>
              <a:ext uri="{FF2B5EF4-FFF2-40B4-BE49-F238E27FC236}">
                <a16:creationId xmlns:a16="http://schemas.microsoft.com/office/drawing/2014/main" id="{D7D5D412-DC15-A892-C8D2-FD3A17102167}"/>
              </a:ext>
            </a:extLst>
          </p:cNvPr>
          <p:cNvSpPr/>
          <p:nvPr userDrawn="1"/>
        </p:nvSpPr>
        <p:spPr>
          <a:xfrm>
            <a:off x="5295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pattern">
            <a:extLst>
              <a:ext uri="{FF2B5EF4-FFF2-40B4-BE49-F238E27FC236}">
                <a16:creationId xmlns:a16="http://schemas.microsoft.com/office/drawing/2014/main" id="{B4C1C963-FF30-6B7F-7DD3-E9E34A0F5570}"/>
              </a:ext>
            </a:extLst>
          </p:cNvPr>
          <p:cNvSpPr/>
          <p:nvPr userDrawn="1"/>
        </p:nvSpPr>
        <p:spPr>
          <a:xfrm>
            <a:off x="5486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pattern">
            <a:extLst>
              <a:ext uri="{FF2B5EF4-FFF2-40B4-BE49-F238E27FC236}">
                <a16:creationId xmlns:a16="http://schemas.microsoft.com/office/drawing/2014/main" id="{8962CF0B-20BE-6185-1212-54CECAD37717}"/>
              </a:ext>
            </a:extLst>
          </p:cNvPr>
          <p:cNvSpPr/>
          <p:nvPr userDrawn="1"/>
        </p:nvSpPr>
        <p:spPr>
          <a:xfrm>
            <a:off x="5676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attern">
            <a:extLst>
              <a:ext uri="{FF2B5EF4-FFF2-40B4-BE49-F238E27FC236}">
                <a16:creationId xmlns:a16="http://schemas.microsoft.com/office/drawing/2014/main" id="{7888BB8F-0AB6-D59D-A974-7D6ED20223DB}"/>
              </a:ext>
            </a:extLst>
          </p:cNvPr>
          <p:cNvSpPr/>
          <p:nvPr userDrawn="1"/>
        </p:nvSpPr>
        <p:spPr>
          <a:xfrm>
            <a:off x="5867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pattern">
            <a:extLst>
              <a:ext uri="{FF2B5EF4-FFF2-40B4-BE49-F238E27FC236}">
                <a16:creationId xmlns:a16="http://schemas.microsoft.com/office/drawing/2014/main" id="{8896BE7E-40AC-FB46-5BF0-D7C95DB02896}"/>
              </a:ext>
            </a:extLst>
          </p:cNvPr>
          <p:cNvSpPr/>
          <p:nvPr userDrawn="1"/>
        </p:nvSpPr>
        <p:spPr>
          <a:xfrm>
            <a:off x="6057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pattern">
            <a:extLst>
              <a:ext uri="{FF2B5EF4-FFF2-40B4-BE49-F238E27FC236}">
                <a16:creationId xmlns:a16="http://schemas.microsoft.com/office/drawing/2014/main" id="{EA298442-F65F-A2E8-D1BF-4A0C7D7A8B49}"/>
              </a:ext>
            </a:extLst>
          </p:cNvPr>
          <p:cNvSpPr/>
          <p:nvPr userDrawn="1"/>
        </p:nvSpPr>
        <p:spPr>
          <a:xfrm>
            <a:off x="6248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pattern">
            <a:extLst>
              <a:ext uri="{FF2B5EF4-FFF2-40B4-BE49-F238E27FC236}">
                <a16:creationId xmlns:a16="http://schemas.microsoft.com/office/drawing/2014/main" id="{BD32795E-9F8C-35B9-A847-1779F7EBAD0D}"/>
              </a:ext>
            </a:extLst>
          </p:cNvPr>
          <p:cNvSpPr/>
          <p:nvPr userDrawn="1"/>
        </p:nvSpPr>
        <p:spPr>
          <a:xfrm>
            <a:off x="6438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pattern">
            <a:extLst>
              <a:ext uri="{FF2B5EF4-FFF2-40B4-BE49-F238E27FC236}">
                <a16:creationId xmlns:a16="http://schemas.microsoft.com/office/drawing/2014/main" id="{E91FB005-5777-BA08-120F-D38B95DCD6DA}"/>
              </a:ext>
            </a:extLst>
          </p:cNvPr>
          <p:cNvSpPr/>
          <p:nvPr userDrawn="1"/>
        </p:nvSpPr>
        <p:spPr>
          <a:xfrm>
            <a:off x="6629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pattern">
            <a:extLst>
              <a:ext uri="{FF2B5EF4-FFF2-40B4-BE49-F238E27FC236}">
                <a16:creationId xmlns:a16="http://schemas.microsoft.com/office/drawing/2014/main" id="{F93EF362-173F-4313-6161-BB9338100A57}"/>
              </a:ext>
            </a:extLst>
          </p:cNvPr>
          <p:cNvSpPr/>
          <p:nvPr userDrawn="1"/>
        </p:nvSpPr>
        <p:spPr>
          <a:xfrm>
            <a:off x="6819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attern">
            <a:extLst>
              <a:ext uri="{FF2B5EF4-FFF2-40B4-BE49-F238E27FC236}">
                <a16:creationId xmlns:a16="http://schemas.microsoft.com/office/drawing/2014/main" id="{55A057A0-6684-3824-7365-DE351B11140C}"/>
              </a:ext>
            </a:extLst>
          </p:cNvPr>
          <p:cNvSpPr/>
          <p:nvPr userDrawn="1"/>
        </p:nvSpPr>
        <p:spPr>
          <a:xfrm>
            <a:off x="7010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pattern">
            <a:extLst>
              <a:ext uri="{FF2B5EF4-FFF2-40B4-BE49-F238E27FC236}">
                <a16:creationId xmlns:a16="http://schemas.microsoft.com/office/drawing/2014/main" id="{7A59EA8A-81AF-D531-B719-A67033A14257}"/>
              </a:ext>
            </a:extLst>
          </p:cNvPr>
          <p:cNvSpPr/>
          <p:nvPr userDrawn="1"/>
        </p:nvSpPr>
        <p:spPr>
          <a:xfrm>
            <a:off x="7200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pattern">
            <a:extLst>
              <a:ext uri="{FF2B5EF4-FFF2-40B4-BE49-F238E27FC236}">
                <a16:creationId xmlns:a16="http://schemas.microsoft.com/office/drawing/2014/main" id="{F6F769E4-C572-6C9D-0360-AAE22A5CB220}"/>
              </a:ext>
            </a:extLst>
          </p:cNvPr>
          <p:cNvSpPr/>
          <p:nvPr userDrawn="1"/>
        </p:nvSpPr>
        <p:spPr>
          <a:xfrm>
            <a:off x="7391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pattern">
            <a:extLst>
              <a:ext uri="{FF2B5EF4-FFF2-40B4-BE49-F238E27FC236}">
                <a16:creationId xmlns:a16="http://schemas.microsoft.com/office/drawing/2014/main" id="{0C7B1694-F5C6-7582-CA24-614DF093A173}"/>
              </a:ext>
            </a:extLst>
          </p:cNvPr>
          <p:cNvSpPr/>
          <p:nvPr userDrawn="1"/>
        </p:nvSpPr>
        <p:spPr>
          <a:xfrm>
            <a:off x="7581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pattern">
            <a:extLst>
              <a:ext uri="{FF2B5EF4-FFF2-40B4-BE49-F238E27FC236}">
                <a16:creationId xmlns:a16="http://schemas.microsoft.com/office/drawing/2014/main" id="{0C386FA1-9A65-E48C-B0F5-80C0111DFE9C}"/>
              </a:ext>
            </a:extLst>
          </p:cNvPr>
          <p:cNvSpPr/>
          <p:nvPr userDrawn="1"/>
        </p:nvSpPr>
        <p:spPr>
          <a:xfrm>
            <a:off x="7772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pattern">
            <a:extLst>
              <a:ext uri="{FF2B5EF4-FFF2-40B4-BE49-F238E27FC236}">
                <a16:creationId xmlns:a16="http://schemas.microsoft.com/office/drawing/2014/main" id="{A496B8FA-D08C-54BD-7F8B-636A11180880}"/>
              </a:ext>
            </a:extLst>
          </p:cNvPr>
          <p:cNvSpPr/>
          <p:nvPr userDrawn="1"/>
        </p:nvSpPr>
        <p:spPr>
          <a:xfrm>
            <a:off x="7962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pattern">
            <a:extLst>
              <a:ext uri="{FF2B5EF4-FFF2-40B4-BE49-F238E27FC236}">
                <a16:creationId xmlns:a16="http://schemas.microsoft.com/office/drawing/2014/main" id="{69966630-8050-1B37-02B5-7517D139F12C}"/>
              </a:ext>
            </a:extLst>
          </p:cNvPr>
          <p:cNvSpPr/>
          <p:nvPr userDrawn="1"/>
        </p:nvSpPr>
        <p:spPr>
          <a:xfrm>
            <a:off x="8153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pattern">
            <a:extLst>
              <a:ext uri="{FF2B5EF4-FFF2-40B4-BE49-F238E27FC236}">
                <a16:creationId xmlns:a16="http://schemas.microsoft.com/office/drawing/2014/main" id="{552D4AFF-5F73-8403-78FF-38BD9F3BC57D}"/>
              </a:ext>
            </a:extLst>
          </p:cNvPr>
          <p:cNvSpPr/>
          <p:nvPr userDrawn="1"/>
        </p:nvSpPr>
        <p:spPr>
          <a:xfrm>
            <a:off x="8343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pattern">
            <a:extLst>
              <a:ext uri="{FF2B5EF4-FFF2-40B4-BE49-F238E27FC236}">
                <a16:creationId xmlns:a16="http://schemas.microsoft.com/office/drawing/2014/main" id="{1B6EDCB3-DBD7-3694-DE6F-CB10CCEE63E9}"/>
              </a:ext>
            </a:extLst>
          </p:cNvPr>
          <p:cNvSpPr/>
          <p:nvPr userDrawn="1"/>
        </p:nvSpPr>
        <p:spPr>
          <a:xfrm>
            <a:off x="8534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pattern">
            <a:extLst>
              <a:ext uri="{FF2B5EF4-FFF2-40B4-BE49-F238E27FC236}">
                <a16:creationId xmlns:a16="http://schemas.microsoft.com/office/drawing/2014/main" id="{7E708AF7-53C1-7D73-6159-7646C268FB57}"/>
              </a:ext>
            </a:extLst>
          </p:cNvPr>
          <p:cNvSpPr/>
          <p:nvPr userDrawn="1"/>
        </p:nvSpPr>
        <p:spPr>
          <a:xfrm>
            <a:off x="8724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pattern">
            <a:extLst>
              <a:ext uri="{FF2B5EF4-FFF2-40B4-BE49-F238E27FC236}">
                <a16:creationId xmlns:a16="http://schemas.microsoft.com/office/drawing/2014/main" id="{AEDBE4DE-6E4C-74B2-9A65-FB8E7359D0D2}"/>
              </a:ext>
            </a:extLst>
          </p:cNvPr>
          <p:cNvSpPr/>
          <p:nvPr userDrawn="1"/>
        </p:nvSpPr>
        <p:spPr>
          <a:xfrm>
            <a:off x="8915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pattern">
            <a:extLst>
              <a:ext uri="{FF2B5EF4-FFF2-40B4-BE49-F238E27FC236}">
                <a16:creationId xmlns:a16="http://schemas.microsoft.com/office/drawing/2014/main" id="{1F97C2C6-24AD-BF7B-C824-FBE19B5E0859}"/>
              </a:ext>
            </a:extLst>
          </p:cNvPr>
          <p:cNvSpPr/>
          <p:nvPr userDrawn="1"/>
        </p:nvSpPr>
        <p:spPr>
          <a:xfrm>
            <a:off x="9105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pattern">
            <a:extLst>
              <a:ext uri="{FF2B5EF4-FFF2-40B4-BE49-F238E27FC236}">
                <a16:creationId xmlns:a16="http://schemas.microsoft.com/office/drawing/2014/main" id="{5C9DA924-F9A3-9FF6-2D16-6DC23BA2E4B3}"/>
              </a:ext>
            </a:extLst>
          </p:cNvPr>
          <p:cNvSpPr/>
          <p:nvPr userDrawn="1"/>
        </p:nvSpPr>
        <p:spPr>
          <a:xfrm>
            <a:off x="9296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pattern">
            <a:extLst>
              <a:ext uri="{FF2B5EF4-FFF2-40B4-BE49-F238E27FC236}">
                <a16:creationId xmlns:a16="http://schemas.microsoft.com/office/drawing/2014/main" id="{2C4EAFCD-D60C-8622-7BF7-80D2158C900D}"/>
              </a:ext>
            </a:extLst>
          </p:cNvPr>
          <p:cNvSpPr/>
          <p:nvPr userDrawn="1"/>
        </p:nvSpPr>
        <p:spPr>
          <a:xfrm>
            <a:off x="9486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pattern">
            <a:extLst>
              <a:ext uri="{FF2B5EF4-FFF2-40B4-BE49-F238E27FC236}">
                <a16:creationId xmlns:a16="http://schemas.microsoft.com/office/drawing/2014/main" id="{7F2ADCC7-542E-D9A4-D28D-9145022D8C48}"/>
              </a:ext>
            </a:extLst>
          </p:cNvPr>
          <p:cNvSpPr/>
          <p:nvPr userDrawn="1"/>
        </p:nvSpPr>
        <p:spPr>
          <a:xfrm>
            <a:off x="9677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pattern">
            <a:extLst>
              <a:ext uri="{FF2B5EF4-FFF2-40B4-BE49-F238E27FC236}">
                <a16:creationId xmlns:a16="http://schemas.microsoft.com/office/drawing/2014/main" id="{2E6AA026-0B1D-EDBE-04CD-3B25FC35490D}"/>
              </a:ext>
            </a:extLst>
          </p:cNvPr>
          <p:cNvSpPr/>
          <p:nvPr userDrawn="1"/>
        </p:nvSpPr>
        <p:spPr>
          <a:xfrm>
            <a:off x="9867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pattern">
            <a:extLst>
              <a:ext uri="{FF2B5EF4-FFF2-40B4-BE49-F238E27FC236}">
                <a16:creationId xmlns:a16="http://schemas.microsoft.com/office/drawing/2014/main" id="{E445C4A8-A059-82E3-F996-F48D9AC05D7E}"/>
              </a:ext>
            </a:extLst>
          </p:cNvPr>
          <p:cNvSpPr/>
          <p:nvPr userDrawn="1"/>
        </p:nvSpPr>
        <p:spPr>
          <a:xfrm>
            <a:off x="10058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pattern">
            <a:extLst>
              <a:ext uri="{FF2B5EF4-FFF2-40B4-BE49-F238E27FC236}">
                <a16:creationId xmlns:a16="http://schemas.microsoft.com/office/drawing/2014/main" id="{70B6384E-C6B4-B305-0BDD-3D8918A6D92D}"/>
              </a:ext>
            </a:extLst>
          </p:cNvPr>
          <p:cNvSpPr/>
          <p:nvPr userDrawn="1"/>
        </p:nvSpPr>
        <p:spPr>
          <a:xfrm>
            <a:off x="10248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pattern">
            <a:extLst>
              <a:ext uri="{FF2B5EF4-FFF2-40B4-BE49-F238E27FC236}">
                <a16:creationId xmlns:a16="http://schemas.microsoft.com/office/drawing/2014/main" id="{1A49E83C-09C9-9AAE-0AB7-F0350F22E5D8}"/>
              </a:ext>
            </a:extLst>
          </p:cNvPr>
          <p:cNvSpPr/>
          <p:nvPr userDrawn="1"/>
        </p:nvSpPr>
        <p:spPr>
          <a:xfrm>
            <a:off x="10439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pattern">
            <a:extLst>
              <a:ext uri="{FF2B5EF4-FFF2-40B4-BE49-F238E27FC236}">
                <a16:creationId xmlns:a16="http://schemas.microsoft.com/office/drawing/2014/main" id="{6E9B9F30-7995-D56B-FA39-B019E41CDA06}"/>
              </a:ext>
            </a:extLst>
          </p:cNvPr>
          <p:cNvSpPr/>
          <p:nvPr userDrawn="1"/>
        </p:nvSpPr>
        <p:spPr>
          <a:xfrm>
            <a:off x="10629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pattern">
            <a:extLst>
              <a:ext uri="{FF2B5EF4-FFF2-40B4-BE49-F238E27FC236}">
                <a16:creationId xmlns:a16="http://schemas.microsoft.com/office/drawing/2014/main" id="{49A34428-043B-4F74-40EF-C3021DEB9389}"/>
              </a:ext>
            </a:extLst>
          </p:cNvPr>
          <p:cNvSpPr/>
          <p:nvPr userDrawn="1"/>
        </p:nvSpPr>
        <p:spPr>
          <a:xfrm>
            <a:off x="10820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pattern">
            <a:extLst>
              <a:ext uri="{FF2B5EF4-FFF2-40B4-BE49-F238E27FC236}">
                <a16:creationId xmlns:a16="http://schemas.microsoft.com/office/drawing/2014/main" id="{120A5118-E63B-6154-535D-BCE9A9AA02B1}"/>
              </a:ext>
            </a:extLst>
          </p:cNvPr>
          <p:cNvSpPr/>
          <p:nvPr userDrawn="1"/>
        </p:nvSpPr>
        <p:spPr>
          <a:xfrm>
            <a:off x="11010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pattern">
            <a:extLst>
              <a:ext uri="{FF2B5EF4-FFF2-40B4-BE49-F238E27FC236}">
                <a16:creationId xmlns:a16="http://schemas.microsoft.com/office/drawing/2014/main" id="{B5DE2516-0044-8378-CB70-D29DF24BAF09}"/>
              </a:ext>
            </a:extLst>
          </p:cNvPr>
          <p:cNvSpPr/>
          <p:nvPr userDrawn="1"/>
        </p:nvSpPr>
        <p:spPr>
          <a:xfrm>
            <a:off x="11201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pattern">
            <a:extLst>
              <a:ext uri="{FF2B5EF4-FFF2-40B4-BE49-F238E27FC236}">
                <a16:creationId xmlns:a16="http://schemas.microsoft.com/office/drawing/2014/main" id="{6ECDE149-A91B-FA35-8968-894672AE7BDC}"/>
              </a:ext>
            </a:extLst>
          </p:cNvPr>
          <p:cNvSpPr/>
          <p:nvPr userDrawn="1"/>
        </p:nvSpPr>
        <p:spPr>
          <a:xfrm>
            <a:off x="11391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pattern">
            <a:extLst>
              <a:ext uri="{FF2B5EF4-FFF2-40B4-BE49-F238E27FC236}">
                <a16:creationId xmlns:a16="http://schemas.microsoft.com/office/drawing/2014/main" id="{C79686B2-17D6-0A55-C9B6-97D4764C8808}"/>
              </a:ext>
            </a:extLst>
          </p:cNvPr>
          <p:cNvSpPr/>
          <p:nvPr userDrawn="1"/>
        </p:nvSpPr>
        <p:spPr>
          <a:xfrm>
            <a:off x="11582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pattern">
            <a:extLst>
              <a:ext uri="{FF2B5EF4-FFF2-40B4-BE49-F238E27FC236}">
                <a16:creationId xmlns:a16="http://schemas.microsoft.com/office/drawing/2014/main" id="{68C3FE08-65E1-5967-3A26-40C27F69DAA5}"/>
              </a:ext>
            </a:extLst>
          </p:cNvPr>
          <p:cNvSpPr/>
          <p:nvPr userDrawn="1"/>
        </p:nvSpPr>
        <p:spPr>
          <a:xfrm>
            <a:off x="11772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pattern">
            <a:extLst>
              <a:ext uri="{FF2B5EF4-FFF2-40B4-BE49-F238E27FC236}">
                <a16:creationId xmlns:a16="http://schemas.microsoft.com/office/drawing/2014/main" id="{2CAB88FB-946A-F2DA-F5F4-4C55DAA6FC47}"/>
              </a:ext>
            </a:extLst>
          </p:cNvPr>
          <p:cNvSpPr/>
          <p:nvPr userDrawn="1"/>
        </p:nvSpPr>
        <p:spPr>
          <a:xfrm>
            <a:off x="119634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pattern">
            <a:extLst>
              <a:ext uri="{FF2B5EF4-FFF2-40B4-BE49-F238E27FC236}">
                <a16:creationId xmlns:a16="http://schemas.microsoft.com/office/drawing/2014/main" id="{926C13FE-F558-2A05-5E57-8A8B6847860C}"/>
              </a:ext>
            </a:extLst>
          </p:cNvPr>
          <p:cNvSpPr/>
          <p:nvPr userDrawn="1"/>
        </p:nvSpPr>
        <p:spPr>
          <a:xfrm>
            <a:off x="12153900" y="62738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pattern">
            <a:extLst>
              <a:ext uri="{FF2B5EF4-FFF2-40B4-BE49-F238E27FC236}">
                <a16:creationId xmlns:a16="http://schemas.microsoft.com/office/drawing/2014/main" id="{C0165CDE-74F3-FE68-14BB-5C26C07C66C8}"/>
              </a:ext>
            </a:extLst>
          </p:cNvPr>
          <p:cNvSpPr/>
          <p:nvPr userDrawn="1"/>
        </p:nvSpPr>
        <p:spPr>
          <a:xfrm>
            <a:off x="247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pattern">
            <a:extLst>
              <a:ext uri="{FF2B5EF4-FFF2-40B4-BE49-F238E27FC236}">
                <a16:creationId xmlns:a16="http://schemas.microsoft.com/office/drawing/2014/main" id="{CB45BA18-9322-E3DA-EDFF-54FB38B0C146}"/>
              </a:ext>
            </a:extLst>
          </p:cNvPr>
          <p:cNvSpPr/>
          <p:nvPr userDrawn="1"/>
        </p:nvSpPr>
        <p:spPr>
          <a:xfrm>
            <a:off x="438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pattern">
            <a:extLst>
              <a:ext uri="{FF2B5EF4-FFF2-40B4-BE49-F238E27FC236}">
                <a16:creationId xmlns:a16="http://schemas.microsoft.com/office/drawing/2014/main" id="{C600C2AE-602B-FB25-31AD-F335C6A6CE8C}"/>
              </a:ext>
            </a:extLst>
          </p:cNvPr>
          <p:cNvSpPr/>
          <p:nvPr userDrawn="1"/>
        </p:nvSpPr>
        <p:spPr>
          <a:xfrm>
            <a:off x="628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pattern">
            <a:extLst>
              <a:ext uri="{FF2B5EF4-FFF2-40B4-BE49-F238E27FC236}">
                <a16:creationId xmlns:a16="http://schemas.microsoft.com/office/drawing/2014/main" id="{9ECBF463-2192-E18B-2B7E-0BE179B1B803}"/>
              </a:ext>
            </a:extLst>
          </p:cNvPr>
          <p:cNvSpPr/>
          <p:nvPr userDrawn="1"/>
        </p:nvSpPr>
        <p:spPr>
          <a:xfrm>
            <a:off x="819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pattern">
            <a:extLst>
              <a:ext uri="{FF2B5EF4-FFF2-40B4-BE49-F238E27FC236}">
                <a16:creationId xmlns:a16="http://schemas.microsoft.com/office/drawing/2014/main" id="{98FC7B79-08C7-F5AC-FBE4-B8962BF6F8EA}"/>
              </a:ext>
            </a:extLst>
          </p:cNvPr>
          <p:cNvSpPr/>
          <p:nvPr userDrawn="1"/>
        </p:nvSpPr>
        <p:spPr>
          <a:xfrm>
            <a:off x="1009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pattern">
            <a:extLst>
              <a:ext uri="{FF2B5EF4-FFF2-40B4-BE49-F238E27FC236}">
                <a16:creationId xmlns:a16="http://schemas.microsoft.com/office/drawing/2014/main" id="{00588A35-6C7F-CF17-3ABA-8F8EB2CB87D5}"/>
              </a:ext>
            </a:extLst>
          </p:cNvPr>
          <p:cNvSpPr/>
          <p:nvPr userDrawn="1"/>
        </p:nvSpPr>
        <p:spPr>
          <a:xfrm>
            <a:off x="1200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pattern">
            <a:extLst>
              <a:ext uri="{FF2B5EF4-FFF2-40B4-BE49-F238E27FC236}">
                <a16:creationId xmlns:a16="http://schemas.microsoft.com/office/drawing/2014/main" id="{BA219AD9-AFF0-7980-ECCA-B202A9BF412F}"/>
              </a:ext>
            </a:extLst>
          </p:cNvPr>
          <p:cNvSpPr/>
          <p:nvPr userDrawn="1"/>
        </p:nvSpPr>
        <p:spPr>
          <a:xfrm>
            <a:off x="1390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pattern">
            <a:extLst>
              <a:ext uri="{FF2B5EF4-FFF2-40B4-BE49-F238E27FC236}">
                <a16:creationId xmlns:a16="http://schemas.microsoft.com/office/drawing/2014/main" id="{7870AC1E-0D8C-87E0-8748-98D441856886}"/>
              </a:ext>
            </a:extLst>
          </p:cNvPr>
          <p:cNvSpPr/>
          <p:nvPr userDrawn="1"/>
        </p:nvSpPr>
        <p:spPr>
          <a:xfrm>
            <a:off x="1581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pattern">
            <a:extLst>
              <a:ext uri="{FF2B5EF4-FFF2-40B4-BE49-F238E27FC236}">
                <a16:creationId xmlns:a16="http://schemas.microsoft.com/office/drawing/2014/main" id="{9DC583FF-8B1B-7BA0-2E06-15DD0F07BAAD}"/>
              </a:ext>
            </a:extLst>
          </p:cNvPr>
          <p:cNvSpPr/>
          <p:nvPr userDrawn="1"/>
        </p:nvSpPr>
        <p:spPr>
          <a:xfrm>
            <a:off x="1771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pattern">
            <a:extLst>
              <a:ext uri="{FF2B5EF4-FFF2-40B4-BE49-F238E27FC236}">
                <a16:creationId xmlns:a16="http://schemas.microsoft.com/office/drawing/2014/main" id="{920D0CDE-7D97-7F74-8BEF-C1B13A77BEBA}"/>
              </a:ext>
            </a:extLst>
          </p:cNvPr>
          <p:cNvSpPr/>
          <p:nvPr userDrawn="1"/>
        </p:nvSpPr>
        <p:spPr>
          <a:xfrm>
            <a:off x="1962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pattern">
            <a:extLst>
              <a:ext uri="{FF2B5EF4-FFF2-40B4-BE49-F238E27FC236}">
                <a16:creationId xmlns:a16="http://schemas.microsoft.com/office/drawing/2014/main" id="{5746888B-DFD6-2BE5-1838-7C22C49EC2CD}"/>
              </a:ext>
            </a:extLst>
          </p:cNvPr>
          <p:cNvSpPr/>
          <p:nvPr userDrawn="1"/>
        </p:nvSpPr>
        <p:spPr>
          <a:xfrm>
            <a:off x="2152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pattern">
            <a:extLst>
              <a:ext uri="{FF2B5EF4-FFF2-40B4-BE49-F238E27FC236}">
                <a16:creationId xmlns:a16="http://schemas.microsoft.com/office/drawing/2014/main" id="{7430E0D0-262B-E94E-715C-EB7A1404990B}"/>
              </a:ext>
            </a:extLst>
          </p:cNvPr>
          <p:cNvSpPr/>
          <p:nvPr userDrawn="1"/>
        </p:nvSpPr>
        <p:spPr>
          <a:xfrm>
            <a:off x="2343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pattern">
            <a:extLst>
              <a:ext uri="{FF2B5EF4-FFF2-40B4-BE49-F238E27FC236}">
                <a16:creationId xmlns:a16="http://schemas.microsoft.com/office/drawing/2014/main" id="{7914F503-A70D-3FDD-1C48-FD0902E89770}"/>
              </a:ext>
            </a:extLst>
          </p:cNvPr>
          <p:cNvSpPr/>
          <p:nvPr userDrawn="1"/>
        </p:nvSpPr>
        <p:spPr>
          <a:xfrm>
            <a:off x="2533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pattern">
            <a:extLst>
              <a:ext uri="{FF2B5EF4-FFF2-40B4-BE49-F238E27FC236}">
                <a16:creationId xmlns:a16="http://schemas.microsoft.com/office/drawing/2014/main" id="{83491B2E-6A4F-A28F-174F-AECA6620FD4B}"/>
              </a:ext>
            </a:extLst>
          </p:cNvPr>
          <p:cNvSpPr/>
          <p:nvPr userDrawn="1"/>
        </p:nvSpPr>
        <p:spPr>
          <a:xfrm>
            <a:off x="2724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pattern">
            <a:extLst>
              <a:ext uri="{FF2B5EF4-FFF2-40B4-BE49-F238E27FC236}">
                <a16:creationId xmlns:a16="http://schemas.microsoft.com/office/drawing/2014/main" id="{EB6C70A3-7DDA-E35D-5AED-711307889196}"/>
              </a:ext>
            </a:extLst>
          </p:cNvPr>
          <p:cNvSpPr/>
          <p:nvPr userDrawn="1"/>
        </p:nvSpPr>
        <p:spPr>
          <a:xfrm>
            <a:off x="2914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pattern">
            <a:extLst>
              <a:ext uri="{FF2B5EF4-FFF2-40B4-BE49-F238E27FC236}">
                <a16:creationId xmlns:a16="http://schemas.microsoft.com/office/drawing/2014/main" id="{E0169BFB-4B93-05F6-4631-44B3D2DDD74A}"/>
              </a:ext>
            </a:extLst>
          </p:cNvPr>
          <p:cNvSpPr/>
          <p:nvPr userDrawn="1"/>
        </p:nvSpPr>
        <p:spPr>
          <a:xfrm>
            <a:off x="3105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pattern">
            <a:extLst>
              <a:ext uri="{FF2B5EF4-FFF2-40B4-BE49-F238E27FC236}">
                <a16:creationId xmlns:a16="http://schemas.microsoft.com/office/drawing/2014/main" id="{FDFE8CA5-3312-B513-95DD-78C578AF73D0}"/>
              </a:ext>
            </a:extLst>
          </p:cNvPr>
          <p:cNvSpPr/>
          <p:nvPr userDrawn="1"/>
        </p:nvSpPr>
        <p:spPr>
          <a:xfrm>
            <a:off x="3295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pattern">
            <a:extLst>
              <a:ext uri="{FF2B5EF4-FFF2-40B4-BE49-F238E27FC236}">
                <a16:creationId xmlns:a16="http://schemas.microsoft.com/office/drawing/2014/main" id="{19919B6B-C409-35CC-1F1F-D84C1D8FEFF2}"/>
              </a:ext>
            </a:extLst>
          </p:cNvPr>
          <p:cNvSpPr/>
          <p:nvPr userDrawn="1"/>
        </p:nvSpPr>
        <p:spPr>
          <a:xfrm>
            <a:off x="3486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pattern">
            <a:extLst>
              <a:ext uri="{FF2B5EF4-FFF2-40B4-BE49-F238E27FC236}">
                <a16:creationId xmlns:a16="http://schemas.microsoft.com/office/drawing/2014/main" id="{EE038F0B-7AD6-4E44-1A23-F32772CF9CB3}"/>
              </a:ext>
            </a:extLst>
          </p:cNvPr>
          <p:cNvSpPr/>
          <p:nvPr userDrawn="1"/>
        </p:nvSpPr>
        <p:spPr>
          <a:xfrm>
            <a:off x="3676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pattern">
            <a:extLst>
              <a:ext uri="{FF2B5EF4-FFF2-40B4-BE49-F238E27FC236}">
                <a16:creationId xmlns:a16="http://schemas.microsoft.com/office/drawing/2014/main" id="{C2D1C170-74CE-5DEE-64F9-179D9DAF7122}"/>
              </a:ext>
            </a:extLst>
          </p:cNvPr>
          <p:cNvSpPr/>
          <p:nvPr userDrawn="1"/>
        </p:nvSpPr>
        <p:spPr>
          <a:xfrm>
            <a:off x="3867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pattern">
            <a:extLst>
              <a:ext uri="{FF2B5EF4-FFF2-40B4-BE49-F238E27FC236}">
                <a16:creationId xmlns:a16="http://schemas.microsoft.com/office/drawing/2014/main" id="{D903CB17-6EA3-A8B3-1091-F922D5FECDC6}"/>
              </a:ext>
            </a:extLst>
          </p:cNvPr>
          <p:cNvSpPr/>
          <p:nvPr userDrawn="1"/>
        </p:nvSpPr>
        <p:spPr>
          <a:xfrm>
            <a:off x="4057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pattern">
            <a:extLst>
              <a:ext uri="{FF2B5EF4-FFF2-40B4-BE49-F238E27FC236}">
                <a16:creationId xmlns:a16="http://schemas.microsoft.com/office/drawing/2014/main" id="{E538D1F8-5E0E-C00F-A560-7AD6A1C072DA}"/>
              </a:ext>
            </a:extLst>
          </p:cNvPr>
          <p:cNvSpPr/>
          <p:nvPr userDrawn="1"/>
        </p:nvSpPr>
        <p:spPr>
          <a:xfrm>
            <a:off x="4248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pattern">
            <a:extLst>
              <a:ext uri="{FF2B5EF4-FFF2-40B4-BE49-F238E27FC236}">
                <a16:creationId xmlns:a16="http://schemas.microsoft.com/office/drawing/2014/main" id="{EEEEBA4A-9DE3-4A95-A4C7-E9EAC6B10492}"/>
              </a:ext>
            </a:extLst>
          </p:cNvPr>
          <p:cNvSpPr/>
          <p:nvPr userDrawn="1"/>
        </p:nvSpPr>
        <p:spPr>
          <a:xfrm>
            <a:off x="4438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pattern">
            <a:extLst>
              <a:ext uri="{FF2B5EF4-FFF2-40B4-BE49-F238E27FC236}">
                <a16:creationId xmlns:a16="http://schemas.microsoft.com/office/drawing/2014/main" id="{3A43E359-F8F7-AF59-612C-714C247C9E05}"/>
              </a:ext>
            </a:extLst>
          </p:cNvPr>
          <p:cNvSpPr/>
          <p:nvPr userDrawn="1"/>
        </p:nvSpPr>
        <p:spPr>
          <a:xfrm>
            <a:off x="4629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pattern">
            <a:extLst>
              <a:ext uri="{FF2B5EF4-FFF2-40B4-BE49-F238E27FC236}">
                <a16:creationId xmlns:a16="http://schemas.microsoft.com/office/drawing/2014/main" id="{FDBDA16B-AF2F-7FE2-5B68-4827AE9F476F}"/>
              </a:ext>
            </a:extLst>
          </p:cNvPr>
          <p:cNvSpPr/>
          <p:nvPr userDrawn="1"/>
        </p:nvSpPr>
        <p:spPr>
          <a:xfrm>
            <a:off x="4819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pattern">
            <a:extLst>
              <a:ext uri="{FF2B5EF4-FFF2-40B4-BE49-F238E27FC236}">
                <a16:creationId xmlns:a16="http://schemas.microsoft.com/office/drawing/2014/main" id="{8CA0DE66-8991-5E20-BF4B-85CC45E000F7}"/>
              </a:ext>
            </a:extLst>
          </p:cNvPr>
          <p:cNvSpPr/>
          <p:nvPr userDrawn="1"/>
        </p:nvSpPr>
        <p:spPr>
          <a:xfrm>
            <a:off x="5010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pattern">
            <a:extLst>
              <a:ext uri="{FF2B5EF4-FFF2-40B4-BE49-F238E27FC236}">
                <a16:creationId xmlns:a16="http://schemas.microsoft.com/office/drawing/2014/main" id="{DD139B2B-6D74-6F52-6353-DFC894935C6C}"/>
              </a:ext>
            </a:extLst>
          </p:cNvPr>
          <p:cNvSpPr/>
          <p:nvPr userDrawn="1"/>
        </p:nvSpPr>
        <p:spPr>
          <a:xfrm>
            <a:off x="5200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pattern">
            <a:extLst>
              <a:ext uri="{FF2B5EF4-FFF2-40B4-BE49-F238E27FC236}">
                <a16:creationId xmlns:a16="http://schemas.microsoft.com/office/drawing/2014/main" id="{339C4164-712F-E0F6-77B2-B443599B1FB7}"/>
              </a:ext>
            </a:extLst>
          </p:cNvPr>
          <p:cNvSpPr/>
          <p:nvPr userDrawn="1"/>
        </p:nvSpPr>
        <p:spPr>
          <a:xfrm>
            <a:off x="5391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pattern">
            <a:extLst>
              <a:ext uri="{FF2B5EF4-FFF2-40B4-BE49-F238E27FC236}">
                <a16:creationId xmlns:a16="http://schemas.microsoft.com/office/drawing/2014/main" id="{6D5A86BC-14A7-9510-E964-591E85BABBDD}"/>
              </a:ext>
            </a:extLst>
          </p:cNvPr>
          <p:cNvSpPr/>
          <p:nvPr userDrawn="1"/>
        </p:nvSpPr>
        <p:spPr>
          <a:xfrm>
            <a:off x="5581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pattern">
            <a:extLst>
              <a:ext uri="{FF2B5EF4-FFF2-40B4-BE49-F238E27FC236}">
                <a16:creationId xmlns:a16="http://schemas.microsoft.com/office/drawing/2014/main" id="{ADEF08D3-F98B-2FF8-C037-27B2A5D7C4AE}"/>
              </a:ext>
            </a:extLst>
          </p:cNvPr>
          <p:cNvSpPr/>
          <p:nvPr userDrawn="1"/>
        </p:nvSpPr>
        <p:spPr>
          <a:xfrm>
            <a:off x="5772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pattern">
            <a:extLst>
              <a:ext uri="{FF2B5EF4-FFF2-40B4-BE49-F238E27FC236}">
                <a16:creationId xmlns:a16="http://schemas.microsoft.com/office/drawing/2014/main" id="{612301DC-A8D8-1CE8-2AE4-35557E88B84C}"/>
              </a:ext>
            </a:extLst>
          </p:cNvPr>
          <p:cNvSpPr/>
          <p:nvPr userDrawn="1"/>
        </p:nvSpPr>
        <p:spPr>
          <a:xfrm>
            <a:off x="5962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pattern">
            <a:extLst>
              <a:ext uri="{FF2B5EF4-FFF2-40B4-BE49-F238E27FC236}">
                <a16:creationId xmlns:a16="http://schemas.microsoft.com/office/drawing/2014/main" id="{07ACB345-156E-A40C-2D29-5DE153BFE2DD}"/>
              </a:ext>
            </a:extLst>
          </p:cNvPr>
          <p:cNvSpPr/>
          <p:nvPr userDrawn="1"/>
        </p:nvSpPr>
        <p:spPr>
          <a:xfrm>
            <a:off x="6153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pattern">
            <a:extLst>
              <a:ext uri="{FF2B5EF4-FFF2-40B4-BE49-F238E27FC236}">
                <a16:creationId xmlns:a16="http://schemas.microsoft.com/office/drawing/2014/main" id="{DC90F5C1-C3AB-0660-44CD-4BA9E9DA0A58}"/>
              </a:ext>
            </a:extLst>
          </p:cNvPr>
          <p:cNvSpPr/>
          <p:nvPr userDrawn="1"/>
        </p:nvSpPr>
        <p:spPr>
          <a:xfrm>
            <a:off x="6343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pattern">
            <a:extLst>
              <a:ext uri="{FF2B5EF4-FFF2-40B4-BE49-F238E27FC236}">
                <a16:creationId xmlns:a16="http://schemas.microsoft.com/office/drawing/2014/main" id="{E1F22995-0947-8780-C51F-564EB69085D7}"/>
              </a:ext>
            </a:extLst>
          </p:cNvPr>
          <p:cNvSpPr/>
          <p:nvPr userDrawn="1"/>
        </p:nvSpPr>
        <p:spPr>
          <a:xfrm>
            <a:off x="6534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pattern">
            <a:extLst>
              <a:ext uri="{FF2B5EF4-FFF2-40B4-BE49-F238E27FC236}">
                <a16:creationId xmlns:a16="http://schemas.microsoft.com/office/drawing/2014/main" id="{5B546A8A-10F1-5E6E-DA55-B1C2FB5A9C12}"/>
              </a:ext>
            </a:extLst>
          </p:cNvPr>
          <p:cNvSpPr/>
          <p:nvPr userDrawn="1"/>
        </p:nvSpPr>
        <p:spPr>
          <a:xfrm>
            <a:off x="6724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pattern">
            <a:extLst>
              <a:ext uri="{FF2B5EF4-FFF2-40B4-BE49-F238E27FC236}">
                <a16:creationId xmlns:a16="http://schemas.microsoft.com/office/drawing/2014/main" id="{30705A6A-F701-0C36-3CF4-5FE2853B2053}"/>
              </a:ext>
            </a:extLst>
          </p:cNvPr>
          <p:cNvSpPr/>
          <p:nvPr userDrawn="1"/>
        </p:nvSpPr>
        <p:spPr>
          <a:xfrm>
            <a:off x="6915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pattern">
            <a:extLst>
              <a:ext uri="{FF2B5EF4-FFF2-40B4-BE49-F238E27FC236}">
                <a16:creationId xmlns:a16="http://schemas.microsoft.com/office/drawing/2014/main" id="{715E2562-7DF5-50A9-1623-5436F52FF4FC}"/>
              </a:ext>
            </a:extLst>
          </p:cNvPr>
          <p:cNvSpPr/>
          <p:nvPr userDrawn="1"/>
        </p:nvSpPr>
        <p:spPr>
          <a:xfrm>
            <a:off x="7105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pattern">
            <a:extLst>
              <a:ext uri="{FF2B5EF4-FFF2-40B4-BE49-F238E27FC236}">
                <a16:creationId xmlns:a16="http://schemas.microsoft.com/office/drawing/2014/main" id="{AF975666-489F-F088-F53F-10BB5F9D9242}"/>
              </a:ext>
            </a:extLst>
          </p:cNvPr>
          <p:cNvSpPr/>
          <p:nvPr userDrawn="1"/>
        </p:nvSpPr>
        <p:spPr>
          <a:xfrm>
            <a:off x="7296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pattern">
            <a:extLst>
              <a:ext uri="{FF2B5EF4-FFF2-40B4-BE49-F238E27FC236}">
                <a16:creationId xmlns:a16="http://schemas.microsoft.com/office/drawing/2014/main" id="{A7A3D2D3-CA76-317A-3685-07A77B1CAE2A}"/>
              </a:ext>
            </a:extLst>
          </p:cNvPr>
          <p:cNvSpPr/>
          <p:nvPr userDrawn="1"/>
        </p:nvSpPr>
        <p:spPr>
          <a:xfrm>
            <a:off x="7486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pattern">
            <a:extLst>
              <a:ext uri="{FF2B5EF4-FFF2-40B4-BE49-F238E27FC236}">
                <a16:creationId xmlns:a16="http://schemas.microsoft.com/office/drawing/2014/main" id="{79EAAF1E-B1BA-C6CD-DAE9-481C8BDA1F60}"/>
              </a:ext>
            </a:extLst>
          </p:cNvPr>
          <p:cNvSpPr/>
          <p:nvPr userDrawn="1"/>
        </p:nvSpPr>
        <p:spPr>
          <a:xfrm>
            <a:off x="7677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pattern">
            <a:extLst>
              <a:ext uri="{FF2B5EF4-FFF2-40B4-BE49-F238E27FC236}">
                <a16:creationId xmlns:a16="http://schemas.microsoft.com/office/drawing/2014/main" id="{2C47B2CC-3F1D-076F-2A36-2FC93D82A696}"/>
              </a:ext>
            </a:extLst>
          </p:cNvPr>
          <p:cNvSpPr/>
          <p:nvPr userDrawn="1"/>
        </p:nvSpPr>
        <p:spPr>
          <a:xfrm>
            <a:off x="7867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pattern">
            <a:extLst>
              <a:ext uri="{FF2B5EF4-FFF2-40B4-BE49-F238E27FC236}">
                <a16:creationId xmlns:a16="http://schemas.microsoft.com/office/drawing/2014/main" id="{D93C2575-44D6-792C-38F5-628E51352DAA}"/>
              </a:ext>
            </a:extLst>
          </p:cNvPr>
          <p:cNvSpPr/>
          <p:nvPr userDrawn="1"/>
        </p:nvSpPr>
        <p:spPr>
          <a:xfrm>
            <a:off x="8058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pattern">
            <a:extLst>
              <a:ext uri="{FF2B5EF4-FFF2-40B4-BE49-F238E27FC236}">
                <a16:creationId xmlns:a16="http://schemas.microsoft.com/office/drawing/2014/main" id="{0D4936D7-A69B-C17A-695E-DADC77E5F3B7}"/>
              </a:ext>
            </a:extLst>
          </p:cNvPr>
          <p:cNvSpPr/>
          <p:nvPr userDrawn="1"/>
        </p:nvSpPr>
        <p:spPr>
          <a:xfrm>
            <a:off x="8248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pattern">
            <a:extLst>
              <a:ext uri="{FF2B5EF4-FFF2-40B4-BE49-F238E27FC236}">
                <a16:creationId xmlns:a16="http://schemas.microsoft.com/office/drawing/2014/main" id="{01ABDC72-FA84-0D33-63CF-40F0A1048C72}"/>
              </a:ext>
            </a:extLst>
          </p:cNvPr>
          <p:cNvSpPr/>
          <p:nvPr userDrawn="1"/>
        </p:nvSpPr>
        <p:spPr>
          <a:xfrm>
            <a:off x="8439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pattern">
            <a:extLst>
              <a:ext uri="{FF2B5EF4-FFF2-40B4-BE49-F238E27FC236}">
                <a16:creationId xmlns:a16="http://schemas.microsoft.com/office/drawing/2014/main" id="{D93F1AC6-D8FC-2C21-CB1B-06FCF04B3B78}"/>
              </a:ext>
            </a:extLst>
          </p:cNvPr>
          <p:cNvSpPr/>
          <p:nvPr userDrawn="1"/>
        </p:nvSpPr>
        <p:spPr>
          <a:xfrm>
            <a:off x="8629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pattern">
            <a:extLst>
              <a:ext uri="{FF2B5EF4-FFF2-40B4-BE49-F238E27FC236}">
                <a16:creationId xmlns:a16="http://schemas.microsoft.com/office/drawing/2014/main" id="{060466AD-89ED-31DC-B568-04D969F5FC92}"/>
              </a:ext>
            </a:extLst>
          </p:cNvPr>
          <p:cNvSpPr/>
          <p:nvPr userDrawn="1"/>
        </p:nvSpPr>
        <p:spPr>
          <a:xfrm>
            <a:off x="8820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pattern">
            <a:extLst>
              <a:ext uri="{FF2B5EF4-FFF2-40B4-BE49-F238E27FC236}">
                <a16:creationId xmlns:a16="http://schemas.microsoft.com/office/drawing/2014/main" id="{13612DBE-2C58-EF7C-EAFC-969F892E960A}"/>
              </a:ext>
            </a:extLst>
          </p:cNvPr>
          <p:cNvSpPr/>
          <p:nvPr userDrawn="1"/>
        </p:nvSpPr>
        <p:spPr>
          <a:xfrm>
            <a:off x="9010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pattern">
            <a:extLst>
              <a:ext uri="{FF2B5EF4-FFF2-40B4-BE49-F238E27FC236}">
                <a16:creationId xmlns:a16="http://schemas.microsoft.com/office/drawing/2014/main" id="{A158CB72-3547-881C-5772-97480DC02751}"/>
              </a:ext>
            </a:extLst>
          </p:cNvPr>
          <p:cNvSpPr/>
          <p:nvPr userDrawn="1"/>
        </p:nvSpPr>
        <p:spPr>
          <a:xfrm>
            <a:off x="9201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pattern">
            <a:extLst>
              <a:ext uri="{FF2B5EF4-FFF2-40B4-BE49-F238E27FC236}">
                <a16:creationId xmlns:a16="http://schemas.microsoft.com/office/drawing/2014/main" id="{45495684-907C-62A7-5321-72E08761B772}"/>
              </a:ext>
            </a:extLst>
          </p:cNvPr>
          <p:cNvSpPr/>
          <p:nvPr userDrawn="1"/>
        </p:nvSpPr>
        <p:spPr>
          <a:xfrm>
            <a:off x="9391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pattern">
            <a:extLst>
              <a:ext uri="{FF2B5EF4-FFF2-40B4-BE49-F238E27FC236}">
                <a16:creationId xmlns:a16="http://schemas.microsoft.com/office/drawing/2014/main" id="{11EEF196-9FCD-FB6B-EA0A-7B27529072BE}"/>
              </a:ext>
            </a:extLst>
          </p:cNvPr>
          <p:cNvSpPr/>
          <p:nvPr userDrawn="1"/>
        </p:nvSpPr>
        <p:spPr>
          <a:xfrm>
            <a:off x="9582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pattern">
            <a:extLst>
              <a:ext uri="{FF2B5EF4-FFF2-40B4-BE49-F238E27FC236}">
                <a16:creationId xmlns:a16="http://schemas.microsoft.com/office/drawing/2014/main" id="{94226140-EEEA-2B5D-8083-FD537B0E98C7}"/>
              </a:ext>
            </a:extLst>
          </p:cNvPr>
          <p:cNvSpPr/>
          <p:nvPr userDrawn="1"/>
        </p:nvSpPr>
        <p:spPr>
          <a:xfrm>
            <a:off x="9772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pattern">
            <a:extLst>
              <a:ext uri="{FF2B5EF4-FFF2-40B4-BE49-F238E27FC236}">
                <a16:creationId xmlns:a16="http://schemas.microsoft.com/office/drawing/2014/main" id="{430BD7BA-8F4F-D724-5735-4DAC3538F480}"/>
              </a:ext>
            </a:extLst>
          </p:cNvPr>
          <p:cNvSpPr/>
          <p:nvPr userDrawn="1"/>
        </p:nvSpPr>
        <p:spPr>
          <a:xfrm>
            <a:off x="9963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pattern">
            <a:extLst>
              <a:ext uri="{FF2B5EF4-FFF2-40B4-BE49-F238E27FC236}">
                <a16:creationId xmlns:a16="http://schemas.microsoft.com/office/drawing/2014/main" id="{B9C956A6-0D9F-B275-2312-B639B25F9A1A}"/>
              </a:ext>
            </a:extLst>
          </p:cNvPr>
          <p:cNvSpPr/>
          <p:nvPr userDrawn="1"/>
        </p:nvSpPr>
        <p:spPr>
          <a:xfrm>
            <a:off x="10153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pattern">
            <a:extLst>
              <a:ext uri="{FF2B5EF4-FFF2-40B4-BE49-F238E27FC236}">
                <a16:creationId xmlns:a16="http://schemas.microsoft.com/office/drawing/2014/main" id="{35B2A67A-DF2F-8141-6E95-A4BA37DD8091}"/>
              </a:ext>
            </a:extLst>
          </p:cNvPr>
          <p:cNvSpPr/>
          <p:nvPr userDrawn="1"/>
        </p:nvSpPr>
        <p:spPr>
          <a:xfrm>
            <a:off x="10344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pattern">
            <a:extLst>
              <a:ext uri="{FF2B5EF4-FFF2-40B4-BE49-F238E27FC236}">
                <a16:creationId xmlns:a16="http://schemas.microsoft.com/office/drawing/2014/main" id="{57FCCCCF-7A78-0855-E55B-25A04D1B03AA}"/>
              </a:ext>
            </a:extLst>
          </p:cNvPr>
          <p:cNvSpPr/>
          <p:nvPr userDrawn="1"/>
        </p:nvSpPr>
        <p:spPr>
          <a:xfrm>
            <a:off x="10534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pattern">
            <a:extLst>
              <a:ext uri="{FF2B5EF4-FFF2-40B4-BE49-F238E27FC236}">
                <a16:creationId xmlns:a16="http://schemas.microsoft.com/office/drawing/2014/main" id="{3D0A8640-513F-9742-C441-90BFBFECBE25}"/>
              </a:ext>
            </a:extLst>
          </p:cNvPr>
          <p:cNvSpPr/>
          <p:nvPr userDrawn="1"/>
        </p:nvSpPr>
        <p:spPr>
          <a:xfrm>
            <a:off x="10725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pattern">
            <a:extLst>
              <a:ext uri="{FF2B5EF4-FFF2-40B4-BE49-F238E27FC236}">
                <a16:creationId xmlns:a16="http://schemas.microsoft.com/office/drawing/2014/main" id="{6A22AD30-09BC-1A6B-5B68-CD6C6C79D56F}"/>
              </a:ext>
            </a:extLst>
          </p:cNvPr>
          <p:cNvSpPr/>
          <p:nvPr userDrawn="1"/>
        </p:nvSpPr>
        <p:spPr>
          <a:xfrm>
            <a:off x="10915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pattern">
            <a:extLst>
              <a:ext uri="{FF2B5EF4-FFF2-40B4-BE49-F238E27FC236}">
                <a16:creationId xmlns:a16="http://schemas.microsoft.com/office/drawing/2014/main" id="{EFD758B5-6D43-B5E3-078C-5B158D2B4D02}"/>
              </a:ext>
            </a:extLst>
          </p:cNvPr>
          <p:cNvSpPr/>
          <p:nvPr userDrawn="1"/>
        </p:nvSpPr>
        <p:spPr>
          <a:xfrm>
            <a:off x="11106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pattern">
            <a:extLst>
              <a:ext uri="{FF2B5EF4-FFF2-40B4-BE49-F238E27FC236}">
                <a16:creationId xmlns:a16="http://schemas.microsoft.com/office/drawing/2014/main" id="{7507BEAF-AD0A-9A94-BB03-7141D5F4EFFD}"/>
              </a:ext>
            </a:extLst>
          </p:cNvPr>
          <p:cNvSpPr/>
          <p:nvPr userDrawn="1"/>
        </p:nvSpPr>
        <p:spPr>
          <a:xfrm>
            <a:off x="11296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pattern">
            <a:extLst>
              <a:ext uri="{FF2B5EF4-FFF2-40B4-BE49-F238E27FC236}">
                <a16:creationId xmlns:a16="http://schemas.microsoft.com/office/drawing/2014/main" id="{8C4665BF-7D96-F39D-34FA-252C7BE78296}"/>
              </a:ext>
            </a:extLst>
          </p:cNvPr>
          <p:cNvSpPr/>
          <p:nvPr userDrawn="1"/>
        </p:nvSpPr>
        <p:spPr>
          <a:xfrm>
            <a:off x="11487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2" name="pattern">
            <a:extLst>
              <a:ext uri="{FF2B5EF4-FFF2-40B4-BE49-F238E27FC236}">
                <a16:creationId xmlns:a16="http://schemas.microsoft.com/office/drawing/2014/main" id="{DDA314C8-EC76-66E3-4351-82EEC04B1293}"/>
              </a:ext>
            </a:extLst>
          </p:cNvPr>
          <p:cNvSpPr/>
          <p:nvPr userDrawn="1"/>
        </p:nvSpPr>
        <p:spPr>
          <a:xfrm>
            <a:off x="11677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pattern">
            <a:extLst>
              <a:ext uri="{FF2B5EF4-FFF2-40B4-BE49-F238E27FC236}">
                <a16:creationId xmlns:a16="http://schemas.microsoft.com/office/drawing/2014/main" id="{4AE8C024-7740-29A3-B2E6-1E428A4CE682}"/>
              </a:ext>
            </a:extLst>
          </p:cNvPr>
          <p:cNvSpPr/>
          <p:nvPr userDrawn="1"/>
        </p:nvSpPr>
        <p:spPr>
          <a:xfrm>
            <a:off x="11868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pattern">
            <a:extLst>
              <a:ext uri="{FF2B5EF4-FFF2-40B4-BE49-F238E27FC236}">
                <a16:creationId xmlns:a16="http://schemas.microsoft.com/office/drawing/2014/main" id="{A37A14FF-0D0F-2715-E404-1994F5BAAEBA}"/>
              </a:ext>
            </a:extLst>
          </p:cNvPr>
          <p:cNvSpPr/>
          <p:nvPr userDrawn="1"/>
        </p:nvSpPr>
        <p:spPr>
          <a:xfrm>
            <a:off x="120586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pattern">
            <a:extLst>
              <a:ext uri="{FF2B5EF4-FFF2-40B4-BE49-F238E27FC236}">
                <a16:creationId xmlns:a16="http://schemas.microsoft.com/office/drawing/2014/main" id="{796F66A0-B59A-8CE3-6061-2FDD9F295F9D}"/>
              </a:ext>
            </a:extLst>
          </p:cNvPr>
          <p:cNvSpPr/>
          <p:nvPr userDrawn="1"/>
        </p:nvSpPr>
        <p:spPr>
          <a:xfrm>
            <a:off x="12249150" y="6451600"/>
            <a:ext cx="101600" cy="101600"/>
          </a:xfrm>
          <a:prstGeom prst="diamond">
            <a:avLst/>
          </a:prstGeom>
          <a:noFill/>
          <a:ln w="15875" cap="flat" cmpd="sng" algn="ctr">
            <a:solidFill>
              <a:srgbClr val="D99A19">
                <a:alpha val="22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99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closing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78603F49-99B6-5523-F55D-0B87EC251C0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072640" y="585216"/>
            <a:ext cx="8674100" cy="1499616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072640" y="6470704"/>
            <a:ext cx="1104900" cy="274320"/>
          </a:xfrm>
        </p:spPr>
        <p:txBody>
          <a:bodyPr/>
          <a:lstStyle/>
          <a:p>
            <a:fld id="{D8887631-421A-4B90-81F4-114CAE3EC1B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C083-285A-4D45-98F3-6009BB62C01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0089A524-F2D0-5727-A60B-7C1E4E25560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183814" y="2419022"/>
            <a:ext cx="2534764" cy="532083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AB0F9F3B-E5A8-11B0-A098-D317896248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07517" y="2419022"/>
            <a:ext cx="5825510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64D91349-A3D2-C5E4-4B67-8F2D4CBDF47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83814" y="3350167"/>
            <a:ext cx="2534764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35BAFBEA-696D-8463-D3DF-059BB193B13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07517" y="3350167"/>
            <a:ext cx="5825510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7BB491BA-F67C-AB9F-CDCE-790ED48ED47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83814" y="4281312"/>
            <a:ext cx="2534764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564C8F4C-3F53-0D97-45D3-DFB7C765D7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07517" y="4281312"/>
            <a:ext cx="5825510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4D4C7095-D671-64EA-EC8F-E2C156B37D9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183814" y="5212457"/>
            <a:ext cx="2534764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1CC551E1-D3F0-AA64-D86D-DE0BC0A881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07517" y="5212457"/>
            <a:ext cx="5825510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B5F5E7A2-DF62-2AE8-CBF4-081008AC445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072640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2002835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evidence_appendix: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3A6BA556-0BC7-6E28-E1D3-18121E21553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072640" y="585216"/>
            <a:ext cx="8674100" cy="1499616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072640" y="6470704"/>
            <a:ext cx="1104900" cy="274320"/>
          </a:xfrm>
        </p:spPr>
        <p:txBody>
          <a:bodyPr/>
          <a:lstStyle/>
          <a:p>
            <a:fld id="{D8887631-421A-4B90-81F4-114CAE3EC1B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C083-285A-4D45-98F3-6009BB62C01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502BC4DA-3574-4D47-66FC-90A489FA32E9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072640" y="2286000"/>
            <a:ext cx="8671561" cy="3591560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4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source">
            <a:extLst>
              <a:ext uri="{FF2B5EF4-FFF2-40B4-BE49-F238E27FC236}">
                <a16:creationId xmlns:a16="http://schemas.microsoft.com/office/drawing/2014/main" id="{A5E59367-109A-1329-93C8-4C4FA39A05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72640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6177578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executive_summary:grid-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8B2B5949-4562-5A7C-6B01-6312E93FBDB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072640" y="585216"/>
            <a:ext cx="8674100" cy="1499616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072640" y="6470704"/>
            <a:ext cx="1104900" cy="274320"/>
          </a:xfrm>
        </p:spPr>
        <p:txBody>
          <a:bodyPr/>
          <a:lstStyle/>
          <a:p>
            <a:fld id="{D8887631-421A-4B90-81F4-114CAE3EC1B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C083-285A-4D45-98F3-6009BB62C01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F8B8DCEC-A5D3-9D99-47E4-9E95168880FA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228283" y="2472230"/>
            <a:ext cx="3935555" cy="38732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334C697F-0F53-D125-B64A-38AA143F67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28284" y="2859554"/>
            <a:ext cx="3935555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23BE62A1-0220-89F4-14E0-C3F1893E1C7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53004" y="2472230"/>
            <a:ext cx="3935555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C7B78F10-8F04-2D56-0ED2-90A0073435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53004" y="2859554"/>
            <a:ext cx="3935555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9B709E6D-86D4-4B59-3E73-963445736CF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28284" y="4374427"/>
            <a:ext cx="3935555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706DBCB1-BA70-985F-0C28-89A0220FC4B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28284" y="4761750"/>
            <a:ext cx="3935555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CA1AD4C8-7B8A-6741-7E4F-9F0B6935875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53004" y="4374427"/>
            <a:ext cx="3935555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7F8FBD56-0433-2289-E1B2-7FAC932462E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53004" y="4761750"/>
            <a:ext cx="3935555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791E7608-CE8E-C8D0-9B2A-E38136BAB25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072640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838223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hero-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674BC3CE-0D70-438A-75C2-DFB3DEB65684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072640" y="585216"/>
            <a:ext cx="8674100" cy="1499616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072640" y="6470704"/>
            <a:ext cx="1104900" cy="274320"/>
          </a:xfrm>
        </p:spPr>
        <p:txBody>
          <a:bodyPr/>
          <a:lstStyle/>
          <a:p>
            <a:fld id="{D8887631-421A-4B90-81F4-114CAE3EC1B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C083-285A-4D45-98F3-6009BB62C01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5F33BDFE-F705-07F4-50B5-B47FBF3C1C6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622439" y="2824734"/>
            <a:ext cx="3121762" cy="2514092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EAB1FF35-EBC6-3E1E-00AC-6B69D8AEF6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72641" y="2286000"/>
            <a:ext cx="5202937" cy="230886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88FC4C86-7FAB-1176-6E16-EE6ED8B7C8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72641" y="4594860"/>
            <a:ext cx="5202937" cy="128270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source">
            <a:extLst>
              <a:ext uri="{FF2B5EF4-FFF2-40B4-BE49-F238E27FC236}">
                <a16:creationId xmlns:a16="http://schemas.microsoft.com/office/drawing/2014/main" id="{9B8FF99D-1F69-4526-63F6-EC052AECFB6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72640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5252942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b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2D588195-7175-7D33-319D-30E8BABDF12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072640" y="585216"/>
            <a:ext cx="8674100" cy="1499616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072640" y="6470704"/>
            <a:ext cx="1104900" cy="274320"/>
          </a:xfrm>
        </p:spPr>
        <p:txBody>
          <a:bodyPr/>
          <a:lstStyle/>
          <a:p>
            <a:fld id="{D8887631-421A-4B90-81F4-114CAE3EC1B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C083-285A-4D45-98F3-6009BB62C01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42DF423B-ACA7-2A4F-C533-A5BF6FE13A7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072640" y="5231080"/>
            <a:ext cx="8671561" cy="646481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F3FE3AE2-3578-4A80-2F48-34B1C32311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28283" y="2472230"/>
            <a:ext cx="4024494" cy="156147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BC577F0C-640F-0367-BA6B-1FAA661FC10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28283" y="4033703"/>
            <a:ext cx="4024494" cy="86748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kpi_value_2">
            <a:extLst>
              <a:ext uri="{FF2B5EF4-FFF2-40B4-BE49-F238E27FC236}">
                <a16:creationId xmlns:a16="http://schemas.microsoft.com/office/drawing/2014/main" id="{44B5A912-D176-ACE0-A349-152FF6859E9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41942" y="2472230"/>
            <a:ext cx="3846616" cy="5926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2" name="kpi_label_2">
            <a:extLst>
              <a:ext uri="{FF2B5EF4-FFF2-40B4-BE49-F238E27FC236}">
                <a16:creationId xmlns:a16="http://schemas.microsoft.com/office/drawing/2014/main" id="{6F66F821-1302-0A2F-9383-ACFF1D623E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41942" y="3064836"/>
            <a:ext cx="3846616" cy="32922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3" name="kpi_value_3">
            <a:extLst>
              <a:ext uri="{FF2B5EF4-FFF2-40B4-BE49-F238E27FC236}">
                <a16:creationId xmlns:a16="http://schemas.microsoft.com/office/drawing/2014/main" id="{26C03958-4845-C50A-D002-4731F843909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741943" y="3979355"/>
            <a:ext cx="1678725" cy="5926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kpi_value_3</a:t>
            </a:r>
          </a:p>
        </p:txBody>
      </p:sp>
      <p:sp>
        <p:nvSpPr>
          <p:cNvPr id="14" name="kpi_label_3">
            <a:extLst>
              <a:ext uri="{FF2B5EF4-FFF2-40B4-BE49-F238E27FC236}">
                <a16:creationId xmlns:a16="http://schemas.microsoft.com/office/drawing/2014/main" id="{B56AA25A-1F26-8DB4-F253-8744096A26A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41943" y="4571961"/>
            <a:ext cx="1678725" cy="32922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kpi_label_3</a:t>
            </a:r>
          </a:p>
        </p:txBody>
      </p:sp>
      <p:sp>
        <p:nvSpPr>
          <p:cNvPr id="15" name="kpi_value_4">
            <a:extLst>
              <a:ext uri="{FF2B5EF4-FFF2-40B4-BE49-F238E27FC236}">
                <a16:creationId xmlns:a16="http://schemas.microsoft.com/office/drawing/2014/main" id="{D7870A5C-84CC-ECCB-CB91-ED7153B535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09834" y="3979355"/>
            <a:ext cx="1678725" cy="5926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kpi_value_4</a:t>
            </a:r>
          </a:p>
        </p:txBody>
      </p:sp>
      <p:sp>
        <p:nvSpPr>
          <p:cNvPr id="16" name="kpi_label_4">
            <a:extLst>
              <a:ext uri="{FF2B5EF4-FFF2-40B4-BE49-F238E27FC236}">
                <a16:creationId xmlns:a16="http://schemas.microsoft.com/office/drawing/2014/main" id="{8EAD38C5-4E13-7A94-326B-F05B35F2EAC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09834" y="4571961"/>
            <a:ext cx="1678725" cy="32922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kpi_label_4</a:t>
            </a:r>
          </a:p>
        </p:txBody>
      </p:sp>
      <p:sp>
        <p:nvSpPr>
          <p:cNvPr id="17" name="source">
            <a:extLst>
              <a:ext uri="{FF2B5EF4-FFF2-40B4-BE49-F238E27FC236}">
                <a16:creationId xmlns:a16="http://schemas.microsoft.com/office/drawing/2014/main" id="{7188DB7A-E094-11DC-3410-04E4790822E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072640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1824794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picto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E36147AD-50A2-A4FD-E754-91966993A9A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072640" y="585216"/>
            <a:ext cx="8674100" cy="1499616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072640" y="6470704"/>
            <a:ext cx="1104900" cy="274320"/>
          </a:xfrm>
        </p:spPr>
        <p:txBody>
          <a:bodyPr/>
          <a:lstStyle/>
          <a:p>
            <a:fld id="{D8887631-421A-4B90-81F4-114CAE3EC1B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C083-285A-4D45-98F3-6009BB62C01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4E4CFB07-0D0F-8132-A442-050F8A33FF6A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072640" y="5231080"/>
            <a:ext cx="8671561" cy="646481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1A944D52-833E-E9BC-E9F1-4D9F3CB6A7C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28284" y="2472229"/>
            <a:ext cx="3935555" cy="118165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7753B592-9650-3B07-D935-6A08CBADFC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28284" y="3653886"/>
            <a:ext cx="3935555" cy="65647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kpi_value_2">
            <a:extLst>
              <a:ext uri="{FF2B5EF4-FFF2-40B4-BE49-F238E27FC236}">
                <a16:creationId xmlns:a16="http://schemas.microsoft.com/office/drawing/2014/main" id="{6A2AFA44-9EB0-A42C-4F4F-86771B89F6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53004" y="2472229"/>
            <a:ext cx="3935555" cy="1181656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2" name="kpi_label_2">
            <a:extLst>
              <a:ext uri="{FF2B5EF4-FFF2-40B4-BE49-F238E27FC236}">
                <a16:creationId xmlns:a16="http://schemas.microsoft.com/office/drawing/2014/main" id="{45767EA7-4824-5659-FECC-377EB5F8E7A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3004" y="3653886"/>
            <a:ext cx="3935555" cy="65647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3" name="source">
            <a:extLst>
              <a:ext uri="{FF2B5EF4-FFF2-40B4-BE49-F238E27FC236}">
                <a16:creationId xmlns:a16="http://schemas.microsoft.com/office/drawing/2014/main" id="{DA7806EA-C686-6984-91BF-01C30D0D64C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072640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8361868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kpi: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084B9E5E-668D-D086-15BD-3B9493FF1A64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072640" y="585216"/>
            <a:ext cx="8674100" cy="1499616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072640" y="6470704"/>
            <a:ext cx="1104900" cy="274320"/>
          </a:xfrm>
        </p:spPr>
        <p:txBody>
          <a:bodyPr/>
          <a:lstStyle/>
          <a:p>
            <a:fld id="{D8887631-421A-4B90-81F4-114CAE3EC1B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C083-285A-4D45-98F3-6009BB62C01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body">
            <a:extLst>
              <a:ext uri="{FF2B5EF4-FFF2-40B4-BE49-F238E27FC236}">
                <a16:creationId xmlns:a16="http://schemas.microsoft.com/office/drawing/2014/main" id="{1295F5CC-86EC-C65F-6583-7EFEA7AC61B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072640" y="5231080"/>
            <a:ext cx="8671561" cy="646481"/>
          </a:xfr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body</a:t>
            </a:r>
          </a:p>
        </p:txBody>
      </p:sp>
      <p:sp>
        <p:nvSpPr>
          <p:cNvPr id="9" name="kpi_value_1">
            <a:extLst>
              <a:ext uri="{FF2B5EF4-FFF2-40B4-BE49-F238E27FC236}">
                <a16:creationId xmlns:a16="http://schemas.microsoft.com/office/drawing/2014/main" id="{D0897CD4-9811-A0FD-36F7-E8E63B0E592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183814" y="2419022"/>
            <a:ext cx="2196796" cy="3345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10" name="kpi_label_1">
            <a:extLst>
              <a:ext uri="{FF2B5EF4-FFF2-40B4-BE49-F238E27FC236}">
                <a16:creationId xmlns:a16="http://schemas.microsoft.com/office/drawing/2014/main" id="{ABB13779-7C5F-C49E-0FA2-AFFC4D7429A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69550" y="2419022"/>
            <a:ext cx="6163479" cy="24781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1" name="kpi_value_2">
            <a:extLst>
              <a:ext uri="{FF2B5EF4-FFF2-40B4-BE49-F238E27FC236}">
                <a16:creationId xmlns:a16="http://schemas.microsoft.com/office/drawing/2014/main" id="{B12093DA-72BF-D091-F14D-CC636505269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83814" y="3152631"/>
            <a:ext cx="2196796" cy="3345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kpi_value_2</a:t>
            </a:r>
          </a:p>
        </p:txBody>
      </p:sp>
      <p:sp>
        <p:nvSpPr>
          <p:cNvPr id="12" name="kpi_label_2">
            <a:extLst>
              <a:ext uri="{FF2B5EF4-FFF2-40B4-BE49-F238E27FC236}">
                <a16:creationId xmlns:a16="http://schemas.microsoft.com/office/drawing/2014/main" id="{B746F3CA-FB86-2CF4-0E88-0565C2FEE68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69550" y="3152631"/>
            <a:ext cx="6163479" cy="24781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kpi_label_2</a:t>
            </a:r>
          </a:p>
        </p:txBody>
      </p:sp>
      <p:sp>
        <p:nvSpPr>
          <p:cNvPr id="13" name="kpi_value_3">
            <a:extLst>
              <a:ext uri="{FF2B5EF4-FFF2-40B4-BE49-F238E27FC236}">
                <a16:creationId xmlns:a16="http://schemas.microsoft.com/office/drawing/2014/main" id="{F767DEB8-DE26-7BFD-0F13-B39983E6BF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183814" y="3886241"/>
            <a:ext cx="2196796" cy="3345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kpi_value_3</a:t>
            </a:r>
          </a:p>
        </p:txBody>
      </p:sp>
      <p:sp>
        <p:nvSpPr>
          <p:cNvPr id="14" name="kpi_label_3">
            <a:extLst>
              <a:ext uri="{FF2B5EF4-FFF2-40B4-BE49-F238E27FC236}">
                <a16:creationId xmlns:a16="http://schemas.microsoft.com/office/drawing/2014/main" id="{716B4D5F-D2D0-C192-7459-04ECFB56A72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69550" y="3886241"/>
            <a:ext cx="6163479" cy="24781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kpi_label_3</a:t>
            </a:r>
          </a:p>
        </p:txBody>
      </p:sp>
      <p:sp>
        <p:nvSpPr>
          <p:cNvPr id="15" name="kpi_value_4">
            <a:extLst>
              <a:ext uri="{FF2B5EF4-FFF2-40B4-BE49-F238E27FC236}">
                <a16:creationId xmlns:a16="http://schemas.microsoft.com/office/drawing/2014/main" id="{6F6A6204-4613-A3B7-7C21-BD0F480EF0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183814" y="4619850"/>
            <a:ext cx="2196796" cy="33454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kpi_value_4</a:t>
            </a:r>
          </a:p>
        </p:txBody>
      </p:sp>
      <p:sp>
        <p:nvSpPr>
          <p:cNvPr id="16" name="kpi_label_4">
            <a:extLst>
              <a:ext uri="{FF2B5EF4-FFF2-40B4-BE49-F238E27FC236}">
                <a16:creationId xmlns:a16="http://schemas.microsoft.com/office/drawing/2014/main" id="{52759681-0457-B21A-EC3E-3FE463B6430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69550" y="4619850"/>
            <a:ext cx="6163479" cy="24781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kpi_label_4</a:t>
            </a:r>
          </a:p>
        </p:txBody>
      </p:sp>
      <p:sp>
        <p:nvSpPr>
          <p:cNvPr id="17" name="source">
            <a:extLst>
              <a:ext uri="{FF2B5EF4-FFF2-40B4-BE49-F238E27FC236}">
                <a16:creationId xmlns:a16="http://schemas.microsoft.com/office/drawing/2014/main" id="{0506AD36-AC79-C51B-B1F0-161F72288B1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072640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2528942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two-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D1101E78-1F9E-A99B-C346-782510A0B8B6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072640" y="585216"/>
            <a:ext cx="8674100" cy="1499616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072640" y="6470704"/>
            <a:ext cx="1104900" cy="274320"/>
          </a:xfrm>
        </p:spPr>
        <p:txBody>
          <a:bodyPr/>
          <a:lstStyle/>
          <a:p>
            <a:fld id="{D8887631-421A-4B90-81F4-114CAE3EC1B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C083-285A-4D45-98F3-6009BB62C01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marker_1">
            <a:extLst>
              <a:ext uri="{FF2B5EF4-FFF2-40B4-BE49-F238E27FC236}">
                <a16:creationId xmlns:a16="http://schemas.microsoft.com/office/drawing/2014/main" id="{BD912433-1979-E3DD-2F50-DB0C24446C4A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228283" y="2472230"/>
            <a:ext cx="489165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marker_1</a:t>
            </a:r>
          </a:p>
        </p:txBody>
      </p:sp>
      <p:sp>
        <p:nvSpPr>
          <p:cNvPr id="9" name="item_1_title">
            <a:extLst>
              <a:ext uri="{FF2B5EF4-FFF2-40B4-BE49-F238E27FC236}">
                <a16:creationId xmlns:a16="http://schemas.microsoft.com/office/drawing/2014/main" id="{5DA4015A-DFC6-00D7-346E-CFF933FF749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06388" y="2472230"/>
            <a:ext cx="7782171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0" name="item_1">
            <a:extLst>
              <a:ext uri="{FF2B5EF4-FFF2-40B4-BE49-F238E27FC236}">
                <a16:creationId xmlns:a16="http://schemas.microsoft.com/office/drawing/2014/main" id="{F2DBCB2C-DEEB-5F34-D5DA-2F342BE017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06388" y="2859554"/>
            <a:ext cx="7782171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1" name="marker_2">
            <a:extLst>
              <a:ext uri="{FF2B5EF4-FFF2-40B4-BE49-F238E27FC236}">
                <a16:creationId xmlns:a16="http://schemas.microsoft.com/office/drawing/2014/main" id="{77C5C0CC-2A50-AD92-584E-09E6F0FB6ED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28284" y="4374427"/>
            <a:ext cx="489165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marker_2</a:t>
            </a:r>
          </a:p>
        </p:txBody>
      </p:sp>
      <p:sp>
        <p:nvSpPr>
          <p:cNvPr id="12" name="item_2_title">
            <a:extLst>
              <a:ext uri="{FF2B5EF4-FFF2-40B4-BE49-F238E27FC236}">
                <a16:creationId xmlns:a16="http://schemas.microsoft.com/office/drawing/2014/main" id="{EB18324D-FC1C-BF09-D75E-9707FED8B3B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06388" y="4374427"/>
            <a:ext cx="7782171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3" name="item_2">
            <a:extLst>
              <a:ext uri="{FF2B5EF4-FFF2-40B4-BE49-F238E27FC236}">
                <a16:creationId xmlns:a16="http://schemas.microsoft.com/office/drawing/2014/main" id="{CF469754-45DF-F9B4-FAFF-F913202F8AE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06388" y="4761750"/>
            <a:ext cx="7782171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C21431B9-973A-D1E3-6DF8-CA7D6C84A3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072640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38741806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grid-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24474828-7CF7-17E7-1DEF-9BD9B1E1918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072640" y="585216"/>
            <a:ext cx="8674100" cy="1499616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072640" y="6470704"/>
            <a:ext cx="1104900" cy="274320"/>
          </a:xfrm>
        </p:spPr>
        <p:txBody>
          <a:bodyPr/>
          <a:lstStyle/>
          <a:p>
            <a:fld id="{D8887631-421A-4B90-81F4-114CAE3EC1B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C083-285A-4D45-98F3-6009BB62C01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B514784F-0EE7-D1A0-F134-82A283F2D02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228283" y="2472230"/>
            <a:ext cx="3935555" cy="38732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99FD1503-56CC-E6B9-AF54-922EF4EE59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28284" y="2859554"/>
            <a:ext cx="3935555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BED159D9-DEDF-735D-1529-2BD14C50ECA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53004" y="2472230"/>
            <a:ext cx="3935555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7749E16A-7DFD-D003-62D4-6BE9D0EB0CF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53004" y="2859554"/>
            <a:ext cx="3935555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BEE16419-2531-AB0E-5BA7-14DCD62B6F0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28284" y="4374427"/>
            <a:ext cx="3935555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2D877595-FAF0-ECAA-A7B0-393854D213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28284" y="4761750"/>
            <a:ext cx="3935555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30E79AC0-E2FC-95DA-E84B-61B56C24239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653004" y="4374427"/>
            <a:ext cx="3935555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B2CD9B4B-A805-BC23-70C4-77D3B85B60B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653004" y="4761750"/>
            <a:ext cx="3935555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11B6B2A4-7682-4E04-44CB-79C782277AB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072640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4208340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702A9A75-BA31-63E5-16A5-A2A8C5BFEB5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072640" y="585216"/>
            <a:ext cx="8674100" cy="1499616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072640" y="6470704"/>
            <a:ext cx="1104900" cy="274320"/>
          </a:xfrm>
        </p:spPr>
        <p:txBody>
          <a:bodyPr/>
          <a:lstStyle/>
          <a:p>
            <a:fld id="{D8887631-421A-4B90-81F4-114CAE3EC1B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C083-285A-4D45-98F3-6009BB62C01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AB4796FE-591C-0615-E0F0-F93DC20606B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228283" y="2811082"/>
            <a:ext cx="1723195" cy="847132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9A3362E4-D824-73D2-5D32-5AB444ACFDB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28284" y="3658215"/>
            <a:ext cx="1723195" cy="203311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6A95A663-6415-9D88-D9F5-F8862493B6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0644" y="2811082"/>
            <a:ext cx="1723195" cy="84713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210A806D-C737-4BDF-218E-ACC10606D96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0644" y="3658215"/>
            <a:ext cx="1723195" cy="203311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2B355F66-F00C-0E88-02F2-99DCC4F9AC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3004" y="2811082"/>
            <a:ext cx="1723195" cy="84713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9C94C1AB-253C-A994-F969-A1FB51203E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53004" y="3658215"/>
            <a:ext cx="1723195" cy="203311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item_4_title">
            <a:extLst>
              <a:ext uri="{FF2B5EF4-FFF2-40B4-BE49-F238E27FC236}">
                <a16:creationId xmlns:a16="http://schemas.microsoft.com/office/drawing/2014/main" id="{6C2CB319-54E0-AF67-3B78-DE50B682175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865364" y="2811082"/>
            <a:ext cx="1723195" cy="84713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item_4_title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B0E23F74-5088-002D-F920-BDA5E768ED1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865364" y="3658215"/>
            <a:ext cx="1723195" cy="203311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3C557CF0-6E55-E436-84B0-9288E01011E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072640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423940628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finding:single-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BBA042B4-D5E8-9E11-DE90-10A9AE77D73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072640" y="585216"/>
            <a:ext cx="8674100" cy="1499616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072640" y="6470704"/>
            <a:ext cx="1104900" cy="274320"/>
          </a:xfrm>
        </p:spPr>
        <p:txBody>
          <a:bodyPr/>
          <a:lstStyle/>
          <a:p>
            <a:fld id="{D8887631-421A-4B90-81F4-114CAE3EC1B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C083-285A-4D45-98F3-6009BB62C01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kpi_value_1">
            <a:extLst>
              <a:ext uri="{FF2B5EF4-FFF2-40B4-BE49-F238E27FC236}">
                <a16:creationId xmlns:a16="http://schemas.microsoft.com/office/drawing/2014/main" id="{92B90432-4C41-B990-6DB7-F40ECC0DA5D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228283" y="2472230"/>
            <a:ext cx="4197925" cy="1995843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9" name="kpi_label_1">
            <a:extLst>
              <a:ext uri="{FF2B5EF4-FFF2-40B4-BE49-F238E27FC236}">
                <a16:creationId xmlns:a16="http://schemas.microsoft.com/office/drawing/2014/main" id="{58E59069-E552-289A-2C74-5EFBAB53EC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28284" y="4532455"/>
            <a:ext cx="4197925" cy="115887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3DB77994-EEB5-7534-7D1E-41030F0807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28284" y="2472230"/>
            <a:ext cx="4197925" cy="25108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i="1">
                <a:latin typeface="+mj-lt"/>
              </a:defRPr>
            </a:lvl1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11" name="attribution">
            <a:extLst>
              <a:ext uri="{FF2B5EF4-FFF2-40B4-BE49-F238E27FC236}">
                <a16:creationId xmlns:a16="http://schemas.microsoft.com/office/drawing/2014/main" id="{84F112C5-9ECD-BEE9-2DBE-54106CB970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28284" y="5047511"/>
            <a:ext cx="4197925" cy="6438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attribution</a:t>
            </a:r>
          </a:p>
        </p:txBody>
      </p:sp>
      <p:sp>
        <p:nvSpPr>
          <p:cNvPr id="12" name="item_1_title">
            <a:extLst>
              <a:ext uri="{FF2B5EF4-FFF2-40B4-BE49-F238E27FC236}">
                <a16:creationId xmlns:a16="http://schemas.microsoft.com/office/drawing/2014/main" id="{1AE790B1-9ACF-4A16-399A-89B09E1185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28715" y="2286001"/>
            <a:ext cx="3815487" cy="105634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3" name="item_1">
            <a:extLst>
              <a:ext uri="{FF2B5EF4-FFF2-40B4-BE49-F238E27FC236}">
                <a16:creationId xmlns:a16="http://schemas.microsoft.com/office/drawing/2014/main" id="{CBFC8A79-43E8-FDB9-2104-627E0F753BB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28715" y="3342342"/>
            <a:ext cx="3815487" cy="253521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EFB8D1DC-9849-7740-499F-AE2CCE3E25B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072640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8391883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cards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B1298B01-C826-1218-FB25-4BD0566136F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072640" y="585216"/>
            <a:ext cx="8674100" cy="1499616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072640" y="6470704"/>
            <a:ext cx="1104900" cy="274320"/>
          </a:xfrm>
        </p:spPr>
        <p:txBody>
          <a:bodyPr/>
          <a:lstStyle/>
          <a:p>
            <a:fld id="{D8887631-421A-4B90-81F4-114CAE3EC1B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C083-285A-4D45-98F3-6009BB62C01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item_1_title">
            <a:extLst>
              <a:ext uri="{FF2B5EF4-FFF2-40B4-BE49-F238E27FC236}">
                <a16:creationId xmlns:a16="http://schemas.microsoft.com/office/drawing/2014/main" id="{974C669D-EDD4-98B5-F4F7-8345BBFBA31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228283" y="2472230"/>
            <a:ext cx="2460648" cy="946795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0AAA6C9C-8338-9EB0-C866-A81826B059D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28283" y="3419025"/>
            <a:ext cx="2460648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item_2_title">
            <a:extLst>
              <a:ext uri="{FF2B5EF4-FFF2-40B4-BE49-F238E27FC236}">
                <a16:creationId xmlns:a16="http://schemas.microsoft.com/office/drawing/2014/main" id="{78ECE221-14E3-A860-0EFC-1F1348D3C72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78097" y="2472230"/>
            <a:ext cx="2460648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1C6C3E9B-6BE6-F1A0-28C9-C31B7EF767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78097" y="3419025"/>
            <a:ext cx="2460648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item_3_title">
            <a:extLst>
              <a:ext uri="{FF2B5EF4-FFF2-40B4-BE49-F238E27FC236}">
                <a16:creationId xmlns:a16="http://schemas.microsoft.com/office/drawing/2014/main" id="{43B557F3-6C27-DFB0-9F61-03198CF0C34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27910" y="2472230"/>
            <a:ext cx="2460648" cy="94679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0D123C70-65BD-8CB5-F279-5CB863B7787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27910" y="3419025"/>
            <a:ext cx="2460648" cy="227230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88E7192C-B05E-058F-516E-559D85C6E1B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072640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2924579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two-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16E3D915-F499-8560-CE69-8A804207FEA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072640" y="585216"/>
            <a:ext cx="8674100" cy="1499616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072640" y="6470704"/>
            <a:ext cx="1104900" cy="274320"/>
          </a:xfrm>
        </p:spPr>
        <p:txBody>
          <a:bodyPr/>
          <a:lstStyle/>
          <a:p>
            <a:fld id="{D8887631-421A-4B90-81F4-114CAE3EC1B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C083-285A-4D45-98F3-6009BB62C01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marker_1">
            <a:extLst>
              <a:ext uri="{FF2B5EF4-FFF2-40B4-BE49-F238E27FC236}">
                <a16:creationId xmlns:a16="http://schemas.microsoft.com/office/drawing/2014/main" id="{11B7BC93-47F8-F06C-2120-663B1860900A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228283" y="2472230"/>
            <a:ext cx="489165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marker_1</a:t>
            </a:r>
          </a:p>
        </p:txBody>
      </p:sp>
      <p:sp>
        <p:nvSpPr>
          <p:cNvPr id="9" name="item_1_title">
            <a:extLst>
              <a:ext uri="{FF2B5EF4-FFF2-40B4-BE49-F238E27FC236}">
                <a16:creationId xmlns:a16="http://schemas.microsoft.com/office/drawing/2014/main" id="{ECCF3E13-E876-814F-A891-035545E7EC1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806388" y="2472230"/>
            <a:ext cx="7782171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0" name="item_1">
            <a:extLst>
              <a:ext uri="{FF2B5EF4-FFF2-40B4-BE49-F238E27FC236}">
                <a16:creationId xmlns:a16="http://schemas.microsoft.com/office/drawing/2014/main" id="{6446AF21-772E-C0C7-5FD0-73B6101303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806388" y="2859554"/>
            <a:ext cx="7782171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1" name="marker_2">
            <a:extLst>
              <a:ext uri="{FF2B5EF4-FFF2-40B4-BE49-F238E27FC236}">
                <a16:creationId xmlns:a16="http://schemas.microsoft.com/office/drawing/2014/main" id="{B0BA52C4-85F8-9531-FEAD-F06C7CA042A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28284" y="4374427"/>
            <a:ext cx="489165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marker_2</a:t>
            </a:r>
          </a:p>
        </p:txBody>
      </p:sp>
      <p:sp>
        <p:nvSpPr>
          <p:cNvPr id="12" name="item_2_title">
            <a:extLst>
              <a:ext uri="{FF2B5EF4-FFF2-40B4-BE49-F238E27FC236}">
                <a16:creationId xmlns:a16="http://schemas.microsoft.com/office/drawing/2014/main" id="{A8427360-A6B1-1A48-7438-BD939DF062F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06388" y="4374427"/>
            <a:ext cx="7782171" cy="38732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3" name="item_2">
            <a:extLst>
              <a:ext uri="{FF2B5EF4-FFF2-40B4-BE49-F238E27FC236}">
                <a16:creationId xmlns:a16="http://schemas.microsoft.com/office/drawing/2014/main" id="{C24F6EAE-8BD7-2452-FECF-085F8312B2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06388" y="4761750"/>
            <a:ext cx="7782171" cy="92958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0A104B50-6A1A-0B10-1D7F-4EA5113DCF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072640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3376322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implications:single-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6810E634-E5D0-07E0-7D68-EE66EB954C3A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072640" y="585216"/>
            <a:ext cx="8674100" cy="1499616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072640" y="6470704"/>
            <a:ext cx="1104900" cy="274320"/>
          </a:xfrm>
        </p:spPr>
        <p:txBody>
          <a:bodyPr/>
          <a:lstStyle/>
          <a:p>
            <a:fld id="{D8887631-421A-4B90-81F4-114CAE3EC1B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C083-285A-4D45-98F3-6009BB62C01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kpi_value_1">
            <a:extLst>
              <a:ext uri="{FF2B5EF4-FFF2-40B4-BE49-F238E27FC236}">
                <a16:creationId xmlns:a16="http://schemas.microsoft.com/office/drawing/2014/main" id="{96F011A6-47B1-DBEA-D697-CEE3C25F3E2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228283" y="2472230"/>
            <a:ext cx="4197925" cy="1995843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0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kpi_value_1</a:t>
            </a:r>
          </a:p>
        </p:txBody>
      </p:sp>
      <p:sp>
        <p:nvSpPr>
          <p:cNvPr id="9" name="kpi_label_1">
            <a:extLst>
              <a:ext uri="{FF2B5EF4-FFF2-40B4-BE49-F238E27FC236}">
                <a16:creationId xmlns:a16="http://schemas.microsoft.com/office/drawing/2014/main" id="{A52421EC-F98C-0B1F-87C4-E48B44B066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28284" y="4532455"/>
            <a:ext cx="4197925" cy="1158877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kpi_label_1</a:t>
            </a:r>
          </a:p>
        </p:txBody>
      </p:sp>
      <p:sp>
        <p:nvSpPr>
          <p:cNvPr id="10" name="quote">
            <a:extLst>
              <a:ext uri="{FF2B5EF4-FFF2-40B4-BE49-F238E27FC236}">
                <a16:creationId xmlns:a16="http://schemas.microsoft.com/office/drawing/2014/main" id="{C2BD440E-809B-5931-57B8-E19E6DB4B1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28284" y="2472230"/>
            <a:ext cx="4197925" cy="251089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i="1">
                <a:latin typeface="+mj-lt"/>
              </a:defRPr>
            </a:lvl1pPr>
          </a:lstStyle>
          <a:p>
            <a:pPr lvl="0"/>
            <a:r>
              <a:rPr lang="en-US"/>
              <a:t>quote</a:t>
            </a:r>
          </a:p>
        </p:txBody>
      </p:sp>
      <p:sp>
        <p:nvSpPr>
          <p:cNvPr id="11" name="attribution">
            <a:extLst>
              <a:ext uri="{FF2B5EF4-FFF2-40B4-BE49-F238E27FC236}">
                <a16:creationId xmlns:a16="http://schemas.microsoft.com/office/drawing/2014/main" id="{7C10A1FF-D5D3-16C1-D8B3-4094F9A5C6F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28284" y="5047511"/>
            <a:ext cx="4197925" cy="6438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attribution</a:t>
            </a:r>
          </a:p>
        </p:txBody>
      </p:sp>
      <p:sp>
        <p:nvSpPr>
          <p:cNvPr id="12" name="item_1_title">
            <a:extLst>
              <a:ext uri="{FF2B5EF4-FFF2-40B4-BE49-F238E27FC236}">
                <a16:creationId xmlns:a16="http://schemas.microsoft.com/office/drawing/2014/main" id="{E20105A4-DCF0-00EB-96A5-9CEA5D073F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28715" y="2286001"/>
            <a:ext cx="3815487" cy="1056341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3" name="item_1">
            <a:extLst>
              <a:ext uri="{FF2B5EF4-FFF2-40B4-BE49-F238E27FC236}">
                <a16:creationId xmlns:a16="http://schemas.microsoft.com/office/drawing/2014/main" id="{787DFD28-D99D-7E09-E204-F6DAB811C08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28715" y="3342342"/>
            <a:ext cx="3815487" cy="2535219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4" name="source">
            <a:extLst>
              <a:ext uri="{FF2B5EF4-FFF2-40B4-BE49-F238E27FC236}">
                <a16:creationId xmlns:a16="http://schemas.microsoft.com/office/drawing/2014/main" id="{9993040B-FCC5-4B1F-670A-040A7B314B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072640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1212242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limitations: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3827D195-82A8-F1F6-66F5-DE02CE1ED0F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072640" y="585216"/>
            <a:ext cx="8674100" cy="1499616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072640" y="6470704"/>
            <a:ext cx="1104900" cy="274320"/>
          </a:xfrm>
        </p:spPr>
        <p:txBody>
          <a:bodyPr/>
          <a:lstStyle/>
          <a:p>
            <a:fld id="{D8887631-421A-4B90-81F4-114CAE3EC1B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C083-285A-4D45-98F3-6009BB62C01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marker_1">
            <a:extLst>
              <a:ext uri="{FF2B5EF4-FFF2-40B4-BE49-F238E27FC236}">
                <a16:creationId xmlns:a16="http://schemas.microsoft.com/office/drawing/2014/main" id="{669DCE2E-D96E-0CFC-4349-37602ACBC07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183814" y="2419022"/>
            <a:ext cx="489165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marker_1</a:t>
            </a:r>
          </a:p>
        </p:txBody>
      </p:sp>
      <p:sp>
        <p:nvSpPr>
          <p:cNvPr id="9" name="item_1">
            <a:extLst>
              <a:ext uri="{FF2B5EF4-FFF2-40B4-BE49-F238E27FC236}">
                <a16:creationId xmlns:a16="http://schemas.microsoft.com/office/drawing/2014/main" id="{4258023E-9F18-69A1-0982-01AA8177235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761919" y="2419022"/>
            <a:ext cx="7871109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0" name="marker_2">
            <a:extLst>
              <a:ext uri="{FF2B5EF4-FFF2-40B4-BE49-F238E27FC236}">
                <a16:creationId xmlns:a16="http://schemas.microsoft.com/office/drawing/2014/main" id="{A64B9C31-EC56-2DC9-5376-90D60DDF35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83815" y="3350167"/>
            <a:ext cx="489165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marker_2</a:t>
            </a:r>
          </a:p>
        </p:txBody>
      </p:sp>
      <p:sp>
        <p:nvSpPr>
          <p:cNvPr id="11" name="item_2">
            <a:extLst>
              <a:ext uri="{FF2B5EF4-FFF2-40B4-BE49-F238E27FC236}">
                <a16:creationId xmlns:a16="http://schemas.microsoft.com/office/drawing/2014/main" id="{DA8E8007-81F8-2C10-A0E3-EAA29C86EE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761919" y="3350167"/>
            <a:ext cx="7871109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2" name="marker_3">
            <a:extLst>
              <a:ext uri="{FF2B5EF4-FFF2-40B4-BE49-F238E27FC236}">
                <a16:creationId xmlns:a16="http://schemas.microsoft.com/office/drawing/2014/main" id="{96C56E56-398E-F7F4-30F1-23E1165D9ED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83815" y="4281312"/>
            <a:ext cx="489165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marker_3</a:t>
            </a:r>
          </a:p>
        </p:txBody>
      </p:sp>
      <p:sp>
        <p:nvSpPr>
          <p:cNvPr id="13" name="item_3">
            <a:extLst>
              <a:ext uri="{FF2B5EF4-FFF2-40B4-BE49-F238E27FC236}">
                <a16:creationId xmlns:a16="http://schemas.microsoft.com/office/drawing/2014/main" id="{10B7C1C2-E674-6F8C-9243-4889D91428D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61919" y="4281312"/>
            <a:ext cx="7871109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4" name="marker_4">
            <a:extLst>
              <a:ext uri="{FF2B5EF4-FFF2-40B4-BE49-F238E27FC236}">
                <a16:creationId xmlns:a16="http://schemas.microsoft.com/office/drawing/2014/main" id="{86BA4019-68C5-16C0-04E0-4EE1E0C5A70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183815" y="5212457"/>
            <a:ext cx="489165" cy="585291"/>
          </a:xfrm>
          <a:prstGeom prst="ellipse">
            <a:avLst/>
          </a:prstGeom>
          <a:solidFill>
            <a:schemeClr val="accent1"/>
          </a:solidFill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FontTx/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marker_4</a:t>
            </a:r>
          </a:p>
        </p:txBody>
      </p:sp>
      <p:sp>
        <p:nvSpPr>
          <p:cNvPr id="15" name="item_4">
            <a:extLst>
              <a:ext uri="{FF2B5EF4-FFF2-40B4-BE49-F238E27FC236}">
                <a16:creationId xmlns:a16="http://schemas.microsoft.com/office/drawing/2014/main" id="{CE5D65AE-7BA8-03E4-9DFC-BD2D147F556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61919" y="5212457"/>
            <a:ext cx="7871109" cy="532083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item_4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1D5026DF-6EB6-1E57-515B-ACBDF192D68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072640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40499936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matn:closing:takeawa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reative_background">
            <a:extLst>
              <a:ext uri="{FF2B5EF4-FFF2-40B4-BE49-F238E27FC236}">
                <a16:creationId xmlns:a16="http://schemas.microsoft.com/office/drawing/2014/main" id="{A89793DF-175F-E724-E14F-590CECCC079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072640" y="585216"/>
            <a:ext cx="8674100" cy="1499616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072640" y="6470704"/>
            <a:ext cx="1104900" cy="274320"/>
          </a:xfrm>
        </p:spPr>
        <p:txBody>
          <a:bodyPr/>
          <a:lstStyle/>
          <a:p>
            <a:fld id="{D8887631-421A-4B90-81F4-114CAE3EC1B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EC083-285A-4D45-98F3-6009BB62C01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decisions_title">
            <a:extLst>
              <a:ext uri="{FF2B5EF4-FFF2-40B4-BE49-F238E27FC236}">
                <a16:creationId xmlns:a16="http://schemas.microsoft.com/office/drawing/2014/main" id="{7E901BD3-D2FB-39B8-160E-7905982694A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228283" y="4842659"/>
            <a:ext cx="2098963" cy="848672"/>
          </a:xfr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decisions_title</a:t>
            </a:r>
          </a:p>
        </p:txBody>
      </p:sp>
      <p:sp>
        <p:nvSpPr>
          <p:cNvPr id="9" name="decisions">
            <a:extLst>
              <a:ext uri="{FF2B5EF4-FFF2-40B4-BE49-F238E27FC236}">
                <a16:creationId xmlns:a16="http://schemas.microsoft.com/office/drawing/2014/main" id="{659619E1-522D-9DB6-CF22-6D52CFC4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13962" y="4842659"/>
            <a:ext cx="6174596" cy="84867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>
              <a:defRPr sz="2000"/>
            </a:lvl1pPr>
          </a:lstStyle>
          <a:p>
            <a:pPr lvl="0"/>
            <a:r>
              <a:rPr lang="en-US"/>
              <a:t>decisions</a:t>
            </a:r>
          </a:p>
        </p:txBody>
      </p:sp>
      <p:sp>
        <p:nvSpPr>
          <p:cNvPr id="10" name="item_1_title">
            <a:extLst>
              <a:ext uri="{FF2B5EF4-FFF2-40B4-BE49-F238E27FC236}">
                <a16:creationId xmlns:a16="http://schemas.microsoft.com/office/drawing/2014/main" id="{86F0247B-EAB2-D52C-198A-20482213AA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28283" y="2472229"/>
            <a:ext cx="2460648" cy="5242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item_1_title</a:t>
            </a:r>
          </a:p>
        </p:txBody>
      </p:sp>
      <p:sp>
        <p:nvSpPr>
          <p:cNvPr id="11" name="item_1">
            <a:extLst>
              <a:ext uri="{FF2B5EF4-FFF2-40B4-BE49-F238E27FC236}">
                <a16:creationId xmlns:a16="http://schemas.microsoft.com/office/drawing/2014/main" id="{336A914A-28DD-0938-05D8-77E05C4DCD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28283" y="2996487"/>
            <a:ext cx="2460648" cy="12582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item_1</a:t>
            </a:r>
          </a:p>
        </p:txBody>
      </p:sp>
      <p:sp>
        <p:nvSpPr>
          <p:cNvPr id="12" name="item_2_title">
            <a:extLst>
              <a:ext uri="{FF2B5EF4-FFF2-40B4-BE49-F238E27FC236}">
                <a16:creationId xmlns:a16="http://schemas.microsoft.com/office/drawing/2014/main" id="{0305C88C-A7DB-1C4C-C93C-28626C9E268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78097" y="2472229"/>
            <a:ext cx="2460648" cy="5242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item_2_title</a:t>
            </a:r>
          </a:p>
        </p:txBody>
      </p:sp>
      <p:sp>
        <p:nvSpPr>
          <p:cNvPr id="13" name="item_2">
            <a:extLst>
              <a:ext uri="{FF2B5EF4-FFF2-40B4-BE49-F238E27FC236}">
                <a16:creationId xmlns:a16="http://schemas.microsoft.com/office/drawing/2014/main" id="{D7CBA92D-D0D3-ADF4-EC75-F3DD62E7001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78097" y="2996487"/>
            <a:ext cx="2460648" cy="12582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item_2</a:t>
            </a:r>
          </a:p>
        </p:txBody>
      </p:sp>
      <p:sp>
        <p:nvSpPr>
          <p:cNvPr id="14" name="item_3_title">
            <a:extLst>
              <a:ext uri="{FF2B5EF4-FFF2-40B4-BE49-F238E27FC236}">
                <a16:creationId xmlns:a16="http://schemas.microsoft.com/office/drawing/2014/main" id="{064DD7EB-DA98-BAB3-9DFE-1323508A28C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27910" y="2472229"/>
            <a:ext cx="2460648" cy="524258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item_3_title</a:t>
            </a:r>
          </a:p>
        </p:txBody>
      </p:sp>
      <p:sp>
        <p:nvSpPr>
          <p:cNvPr id="15" name="item_3">
            <a:extLst>
              <a:ext uri="{FF2B5EF4-FFF2-40B4-BE49-F238E27FC236}">
                <a16:creationId xmlns:a16="http://schemas.microsoft.com/office/drawing/2014/main" id="{37F0D237-450C-395D-AED0-CFE11F87729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7910" y="2996487"/>
            <a:ext cx="2460648" cy="1258220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2000"/>
            </a:lvl1pPr>
          </a:lstStyle>
          <a:p>
            <a:pPr lvl="0"/>
            <a:r>
              <a:rPr lang="en-US"/>
              <a:t>item_3</a:t>
            </a:r>
          </a:p>
        </p:txBody>
      </p:sp>
      <p:sp>
        <p:nvSpPr>
          <p:cNvPr id="16" name="source">
            <a:extLst>
              <a:ext uri="{FF2B5EF4-FFF2-40B4-BE49-F238E27FC236}">
                <a16:creationId xmlns:a16="http://schemas.microsoft.com/office/drawing/2014/main" id="{F43D4032-7E72-344F-8FE4-8B71FA95078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072640" y="6004560"/>
            <a:ext cx="1905000" cy="304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wrap="square" lIns="127000" tIns="25400" rIns="127000" bIns="2540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p. 1</a:t>
            </a:r>
          </a:p>
        </p:txBody>
      </p:sp>
    </p:spTree>
    <p:extLst>
      <p:ext uri="{BB962C8B-B14F-4D97-AF65-F5344CB8AC3E}">
        <p14:creationId xmlns:p14="http://schemas.microsoft.com/office/powerpoint/2010/main" val="877472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reative_background_master">
            <a:extLst>
              <a:ext uri="{FF2B5EF4-FFF2-40B4-BE49-F238E27FC236}">
                <a16:creationId xmlns:a16="http://schemas.microsoft.com/office/drawing/2014/main" id="{68705B89-BF4F-50BD-631D-28BB557D96C4}"/>
              </a:ext>
            </a:extLst>
          </p:cNvPr>
          <p:cNvPicPr>
            <a:picLocks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8887631-421A-4B90-81F4-114CAE3EC1B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030EC083-285A-4D45-98F3-6009BB62C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351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  <p:sldLayoutId id="2147483691" r:id="rId20"/>
    <p:sldLayoutId id="2147483692" r:id="rId21"/>
    <p:sldLayoutId id="2147483693" r:id="rId22"/>
    <p:sldLayoutId id="2147483694" r:id="rId23"/>
    <p:sldLayoutId id="2147483695" r:id="rId24"/>
    <p:sldLayoutId id="2147483696" r:id="rId25"/>
    <p:sldLayoutId id="2147483697" r:id="rId26"/>
    <p:sldLayoutId id="2147483698" r:id="rId27"/>
    <p:sldLayoutId id="2147483699" r:id="rId28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Segoe UI" panose="020B05020402040202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69405F"/>
      </a:dk1>
      <a:lt1>
        <a:srgbClr val="F6F5F4"/>
      </a:lt1>
      <a:dk2>
        <a:srgbClr val="564D53"/>
      </a:dk2>
      <a:lt2>
        <a:srgbClr val="E8E8E7"/>
      </a:lt2>
      <a:accent1>
        <a:srgbClr val="69405F"/>
      </a:accent1>
      <a:accent2>
        <a:srgbClr val="BB830F"/>
      </a:accent2>
      <a:accent3>
        <a:srgbClr val="564D53"/>
      </a:accent3>
      <a:accent4>
        <a:srgbClr val="69405F"/>
      </a:accent4>
      <a:accent5>
        <a:srgbClr val="69405F"/>
      </a:accent5>
      <a:accent6>
        <a:srgbClr val="564D53"/>
      </a:accent6>
      <a:hlink>
        <a:srgbClr val="69405F"/>
      </a:hlink>
      <a:folHlink>
        <a:srgbClr val="564D53"/>
      </a:folHlink>
    </a:clrScheme>
    <a:fontScheme name="Integral">
      <a:majorFont>
        <a:latin typeface="Bahnschrift" panose="020B0606020104020203"/>
        <a:ea typeface=""/>
        <a:cs typeface="Segoe UI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Segoe UI" panose="020B0602020104020603"/>
        <a:ea typeface=""/>
        <a:cs typeface="Segoe UI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0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Bahnschrift</vt:lpstr>
      <vt:lpstr>Segoe UI</vt:lpstr>
      <vt:lpstr>Wingdings 3</vt:lpstr>
      <vt:lpstr>Integral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Asma Sami</dc:creator>
  <cp:lastModifiedBy>Asma Sami</cp:lastModifiedBy>
  <cp:revision>1</cp:revision>
  <dcterms:created xsi:type="dcterms:W3CDTF">2026-10-03T20:00:19Z</dcterms:created>
  <dcterms:modified xsi:type="dcterms:W3CDTF">2026-10-03T20:00:35Z</dcterms:modified>
</cp:coreProperties>
</file>