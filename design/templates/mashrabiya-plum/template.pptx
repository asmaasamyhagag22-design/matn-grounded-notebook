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3D5A1622-B0A7-E12A-D6EC-2D2B7F38D31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943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0C75766-E81D-DE9A-50C6-41DF96C97D8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FA6E046-B276-FDC3-C4E9-12990C8D292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F805FA1-576E-74CF-6A4A-1A65C0A3A4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DE389AA-B042-5A5D-D126-3393AD7D4C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6E1BA19-9579-DCCF-5C29-8231F6A50C5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6D3749B4-FD10-4E22-EF71-3026D843C0C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0EE202C-CA5A-2D62-C85B-1B349033F5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722CAEC-B916-7D0D-5BB5-4C7780B8D2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1668785-21BB-7784-954D-8D051D07200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B49F780A-E65A-5CB8-0191-F4CF3F936B1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8932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85D9895-4D0B-120A-89B0-013DE054B01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2E0A1381-CEC2-DAE0-4D57-5C2C2425538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001509DC-B0C2-4E2D-026D-488FD722EE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2A62F7A6-6286-895B-82D8-379DCC3B352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A0787F2C-9104-5168-862B-3870EA1AB6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9D9F720D-09C9-3475-C138-7ED01225AF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C1A32B1B-997C-EF4C-D1ED-AD0F0BA837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11215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CF0255F-ADF0-FC85-8BDD-6426F6D7FEA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0D62AE0-1969-4375-7CBF-4E71302F2A3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86ACED90-5308-AF14-F49E-966852A544F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1E3F3745-F234-A5E1-4215-42F95B0A3A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0B990A46-5520-2752-43C7-98D22DC4771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BC1D404F-20E7-76A9-998E-75B1E06C76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94632B5C-A9AB-4C35-DE42-D44B35AA91D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0E7912D2-5933-18A2-E659-1C3617F672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EEB5F46D-4FC8-87B9-E23F-512628246C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883E2FA3-6BEE-019E-CBA7-24794451AAB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65C11BF7-6443-43D3-E123-92E2EEE44F6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21684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FF055DE-2C1F-7760-85BD-518E0A2035A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B4FC5F5-F648-D8F2-42B5-F0C85F00798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D111A713-B249-3E10-BB68-566EE8D399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846295E8-876F-4747-4A2D-50D3DC7618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33A3BB3F-3174-B950-45F4-A7AE70C7F5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87093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C47C555-2F1D-9863-FC87-6816632F699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1ADCF89-A175-8F87-298C-3AAE6A0DDE8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BEFCA59-6B55-6CDC-41BA-2295069629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4990E72-D359-0B5C-1647-6F559D02CE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F352C2A-3547-4C71-64E5-5F58404EBEB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8B778E6-C906-D543-94FA-8A2E450BDE3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3C7E502-EBB2-A03D-9D8F-4FFBFD63C5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DCBDFC5-B586-CFB2-DD66-5B12BDE7AE5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70625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0862F44-8D9D-AF00-2F6D-85EEB450E3B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D954DFF-5092-8A35-20E7-FC52A8F36B0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FE0925E-4F74-7191-8755-B94E5694F95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7F1EC6A-216F-B561-63DE-7655612C3D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99360700-24DD-D888-832C-9479B82523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FFBCCCC5-4C66-A765-B0EC-81B3A80BBA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60148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0EF4AE0-60BF-C42A-D633-7FBDEA9F54A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7C1A0484-24D9-6A55-F125-128EF10F4815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F6C1CE3-7171-41A9-3789-2A5F4D873E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A394E1D1-37C1-D577-D3D8-81220E4303D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60748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1C0436E-45E7-06C1-0349-8794D203AA1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6DB6B49-2839-E958-3471-C517C79400E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08B8B26-609F-69A2-0CD3-5AAA3B1868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178503A-4214-A898-EE7A-F5997030A98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3DEC6F6-46E0-6DC9-01E5-C0E45C4716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DADD5DE-008C-AB11-839D-C3016AE1D7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72602F9-C722-7A6D-A45E-AEAC5680B1B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57ED4E9-9537-03B8-0701-70D6FCD29AC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F82C050-6198-F4E9-FEBB-481C35711F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1EDE7F3-CA0D-079F-D534-D0ABBC7D2A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78164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2D0CA40-39CC-39CC-82C5-D6F3885B879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CBA2B1F-63D8-54D4-65A4-392E4311952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E7371C3E-98B7-EC20-D506-7D482C96A2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62164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75F333F-CD1A-009E-56E9-F228934AFDD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D8FB9AA4-DB5F-19E2-269F-8F2F8418FB0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7425887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42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D99A1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6AC80164-B031-705B-2E2D-4397D559233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D99A19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130498CD-5CE5-17A7-8732-D6CFFA5929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D99A19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3991D4CB-6B82-1CD2-8DDE-7439DB5EB8A5}"/>
              </a:ext>
            </a:extLst>
          </p:cNvPr>
          <p:cNvSpPr/>
          <p:nvPr userDrawn="1"/>
        </p:nvSpPr>
        <p:spPr>
          <a:xfrm>
            <a:off x="15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6E0B6616-183F-051D-BF70-0793746A926F}"/>
              </a:ext>
            </a:extLst>
          </p:cNvPr>
          <p:cNvSpPr/>
          <p:nvPr userDrawn="1"/>
        </p:nvSpPr>
        <p:spPr>
          <a:xfrm>
            <a:off x="34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6E0A0E8E-EEAC-71A5-9FD8-4086ABED8332}"/>
              </a:ext>
            </a:extLst>
          </p:cNvPr>
          <p:cNvSpPr/>
          <p:nvPr userDrawn="1"/>
        </p:nvSpPr>
        <p:spPr>
          <a:xfrm>
            <a:off x="53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AB1A122A-6096-BD11-DE7F-E66FCFE09D69}"/>
              </a:ext>
            </a:extLst>
          </p:cNvPr>
          <p:cNvSpPr/>
          <p:nvPr userDrawn="1"/>
        </p:nvSpPr>
        <p:spPr>
          <a:xfrm>
            <a:off x="72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B7C980F6-E9E9-0B71-BED6-5412F2B0A984}"/>
              </a:ext>
            </a:extLst>
          </p:cNvPr>
          <p:cNvSpPr/>
          <p:nvPr userDrawn="1"/>
        </p:nvSpPr>
        <p:spPr>
          <a:xfrm>
            <a:off x="91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484DCE31-68CE-F8B4-F615-570234AFCD94}"/>
              </a:ext>
            </a:extLst>
          </p:cNvPr>
          <p:cNvSpPr/>
          <p:nvPr userDrawn="1"/>
        </p:nvSpPr>
        <p:spPr>
          <a:xfrm>
            <a:off x="110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6EC493CD-AB33-56A7-CA82-9DCBEEEA65A5}"/>
              </a:ext>
            </a:extLst>
          </p:cNvPr>
          <p:cNvSpPr/>
          <p:nvPr userDrawn="1"/>
        </p:nvSpPr>
        <p:spPr>
          <a:xfrm>
            <a:off x="129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55E68C4D-FD29-CD8A-083F-11CFBC7271CB}"/>
              </a:ext>
            </a:extLst>
          </p:cNvPr>
          <p:cNvSpPr/>
          <p:nvPr userDrawn="1"/>
        </p:nvSpPr>
        <p:spPr>
          <a:xfrm>
            <a:off x="148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FC2927AA-2D2C-77FC-90F5-0F8F1F53C108}"/>
              </a:ext>
            </a:extLst>
          </p:cNvPr>
          <p:cNvSpPr/>
          <p:nvPr userDrawn="1"/>
        </p:nvSpPr>
        <p:spPr>
          <a:xfrm>
            <a:off x="167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A4D41D21-9AC8-1465-4802-E6E80D5CD346}"/>
              </a:ext>
            </a:extLst>
          </p:cNvPr>
          <p:cNvSpPr/>
          <p:nvPr userDrawn="1"/>
        </p:nvSpPr>
        <p:spPr>
          <a:xfrm>
            <a:off x="186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92AC7C28-C200-2AB7-7D6C-A9AD7EAB2F41}"/>
              </a:ext>
            </a:extLst>
          </p:cNvPr>
          <p:cNvSpPr/>
          <p:nvPr userDrawn="1"/>
        </p:nvSpPr>
        <p:spPr>
          <a:xfrm>
            <a:off x="205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66BF2777-ED4C-6A83-694C-3F36845365B1}"/>
              </a:ext>
            </a:extLst>
          </p:cNvPr>
          <p:cNvSpPr/>
          <p:nvPr userDrawn="1"/>
        </p:nvSpPr>
        <p:spPr>
          <a:xfrm>
            <a:off x="224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A24CA396-06F6-DF52-8D63-09194CCFAF4F}"/>
              </a:ext>
            </a:extLst>
          </p:cNvPr>
          <p:cNvSpPr/>
          <p:nvPr userDrawn="1"/>
        </p:nvSpPr>
        <p:spPr>
          <a:xfrm>
            <a:off x="243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957EFD30-B7C2-7372-EA22-74A4914F28A0}"/>
              </a:ext>
            </a:extLst>
          </p:cNvPr>
          <p:cNvSpPr/>
          <p:nvPr userDrawn="1"/>
        </p:nvSpPr>
        <p:spPr>
          <a:xfrm>
            <a:off x="262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0CDF968E-E382-212F-2F64-21471CB12906}"/>
              </a:ext>
            </a:extLst>
          </p:cNvPr>
          <p:cNvSpPr/>
          <p:nvPr userDrawn="1"/>
        </p:nvSpPr>
        <p:spPr>
          <a:xfrm>
            <a:off x="281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C4E21A30-B9A2-E790-F601-4D3931C0A07A}"/>
              </a:ext>
            </a:extLst>
          </p:cNvPr>
          <p:cNvSpPr/>
          <p:nvPr userDrawn="1"/>
        </p:nvSpPr>
        <p:spPr>
          <a:xfrm>
            <a:off x="300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1F9D173D-8E52-EF2F-1752-53389314E720}"/>
              </a:ext>
            </a:extLst>
          </p:cNvPr>
          <p:cNvSpPr/>
          <p:nvPr userDrawn="1"/>
        </p:nvSpPr>
        <p:spPr>
          <a:xfrm>
            <a:off x="320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329097BC-2DC6-3382-DE59-BF847A2F0603}"/>
              </a:ext>
            </a:extLst>
          </p:cNvPr>
          <p:cNvSpPr/>
          <p:nvPr userDrawn="1"/>
        </p:nvSpPr>
        <p:spPr>
          <a:xfrm>
            <a:off x="339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3F9CC1C8-E246-113D-AAD2-354EB9521AF8}"/>
              </a:ext>
            </a:extLst>
          </p:cNvPr>
          <p:cNvSpPr/>
          <p:nvPr userDrawn="1"/>
        </p:nvSpPr>
        <p:spPr>
          <a:xfrm>
            <a:off x="358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2B5EFD9B-13D3-0748-6679-79E60342DA8B}"/>
              </a:ext>
            </a:extLst>
          </p:cNvPr>
          <p:cNvSpPr/>
          <p:nvPr userDrawn="1"/>
        </p:nvSpPr>
        <p:spPr>
          <a:xfrm>
            <a:off x="377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601E9843-A10E-F625-B0FA-69E8A9FD6424}"/>
              </a:ext>
            </a:extLst>
          </p:cNvPr>
          <p:cNvSpPr/>
          <p:nvPr userDrawn="1"/>
        </p:nvSpPr>
        <p:spPr>
          <a:xfrm>
            <a:off x="396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FC6FD962-A3E1-1A13-4D80-0E5A4E0F3DC3}"/>
              </a:ext>
            </a:extLst>
          </p:cNvPr>
          <p:cNvSpPr/>
          <p:nvPr userDrawn="1"/>
        </p:nvSpPr>
        <p:spPr>
          <a:xfrm>
            <a:off x="415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F6804E84-BDC2-2578-87A2-2282220913B7}"/>
              </a:ext>
            </a:extLst>
          </p:cNvPr>
          <p:cNvSpPr/>
          <p:nvPr userDrawn="1"/>
        </p:nvSpPr>
        <p:spPr>
          <a:xfrm>
            <a:off x="434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B8FE43D3-84BD-582C-62FC-BEDEE248D894}"/>
              </a:ext>
            </a:extLst>
          </p:cNvPr>
          <p:cNvSpPr/>
          <p:nvPr userDrawn="1"/>
        </p:nvSpPr>
        <p:spPr>
          <a:xfrm>
            <a:off x="453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F1D9B4CD-1C32-7B81-C3D0-AC7E195229C4}"/>
              </a:ext>
            </a:extLst>
          </p:cNvPr>
          <p:cNvSpPr/>
          <p:nvPr userDrawn="1"/>
        </p:nvSpPr>
        <p:spPr>
          <a:xfrm>
            <a:off x="472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2129487A-6BB0-0B5C-84F1-C59F8A83BBE5}"/>
              </a:ext>
            </a:extLst>
          </p:cNvPr>
          <p:cNvSpPr/>
          <p:nvPr userDrawn="1"/>
        </p:nvSpPr>
        <p:spPr>
          <a:xfrm>
            <a:off x="491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A9C750FC-A0C6-CB25-B1A7-F8D92FE8A16E}"/>
              </a:ext>
            </a:extLst>
          </p:cNvPr>
          <p:cNvSpPr/>
          <p:nvPr userDrawn="1"/>
        </p:nvSpPr>
        <p:spPr>
          <a:xfrm>
            <a:off x="510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45738BBE-793F-4866-D1A5-E7174AF439D7}"/>
              </a:ext>
            </a:extLst>
          </p:cNvPr>
          <p:cNvSpPr/>
          <p:nvPr userDrawn="1"/>
        </p:nvSpPr>
        <p:spPr>
          <a:xfrm>
            <a:off x="529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B2103956-8794-FE52-56B0-40A7B4523C2C}"/>
              </a:ext>
            </a:extLst>
          </p:cNvPr>
          <p:cNvSpPr/>
          <p:nvPr userDrawn="1"/>
        </p:nvSpPr>
        <p:spPr>
          <a:xfrm>
            <a:off x="548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B46C57AC-059F-2CAA-B3DE-09C121789D7B}"/>
              </a:ext>
            </a:extLst>
          </p:cNvPr>
          <p:cNvSpPr/>
          <p:nvPr userDrawn="1"/>
        </p:nvSpPr>
        <p:spPr>
          <a:xfrm>
            <a:off x="567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9DD3C10F-6E6F-6A12-2BBE-9998FAB9A922}"/>
              </a:ext>
            </a:extLst>
          </p:cNvPr>
          <p:cNvSpPr/>
          <p:nvPr userDrawn="1"/>
        </p:nvSpPr>
        <p:spPr>
          <a:xfrm>
            <a:off x="586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19409C0E-6660-ECC7-D0D0-A963999E70F0}"/>
              </a:ext>
            </a:extLst>
          </p:cNvPr>
          <p:cNvSpPr/>
          <p:nvPr userDrawn="1"/>
        </p:nvSpPr>
        <p:spPr>
          <a:xfrm>
            <a:off x="605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5D4644EC-A2F4-A55D-779E-565F1368AACF}"/>
              </a:ext>
            </a:extLst>
          </p:cNvPr>
          <p:cNvSpPr/>
          <p:nvPr userDrawn="1"/>
        </p:nvSpPr>
        <p:spPr>
          <a:xfrm>
            <a:off x="624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B4BB01D7-4C68-9507-8067-47567BC3CDD4}"/>
              </a:ext>
            </a:extLst>
          </p:cNvPr>
          <p:cNvSpPr/>
          <p:nvPr userDrawn="1"/>
        </p:nvSpPr>
        <p:spPr>
          <a:xfrm>
            <a:off x="643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9DEBE83A-682F-6B31-7968-839A1061F933}"/>
              </a:ext>
            </a:extLst>
          </p:cNvPr>
          <p:cNvSpPr/>
          <p:nvPr userDrawn="1"/>
        </p:nvSpPr>
        <p:spPr>
          <a:xfrm>
            <a:off x="662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8EC394BF-3DCD-E8AC-4E99-2562EC5DDD5F}"/>
              </a:ext>
            </a:extLst>
          </p:cNvPr>
          <p:cNvSpPr/>
          <p:nvPr userDrawn="1"/>
        </p:nvSpPr>
        <p:spPr>
          <a:xfrm>
            <a:off x="681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6BA55FAA-5CE7-B7DD-3954-B143B1260074}"/>
              </a:ext>
            </a:extLst>
          </p:cNvPr>
          <p:cNvSpPr/>
          <p:nvPr userDrawn="1"/>
        </p:nvSpPr>
        <p:spPr>
          <a:xfrm>
            <a:off x="701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13E82826-676F-7C71-457D-881786F9AA78}"/>
              </a:ext>
            </a:extLst>
          </p:cNvPr>
          <p:cNvSpPr/>
          <p:nvPr userDrawn="1"/>
        </p:nvSpPr>
        <p:spPr>
          <a:xfrm>
            <a:off x="720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AEE74C1E-0959-3D0A-F3C6-5B44847009B4}"/>
              </a:ext>
            </a:extLst>
          </p:cNvPr>
          <p:cNvSpPr/>
          <p:nvPr userDrawn="1"/>
        </p:nvSpPr>
        <p:spPr>
          <a:xfrm>
            <a:off x="739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C9BAA8DD-0A48-F015-89A4-7181B44EF724}"/>
              </a:ext>
            </a:extLst>
          </p:cNvPr>
          <p:cNvSpPr/>
          <p:nvPr userDrawn="1"/>
        </p:nvSpPr>
        <p:spPr>
          <a:xfrm>
            <a:off x="758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4294B1E3-203D-E151-5D5B-78E38FD46FB2}"/>
              </a:ext>
            </a:extLst>
          </p:cNvPr>
          <p:cNvSpPr/>
          <p:nvPr userDrawn="1"/>
        </p:nvSpPr>
        <p:spPr>
          <a:xfrm>
            <a:off x="777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808C4CE3-4363-9165-AF93-10575CC62590}"/>
              </a:ext>
            </a:extLst>
          </p:cNvPr>
          <p:cNvSpPr/>
          <p:nvPr userDrawn="1"/>
        </p:nvSpPr>
        <p:spPr>
          <a:xfrm>
            <a:off x="796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4D1CA330-A00A-4B83-1502-A7ACBE5BB300}"/>
              </a:ext>
            </a:extLst>
          </p:cNvPr>
          <p:cNvSpPr/>
          <p:nvPr userDrawn="1"/>
        </p:nvSpPr>
        <p:spPr>
          <a:xfrm>
            <a:off x="815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9274F983-6A72-043D-FC62-E6B926EEF90D}"/>
              </a:ext>
            </a:extLst>
          </p:cNvPr>
          <p:cNvSpPr/>
          <p:nvPr userDrawn="1"/>
        </p:nvSpPr>
        <p:spPr>
          <a:xfrm>
            <a:off x="834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9B0D0284-AA2D-2293-8B14-1BEF4E8D4FE7}"/>
              </a:ext>
            </a:extLst>
          </p:cNvPr>
          <p:cNvSpPr/>
          <p:nvPr userDrawn="1"/>
        </p:nvSpPr>
        <p:spPr>
          <a:xfrm>
            <a:off x="853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BEADFB59-1E68-D9ED-A5A3-1517C2F4E75C}"/>
              </a:ext>
            </a:extLst>
          </p:cNvPr>
          <p:cNvSpPr/>
          <p:nvPr userDrawn="1"/>
        </p:nvSpPr>
        <p:spPr>
          <a:xfrm>
            <a:off x="872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8E760386-76F0-D57F-12A0-F3C73D05A0E1}"/>
              </a:ext>
            </a:extLst>
          </p:cNvPr>
          <p:cNvSpPr/>
          <p:nvPr userDrawn="1"/>
        </p:nvSpPr>
        <p:spPr>
          <a:xfrm>
            <a:off x="891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611BBB32-FE4E-C7D2-168D-00B79FAD0E98}"/>
              </a:ext>
            </a:extLst>
          </p:cNvPr>
          <p:cNvSpPr/>
          <p:nvPr userDrawn="1"/>
        </p:nvSpPr>
        <p:spPr>
          <a:xfrm>
            <a:off x="910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266A4EE7-5CEA-5D3A-24E3-14B46B906D99}"/>
              </a:ext>
            </a:extLst>
          </p:cNvPr>
          <p:cNvSpPr/>
          <p:nvPr userDrawn="1"/>
        </p:nvSpPr>
        <p:spPr>
          <a:xfrm>
            <a:off x="929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47F0A7E7-F974-2746-D622-94611B59DA92}"/>
              </a:ext>
            </a:extLst>
          </p:cNvPr>
          <p:cNvSpPr/>
          <p:nvPr userDrawn="1"/>
        </p:nvSpPr>
        <p:spPr>
          <a:xfrm>
            <a:off x="948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C4F6B499-D599-438B-F479-20E2B1AD8311}"/>
              </a:ext>
            </a:extLst>
          </p:cNvPr>
          <p:cNvSpPr/>
          <p:nvPr userDrawn="1"/>
        </p:nvSpPr>
        <p:spPr>
          <a:xfrm>
            <a:off x="967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A9B401F7-CABD-D151-0836-5810B47F09B6}"/>
              </a:ext>
            </a:extLst>
          </p:cNvPr>
          <p:cNvSpPr/>
          <p:nvPr userDrawn="1"/>
        </p:nvSpPr>
        <p:spPr>
          <a:xfrm>
            <a:off x="986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268B26BA-6E7D-E121-7F10-D473573BC2D6}"/>
              </a:ext>
            </a:extLst>
          </p:cNvPr>
          <p:cNvSpPr/>
          <p:nvPr userDrawn="1"/>
        </p:nvSpPr>
        <p:spPr>
          <a:xfrm>
            <a:off x="1005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F87A4FFD-F516-3F8B-CA8B-5583E629F6A1}"/>
              </a:ext>
            </a:extLst>
          </p:cNvPr>
          <p:cNvSpPr/>
          <p:nvPr userDrawn="1"/>
        </p:nvSpPr>
        <p:spPr>
          <a:xfrm>
            <a:off x="1024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EDD0C84D-A526-AC23-623E-8741D696B19F}"/>
              </a:ext>
            </a:extLst>
          </p:cNvPr>
          <p:cNvSpPr/>
          <p:nvPr userDrawn="1"/>
        </p:nvSpPr>
        <p:spPr>
          <a:xfrm>
            <a:off x="1043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AECD379B-8864-FB82-C129-D64E2B08CF0F}"/>
              </a:ext>
            </a:extLst>
          </p:cNvPr>
          <p:cNvSpPr/>
          <p:nvPr userDrawn="1"/>
        </p:nvSpPr>
        <p:spPr>
          <a:xfrm>
            <a:off x="1062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F9C5AAA8-9F7B-B5D3-8DDA-8A52E734F40B}"/>
              </a:ext>
            </a:extLst>
          </p:cNvPr>
          <p:cNvSpPr/>
          <p:nvPr userDrawn="1"/>
        </p:nvSpPr>
        <p:spPr>
          <a:xfrm>
            <a:off x="1082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3D294FAB-2781-396F-077E-5E9725149D13}"/>
              </a:ext>
            </a:extLst>
          </p:cNvPr>
          <p:cNvSpPr/>
          <p:nvPr userDrawn="1"/>
        </p:nvSpPr>
        <p:spPr>
          <a:xfrm>
            <a:off x="1101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67BCF6F6-4276-6C61-76F7-3E3AD9D124F1}"/>
              </a:ext>
            </a:extLst>
          </p:cNvPr>
          <p:cNvSpPr/>
          <p:nvPr userDrawn="1"/>
        </p:nvSpPr>
        <p:spPr>
          <a:xfrm>
            <a:off x="1120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044CE036-8DF9-6D0B-0E0D-527E623E9F74}"/>
              </a:ext>
            </a:extLst>
          </p:cNvPr>
          <p:cNvSpPr/>
          <p:nvPr userDrawn="1"/>
        </p:nvSpPr>
        <p:spPr>
          <a:xfrm>
            <a:off x="1139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51FB3213-E79D-F163-0391-0EB75A2846A5}"/>
              </a:ext>
            </a:extLst>
          </p:cNvPr>
          <p:cNvSpPr/>
          <p:nvPr userDrawn="1"/>
        </p:nvSpPr>
        <p:spPr>
          <a:xfrm>
            <a:off x="1158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E13F2328-1E24-9F84-B21F-A84C15474CDC}"/>
              </a:ext>
            </a:extLst>
          </p:cNvPr>
          <p:cNvSpPr/>
          <p:nvPr userDrawn="1"/>
        </p:nvSpPr>
        <p:spPr>
          <a:xfrm>
            <a:off x="1177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FE46C4C0-7B09-A852-5214-CA18C8211C79}"/>
              </a:ext>
            </a:extLst>
          </p:cNvPr>
          <p:cNvSpPr/>
          <p:nvPr userDrawn="1"/>
        </p:nvSpPr>
        <p:spPr>
          <a:xfrm>
            <a:off x="1196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47F395C7-157D-8029-E760-B074ECF3D820}"/>
              </a:ext>
            </a:extLst>
          </p:cNvPr>
          <p:cNvSpPr/>
          <p:nvPr userDrawn="1"/>
        </p:nvSpPr>
        <p:spPr>
          <a:xfrm>
            <a:off x="1215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6C442CE4-CF99-996A-51E5-4EC48C6C9A08}"/>
              </a:ext>
            </a:extLst>
          </p:cNvPr>
          <p:cNvSpPr/>
          <p:nvPr userDrawn="1"/>
        </p:nvSpPr>
        <p:spPr>
          <a:xfrm>
            <a:off x="24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F20D7983-6557-4880-78AA-0BD2D54088DF}"/>
              </a:ext>
            </a:extLst>
          </p:cNvPr>
          <p:cNvSpPr/>
          <p:nvPr userDrawn="1"/>
        </p:nvSpPr>
        <p:spPr>
          <a:xfrm>
            <a:off x="43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4DEF51F6-1098-8CE8-F910-0AA42BF0BF50}"/>
              </a:ext>
            </a:extLst>
          </p:cNvPr>
          <p:cNvSpPr/>
          <p:nvPr userDrawn="1"/>
        </p:nvSpPr>
        <p:spPr>
          <a:xfrm>
            <a:off x="62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175585A4-5250-7B33-5CE7-0A6B32684BF6}"/>
              </a:ext>
            </a:extLst>
          </p:cNvPr>
          <p:cNvSpPr/>
          <p:nvPr userDrawn="1"/>
        </p:nvSpPr>
        <p:spPr>
          <a:xfrm>
            <a:off x="81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2EEAB0D1-DB2E-6E78-8830-F852BB8026BA}"/>
              </a:ext>
            </a:extLst>
          </p:cNvPr>
          <p:cNvSpPr/>
          <p:nvPr userDrawn="1"/>
        </p:nvSpPr>
        <p:spPr>
          <a:xfrm>
            <a:off x="100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88ED239A-DAA6-4B23-355C-F4EC15ABA887}"/>
              </a:ext>
            </a:extLst>
          </p:cNvPr>
          <p:cNvSpPr/>
          <p:nvPr userDrawn="1"/>
        </p:nvSpPr>
        <p:spPr>
          <a:xfrm>
            <a:off x="120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2D97F9D8-8ABA-6136-AFF4-0DD6539E85C1}"/>
              </a:ext>
            </a:extLst>
          </p:cNvPr>
          <p:cNvSpPr/>
          <p:nvPr userDrawn="1"/>
        </p:nvSpPr>
        <p:spPr>
          <a:xfrm>
            <a:off x="139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F759A05E-686C-ABD0-6519-FE51439FF8C5}"/>
              </a:ext>
            </a:extLst>
          </p:cNvPr>
          <p:cNvSpPr/>
          <p:nvPr userDrawn="1"/>
        </p:nvSpPr>
        <p:spPr>
          <a:xfrm>
            <a:off x="158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33EC6925-B429-1CB1-DC9C-21E9183956A6}"/>
              </a:ext>
            </a:extLst>
          </p:cNvPr>
          <p:cNvSpPr/>
          <p:nvPr userDrawn="1"/>
        </p:nvSpPr>
        <p:spPr>
          <a:xfrm>
            <a:off x="177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A3EC8821-1E2F-6A8F-E672-D6088159D61B}"/>
              </a:ext>
            </a:extLst>
          </p:cNvPr>
          <p:cNvSpPr/>
          <p:nvPr userDrawn="1"/>
        </p:nvSpPr>
        <p:spPr>
          <a:xfrm>
            <a:off x="196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02EE8686-064D-C1BA-5C17-E2646B9E9873}"/>
              </a:ext>
            </a:extLst>
          </p:cNvPr>
          <p:cNvSpPr/>
          <p:nvPr userDrawn="1"/>
        </p:nvSpPr>
        <p:spPr>
          <a:xfrm>
            <a:off x="215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0EA4790C-65FC-8A57-7475-4856BB090BDC}"/>
              </a:ext>
            </a:extLst>
          </p:cNvPr>
          <p:cNvSpPr/>
          <p:nvPr userDrawn="1"/>
        </p:nvSpPr>
        <p:spPr>
          <a:xfrm>
            <a:off x="234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E86FA94A-EF59-98D3-0D60-4659B488144A}"/>
              </a:ext>
            </a:extLst>
          </p:cNvPr>
          <p:cNvSpPr/>
          <p:nvPr userDrawn="1"/>
        </p:nvSpPr>
        <p:spPr>
          <a:xfrm>
            <a:off x="253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4B541EE8-A5A6-403D-989C-3828E82192A0}"/>
              </a:ext>
            </a:extLst>
          </p:cNvPr>
          <p:cNvSpPr/>
          <p:nvPr userDrawn="1"/>
        </p:nvSpPr>
        <p:spPr>
          <a:xfrm>
            <a:off x="272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F4EDB7B7-C5EE-6A8E-6E45-695BD0EB7484}"/>
              </a:ext>
            </a:extLst>
          </p:cNvPr>
          <p:cNvSpPr/>
          <p:nvPr userDrawn="1"/>
        </p:nvSpPr>
        <p:spPr>
          <a:xfrm>
            <a:off x="291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B32BC022-ECF0-2BB0-9BA6-5CC4CE0787C3}"/>
              </a:ext>
            </a:extLst>
          </p:cNvPr>
          <p:cNvSpPr/>
          <p:nvPr userDrawn="1"/>
        </p:nvSpPr>
        <p:spPr>
          <a:xfrm>
            <a:off x="310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214AA489-78B8-8F98-5131-E4287C736B6D}"/>
              </a:ext>
            </a:extLst>
          </p:cNvPr>
          <p:cNvSpPr/>
          <p:nvPr userDrawn="1"/>
        </p:nvSpPr>
        <p:spPr>
          <a:xfrm>
            <a:off x="329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93739489-0ECE-C9F2-C8EB-4F667AE34D95}"/>
              </a:ext>
            </a:extLst>
          </p:cNvPr>
          <p:cNvSpPr/>
          <p:nvPr userDrawn="1"/>
        </p:nvSpPr>
        <p:spPr>
          <a:xfrm>
            <a:off x="348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4F59492D-2B58-81DF-B48A-B4263FF40C49}"/>
              </a:ext>
            </a:extLst>
          </p:cNvPr>
          <p:cNvSpPr/>
          <p:nvPr userDrawn="1"/>
        </p:nvSpPr>
        <p:spPr>
          <a:xfrm>
            <a:off x="367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6EC2570E-FB5D-0ACF-CF58-8C885A70B82E}"/>
              </a:ext>
            </a:extLst>
          </p:cNvPr>
          <p:cNvSpPr/>
          <p:nvPr userDrawn="1"/>
        </p:nvSpPr>
        <p:spPr>
          <a:xfrm>
            <a:off x="386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B6894D26-C241-1993-EFB4-A47FAE302DA8}"/>
              </a:ext>
            </a:extLst>
          </p:cNvPr>
          <p:cNvSpPr/>
          <p:nvPr userDrawn="1"/>
        </p:nvSpPr>
        <p:spPr>
          <a:xfrm>
            <a:off x="405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78D71BA5-3FC7-32E1-25BA-84E11E5FB0B7}"/>
              </a:ext>
            </a:extLst>
          </p:cNvPr>
          <p:cNvSpPr/>
          <p:nvPr userDrawn="1"/>
        </p:nvSpPr>
        <p:spPr>
          <a:xfrm>
            <a:off x="424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B85E0528-E236-C6AC-9107-F39398EBE11C}"/>
              </a:ext>
            </a:extLst>
          </p:cNvPr>
          <p:cNvSpPr/>
          <p:nvPr userDrawn="1"/>
        </p:nvSpPr>
        <p:spPr>
          <a:xfrm>
            <a:off x="443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89CA27AF-1355-7F7A-92A6-A20E36DF4450}"/>
              </a:ext>
            </a:extLst>
          </p:cNvPr>
          <p:cNvSpPr/>
          <p:nvPr userDrawn="1"/>
        </p:nvSpPr>
        <p:spPr>
          <a:xfrm>
            <a:off x="462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3259000B-D773-0F5B-EF35-BDB7A6AE9A1A}"/>
              </a:ext>
            </a:extLst>
          </p:cNvPr>
          <p:cNvSpPr/>
          <p:nvPr userDrawn="1"/>
        </p:nvSpPr>
        <p:spPr>
          <a:xfrm>
            <a:off x="481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1B429A0F-B848-0182-756C-B712D5AA8D26}"/>
              </a:ext>
            </a:extLst>
          </p:cNvPr>
          <p:cNvSpPr/>
          <p:nvPr userDrawn="1"/>
        </p:nvSpPr>
        <p:spPr>
          <a:xfrm>
            <a:off x="501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AA1FDECE-F65D-6540-4302-0F6BEF955074}"/>
              </a:ext>
            </a:extLst>
          </p:cNvPr>
          <p:cNvSpPr/>
          <p:nvPr userDrawn="1"/>
        </p:nvSpPr>
        <p:spPr>
          <a:xfrm>
            <a:off x="520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FA16E2D8-4CD7-6846-F86C-0CC0FEBFE781}"/>
              </a:ext>
            </a:extLst>
          </p:cNvPr>
          <p:cNvSpPr/>
          <p:nvPr userDrawn="1"/>
        </p:nvSpPr>
        <p:spPr>
          <a:xfrm>
            <a:off x="539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E6C71202-40E8-AC6A-7609-2C3C998FDD56}"/>
              </a:ext>
            </a:extLst>
          </p:cNvPr>
          <p:cNvSpPr/>
          <p:nvPr userDrawn="1"/>
        </p:nvSpPr>
        <p:spPr>
          <a:xfrm>
            <a:off x="558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B77D405F-B52C-F121-97EF-54A3407DC6CB}"/>
              </a:ext>
            </a:extLst>
          </p:cNvPr>
          <p:cNvSpPr/>
          <p:nvPr userDrawn="1"/>
        </p:nvSpPr>
        <p:spPr>
          <a:xfrm>
            <a:off x="577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63385568-3A79-4CCB-F2C2-2E8EB4178672}"/>
              </a:ext>
            </a:extLst>
          </p:cNvPr>
          <p:cNvSpPr/>
          <p:nvPr userDrawn="1"/>
        </p:nvSpPr>
        <p:spPr>
          <a:xfrm>
            <a:off x="596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11D75F8D-8854-E5EE-D8DA-6D322ECE4EDD}"/>
              </a:ext>
            </a:extLst>
          </p:cNvPr>
          <p:cNvSpPr/>
          <p:nvPr userDrawn="1"/>
        </p:nvSpPr>
        <p:spPr>
          <a:xfrm>
            <a:off x="615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FAE69898-8CDB-EB75-0464-CDBEA452213E}"/>
              </a:ext>
            </a:extLst>
          </p:cNvPr>
          <p:cNvSpPr/>
          <p:nvPr userDrawn="1"/>
        </p:nvSpPr>
        <p:spPr>
          <a:xfrm>
            <a:off x="634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92740F59-FB57-80D1-A25E-7820297EAF6C}"/>
              </a:ext>
            </a:extLst>
          </p:cNvPr>
          <p:cNvSpPr/>
          <p:nvPr userDrawn="1"/>
        </p:nvSpPr>
        <p:spPr>
          <a:xfrm>
            <a:off x="653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9AA5640E-DFEA-A521-0E5D-598E45B7AD28}"/>
              </a:ext>
            </a:extLst>
          </p:cNvPr>
          <p:cNvSpPr/>
          <p:nvPr userDrawn="1"/>
        </p:nvSpPr>
        <p:spPr>
          <a:xfrm>
            <a:off x="672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D26A13F4-4BB3-40FC-BE2F-0EDD9F4E296B}"/>
              </a:ext>
            </a:extLst>
          </p:cNvPr>
          <p:cNvSpPr/>
          <p:nvPr userDrawn="1"/>
        </p:nvSpPr>
        <p:spPr>
          <a:xfrm>
            <a:off x="691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45F44359-79FE-C056-B6AA-F9FAF51CDDB7}"/>
              </a:ext>
            </a:extLst>
          </p:cNvPr>
          <p:cNvSpPr/>
          <p:nvPr userDrawn="1"/>
        </p:nvSpPr>
        <p:spPr>
          <a:xfrm>
            <a:off x="710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FF3C2352-71A7-7BD2-D316-BDAA3ED9A5CF}"/>
              </a:ext>
            </a:extLst>
          </p:cNvPr>
          <p:cNvSpPr/>
          <p:nvPr userDrawn="1"/>
        </p:nvSpPr>
        <p:spPr>
          <a:xfrm>
            <a:off x="729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35D60C3E-2092-C496-9200-EB8A4A1E337D}"/>
              </a:ext>
            </a:extLst>
          </p:cNvPr>
          <p:cNvSpPr/>
          <p:nvPr userDrawn="1"/>
        </p:nvSpPr>
        <p:spPr>
          <a:xfrm>
            <a:off x="748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4FF7EAF5-0FF4-A1B0-4E92-69AA644BEB3F}"/>
              </a:ext>
            </a:extLst>
          </p:cNvPr>
          <p:cNvSpPr/>
          <p:nvPr userDrawn="1"/>
        </p:nvSpPr>
        <p:spPr>
          <a:xfrm>
            <a:off x="767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F90FC4D4-BA0E-AA70-0F21-060CD7FFBC90}"/>
              </a:ext>
            </a:extLst>
          </p:cNvPr>
          <p:cNvSpPr/>
          <p:nvPr userDrawn="1"/>
        </p:nvSpPr>
        <p:spPr>
          <a:xfrm>
            <a:off x="786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9E718DD0-DECB-4BD1-90B9-E5977CC8C848}"/>
              </a:ext>
            </a:extLst>
          </p:cNvPr>
          <p:cNvSpPr/>
          <p:nvPr userDrawn="1"/>
        </p:nvSpPr>
        <p:spPr>
          <a:xfrm>
            <a:off x="805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84FA4A34-29E8-250F-9028-1FAD17D35DF0}"/>
              </a:ext>
            </a:extLst>
          </p:cNvPr>
          <p:cNvSpPr/>
          <p:nvPr userDrawn="1"/>
        </p:nvSpPr>
        <p:spPr>
          <a:xfrm>
            <a:off x="824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FB29C57F-B3BC-AD03-74ED-CF11DE2AB265}"/>
              </a:ext>
            </a:extLst>
          </p:cNvPr>
          <p:cNvSpPr/>
          <p:nvPr userDrawn="1"/>
        </p:nvSpPr>
        <p:spPr>
          <a:xfrm>
            <a:off x="843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5526B858-6919-04A2-D892-6F30C189987B}"/>
              </a:ext>
            </a:extLst>
          </p:cNvPr>
          <p:cNvSpPr/>
          <p:nvPr userDrawn="1"/>
        </p:nvSpPr>
        <p:spPr>
          <a:xfrm>
            <a:off x="862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36F5F6BF-2900-B096-162C-5742B9695062}"/>
              </a:ext>
            </a:extLst>
          </p:cNvPr>
          <p:cNvSpPr/>
          <p:nvPr userDrawn="1"/>
        </p:nvSpPr>
        <p:spPr>
          <a:xfrm>
            <a:off x="882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A060BAC4-B078-E0E6-D5E8-A033C745D24E}"/>
              </a:ext>
            </a:extLst>
          </p:cNvPr>
          <p:cNvSpPr/>
          <p:nvPr userDrawn="1"/>
        </p:nvSpPr>
        <p:spPr>
          <a:xfrm>
            <a:off x="901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C5F581F6-F1D1-91E9-A4F4-DF533567F6A5}"/>
              </a:ext>
            </a:extLst>
          </p:cNvPr>
          <p:cNvSpPr/>
          <p:nvPr userDrawn="1"/>
        </p:nvSpPr>
        <p:spPr>
          <a:xfrm>
            <a:off x="920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6A87D4D4-C6AB-2B63-EF87-65091F1B1495}"/>
              </a:ext>
            </a:extLst>
          </p:cNvPr>
          <p:cNvSpPr/>
          <p:nvPr userDrawn="1"/>
        </p:nvSpPr>
        <p:spPr>
          <a:xfrm>
            <a:off x="939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89647C81-5710-3C2C-9C70-1836741D4904}"/>
              </a:ext>
            </a:extLst>
          </p:cNvPr>
          <p:cNvSpPr/>
          <p:nvPr userDrawn="1"/>
        </p:nvSpPr>
        <p:spPr>
          <a:xfrm>
            <a:off x="958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B91EC006-99BE-9ADF-E0D5-7097BAA7BEEA}"/>
              </a:ext>
            </a:extLst>
          </p:cNvPr>
          <p:cNvSpPr/>
          <p:nvPr userDrawn="1"/>
        </p:nvSpPr>
        <p:spPr>
          <a:xfrm>
            <a:off x="977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129F49F8-805D-D8C9-08D5-AC431CDD0130}"/>
              </a:ext>
            </a:extLst>
          </p:cNvPr>
          <p:cNvSpPr/>
          <p:nvPr userDrawn="1"/>
        </p:nvSpPr>
        <p:spPr>
          <a:xfrm>
            <a:off x="996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AB96E242-CEBD-467C-9B17-53A362872F70}"/>
              </a:ext>
            </a:extLst>
          </p:cNvPr>
          <p:cNvSpPr/>
          <p:nvPr userDrawn="1"/>
        </p:nvSpPr>
        <p:spPr>
          <a:xfrm>
            <a:off x="1015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6F0DBE19-6C93-06CD-40AA-3D75412412B0}"/>
              </a:ext>
            </a:extLst>
          </p:cNvPr>
          <p:cNvSpPr/>
          <p:nvPr userDrawn="1"/>
        </p:nvSpPr>
        <p:spPr>
          <a:xfrm>
            <a:off x="1034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6D693455-1356-F44B-F54F-B9AC09C535A9}"/>
              </a:ext>
            </a:extLst>
          </p:cNvPr>
          <p:cNvSpPr/>
          <p:nvPr userDrawn="1"/>
        </p:nvSpPr>
        <p:spPr>
          <a:xfrm>
            <a:off x="1053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486BE4A0-1191-9C0F-F28D-177391BE655B}"/>
              </a:ext>
            </a:extLst>
          </p:cNvPr>
          <p:cNvSpPr/>
          <p:nvPr userDrawn="1"/>
        </p:nvSpPr>
        <p:spPr>
          <a:xfrm>
            <a:off x="1072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C04F874A-1B98-1610-C9ED-521D8FF33C9A}"/>
              </a:ext>
            </a:extLst>
          </p:cNvPr>
          <p:cNvSpPr/>
          <p:nvPr userDrawn="1"/>
        </p:nvSpPr>
        <p:spPr>
          <a:xfrm>
            <a:off x="1091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215A58EA-3EAC-72EC-31B5-5970AE324D83}"/>
              </a:ext>
            </a:extLst>
          </p:cNvPr>
          <p:cNvSpPr/>
          <p:nvPr userDrawn="1"/>
        </p:nvSpPr>
        <p:spPr>
          <a:xfrm>
            <a:off x="1110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F1D537F3-5FAE-DBCF-508C-AB0948E93EFE}"/>
              </a:ext>
            </a:extLst>
          </p:cNvPr>
          <p:cNvSpPr/>
          <p:nvPr userDrawn="1"/>
        </p:nvSpPr>
        <p:spPr>
          <a:xfrm>
            <a:off x="1129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F28FAF37-D07C-8029-DD4D-779EA9FAADEC}"/>
              </a:ext>
            </a:extLst>
          </p:cNvPr>
          <p:cNvSpPr/>
          <p:nvPr userDrawn="1"/>
        </p:nvSpPr>
        <p:spPr>
          <a:xfrm>
            <a:off x="1148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921A991C-C9B6-FC3A-09EA-53C798C47C39}"/>
              </a:ext>
            </a:extLst>
          </p:cNvPr>
          <p:cNvSpPr/>
          <p:nvPr userDrawn="1"/>
        </p:nvSpPr>
        <p:spPr>
          <a:xfrm>
            <a:off x="1167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329A9367-B89D-CF06-49DB-E16F4783FB3C}"/>
              </a:ext>
            </a:extLst>
          </p:cNvPr>
          <p:cNvSpPr/>
          <p:nvPr userDrawn="1"/>
        </p:nvSpPr>
        <p:spPr>
          <a:xfrm>
            <a:off x="1186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490B497D-3F70-99E9-75C7-A6A601158875}"/>
              </a:ext>
            </a:extLst>
          </p:cNvPr>
          <p:cNvSpPr/>
          <p:nvPr userDrawn="1"/>
        </p:nvSpPr>
        <p:spPr>
          <a:xfrm>
            <a:off x="1205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BA19A917-BDEA-C928-4747-114D4949E2D6}"/>
              </a:ext>
            </a:extLst>
          </p:cNvPr>
          <p:cNvSpPr/>
          <p:nvPr userDrawn="1"/>
        </p:nvSpPr>
        <p:spPr>
          <a:xfrm>
            <a:off x="1224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D99A19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525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047C35A-F864-7FBB-A1BC-88FEE98336C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6EC0D64-47AC-F789-6668-E91B0831191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BDC9E2F-3299-96A1-8808-B918CEDB8F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6A42551-5CA4-1D09-AE9A-B5FEEBA8C2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CA2A4EA-A2F7-2775-FAEE-6E03D69E157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65F3F71D-281D-7131-8352-255205C050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20D5C81-D8A4-455E-5242-934DBD98088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2E6501D-413C-D490-D7FD-5AFEE0C9A3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A122695-4F97-85F4-08F7-A707E293627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044F81D-1BEE-545F-A899-A2ECA778C80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60385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85465CA-90B5-4000-47F3-87346B222B5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0B259A79-E006-AF6D-C2A6-F89118A7A38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A9A3EAFD-A299-CDD6-17FE-45A53AB12A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124943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87AD16B-04EF-4E85-E207-DAB57F209F7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6E126AB-C595-5299-4958-D0F534DBE7E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13FA25E-9E9C-4272-60BF-5DF57690C5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E9E60FA8-9E34-E6C4-5624-BDCD51C2790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E3F7D01-9A9B-8821-2E81-07AE4E04201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7EB1EC0B-E909-54BA-F2E3-1A11E0D7806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F9B5B90-7377-9360-2BE6-577791D4EC5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489C8209-8A39-DAF7-50ED-8C5E618F6D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FA9B903-E353-997E-590A-B0362697363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B392060E-2C3F-F627-4E87-0B98BB5581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327939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BD9D298-5B8F-A6D1-2AB5-967893B89F9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162B913-8739-EC60-6B67-E0E924E0874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8A02ED38-0465-E80D-1D70-F51F1D3E5B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533580F-D176-074D-5D14-5C915849FD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1A5D0A64-664E-F502-554D-4A224F2FC7A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388867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1B65FD6-937E-810B-E76C-A63A7824555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D830669-3C27-F539-B07A-CE848726E58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B241CF29-5599-05C7-319F-0CA39B49D0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885E68E2-A0D6-A422-C7F5-0C14BB8157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75168804-E576-FB07-7E30-D9158B9563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0DE5281B-2DA5-88ED-F3CC-A3361BCDB9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7B6A5604-213D-C9C9-2FBB-EDC0B9A59F7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A665A5F6-125F-7244-9E14-2781AC37357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F9AB2331-8D57-3C5A-D416-01261AC51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DA64DC8F-929A-066F-6B6A-9562BE55684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6A39C06C-0BB5-76ED-DB8D-11F3CAF246C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371001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F43DD85-E2ED-1859-F8C5-12AA17684A3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81C777B-C826-CA4C-C5DF-8C059C2A3A5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DE88345-0CAD-A10B-E3CE-02278701EFD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BE42E78-1D44-3D7D-BFBA-A7C37F7F3A0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89ED2AD-6DB8-3C5A-C02B-DF811F7CE39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C99A9ACC-3FC0-5FE8-9E8A-B6CB3E4F522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74EA175E-F20F-874B-ABF7-F7DBBFC5CFB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879730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ACBCFA5-4228-18F1-D72F-69711E2AA35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861A23E-AF93-1729-FF99-D7D69D9CD3A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F83B81A-B83B-D8C1-1A25-D254699FF3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10999F0F-5926-92D2-29D6-D977E2DBFD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D3A7862-5F46-C14A-FDC1-9303EE328A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2AEAAF69-7461-8BD8-429C-191F16087C9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78D327B1-5ECC-9594-AB43-840994097B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3C7B8735-84A7-471A-D29F-2820908F1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1DDCE605-D11E-AEE5-4EBE-20DCDF05F4D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64A841F3-A0AC-FB1A-DEF8-51B43953F7C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DE21C0C8-0498-3AD5-1AEA-B53F6FD6017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212154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B5D870A-E332-3780-C805-D134758A5B7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53661609-F095-2C67-7B8B-D32F18BCE85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A0798594-22C4-5302-8BB1-5C59B362D83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7A09D665-8E4C-1626-B152-ABF782C767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3488F948-59E5-BAEF-4238-8177D1C734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560D4CA9-BF1F-F487-9AA9-A1E1112091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991136ED-133B-CDD1-39A7-177D5E7C08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B49AEFA-2962-3FCE-E049-E0FBCDA9EE6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922639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D02AEA4-FE88-8C81-5313-5BCC68B6DF7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9B9D831-CA48-1564-4557-46DDDF3A79E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A10043D-261B-4BE4-0419-56E6603095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633A11A-D1F9-3444-8F32-557E4584692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EEEAE3D-72C8-FA3F-4F23-6FECAD19E42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8F4BEE0-C917-A770-081A-851F21B42CB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02DB51B3-603D-243F-4D0F-C482EF678BE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0DF73F4-14C9-DEF2-2BB9-89A40121844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5E2B007-5539-3700-AE6A-1A0D264077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FBA9D29-F361-7214-667B-5E04FE2277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7765563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D449333-B1C0-E2A8-1665-BCCCE48F80F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6618CF8-39A9-AE12-378E-7EBCE3F3965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446581C-CC87-96FF-121E-ED4AAD16050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B883B29-C008-23DA-E9AE-3A10C3720C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B1E527B-83B6-9201-79FA-4B1CA297D9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3DF24A0-2EF1-EDCD-BEDB-CAE0DC0E3F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7DB4616-8E98-4BFB-6404-E7711D8817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06FF0967-1388-A919-9A5F-0F31CD77D81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7224943-56A2-A986-3960-124D4CD549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587208A-AAFC-C35E-3A78-C25B9F4EB2E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1754943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1370A0C-ADC3-7768-FB38-E9EC85A481A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39085D11-535B-EBB5-9148-2FCF99EE5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CFC37CB8-42E8-8AC4-E4DA-C63D9CCE18E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4292C077-E6F4-11E3-D637-10573D73A0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D9C6D402-37EB-5DE4-0097-59B72C704C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235E01D0-59BE-3C2F-76A0-1DDAF140E4E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E9917CCA-AF4D-A8E5-3349-FDDD4678B68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9FF00B5B-9292-3680-83B3-D623CF41F0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9720425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C2DAE60-0307-0948-837B-44A2E500EB2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91591170-30E7-867E-7BA9-E1B4649095D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34651A63-68E7-038E-44D8-2482A9D2F2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5821A37-BDE9-1FC5-7CA0-F143E294CBF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E09D74F-A56B-8643-F699-A43F4CB0B66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59022F30-D94D-1929-980D-9B431351A4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B8903B9-4B50-1704-2C53-86EE801468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7637E38-0E0D-2A31-02DD-945F8193F52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191253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17561B2-8AD5-FA41-4985-3D56B7C9656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A071D688-4C73-3F6F-EA43-B454F3ABC61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378F0DB4-F461-36CC-D8EE-11E12F5EC9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57FF37DE-E0ED-CC39-CE90-8A620C24F6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CF819A8D-9C3E-34DE-5979-DF4E4B58AB5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F1AC090E-3610-1120-E657-69F5A51F67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18E6A5EF-1A35-7B56-FBC1-2694A668B3A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43592FF-F600-2589-461A-ACBFC8F755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384291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C18A1C4-698C-6935-3B28-14C93C8E57E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F14EFFF6-A89A-8F23-6116-35CBC312F5B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3C830647-11C5-EE6C-A8D0-770E27B90B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A9C7CBD1-0997-325F-F783-781B138D95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6B608356-A4D8-A8D7-7C84-05C9428C17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26B01FDB-7FBB-5F9B-FF27-E1F2A3AE778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65687392-70D4-3E35-95B5-93CECA18DE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0FED9FE-7D6C-FE18-C847-31FF68F700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606544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023144D-9137-D3EA-C293-BB442E13CA5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ED461EBF-0231-DAB2-298F-DAD2195CDA8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FBD5E98-F7B2-1A4B-1741-E3FBB6B493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15706138-708C-A2C0-5DC0-6E8CBE6B36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24FE8C6-2AA3-D4B4-CA5A-B795ACC424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28B1E3D3-34F9-AB15-CA74-DD0BF2D338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A052BEA-8A6B-C2CA-4105-A593D1FFEB1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4A9197D5-E186-B8EA-A8E7-008B3470D55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960F87B6-A650-C980-C6FC-A13DDC18F3F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5AF3CD0-DECE-6AB2-6289-9893B213302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935893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CE7A53E-43C2-98D5-16B3-9E837597E76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ECA1DEAD-E3E5-68ED-A958-60EB495D75C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FE310B95-664B-FD9E-E84D-2AA5AB0E44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374303EB-E6BF-8C3C-0A88-4CA09AB58A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3AB006E4-8504-3C83-9D2D-58C37A496B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CC0E3B59-8DE8-E058-506A-DEBF0900E46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CCB71224-8AC1-664D-4C85-199A09644D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D29CF1B5-992C-6C54-CC6A-4117749C499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0595F02D-BC6F-276A-8299-67CB05C82DC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8084392-C0CD-93E3-2286-FB58CA1247B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9106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15F82195-7427-CF2A-D318-942C95C55AB3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C2FB128-6CE9-48CA-A63B-D694A7BBCE3E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2E7DF40-EA43-448D-AAC9-8AB76A8B3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016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69405F"/>
      </a:dk1>
      <a:lt1>
        <a:srgbClr val="F6F5F4"/>
      </a:lt1>
      <a:dk2>
        <a:srgbClr val="564D53"/>
      </a:dk2>
      <a:lt2>
        <a:srgbClr val="E8E8E7"/>
      </a:lt2>
      <a:accent1>
        <a:srgbClr val="936916"/>
      </a:accent1>
      <a:accent2>
        <a:srgbClr val="69405F"/>
      </a:accent2>
      <a:accent3>
        <a:srgbClr val="564D53"/>
      </a:accent3>
      <a:accent4>
        <a:srgbClr val="69405F"/>
      </a:accent4>
      <a:accent5>
        <a:srgbClr val="936916"/>
      </a:accent5>
      <a:accent6>
        <a:srgbClr val="564D53"/>
      </a:accent6>
      <a:hlink>
        <a:srgbClr val="69405F"/>
      </a:hlink>
      <a:folHlink>
        <a:srgbClr val="564D53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2026-10-03T19:30:41Z</dcterms:created>
  <dcterms:modified xsi:type="dcterms:W3CDTF">2026-10-03T19:31:04Z</dcterms:modified>
</cp:coreProperties>
</file>